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2F6FFD">
                <a:alpha val="100000"/>
              </a:srgbClr>
            </a:gs>
            <a:gs pos="100000">
              <a:srgbClr val="2F6FFD">
                <a:alpha val="100000"/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3768724" y="1130979"/>
              <a:ext cx="8423276" cy="5727021"/>
            </a:xfrm>
            <a:custGeom>
              <a:avLst/>
              <a:gdLst/>
              <a:ahLst/>
              <a:cxnLst/>
              <a:rect l="l" t="t" r="r" b="b"/>
              <a:pathLst>
                <a:path w="8423276" h="5727021">
                  <a:moveTo>
                    <a:pt x="4838700" y="0"/>
                  </a:moveTo>
                  <a:cubicBezTo>
                    <a:pt x="6258381" y="0"/>
                    <a:pt x="7535260" y="611405"/>
                    <a:pt x="8420393" y="1585268"/>
                  </a:cubicBezTo>
                  <a:lnTo>
                    <a:pt x="8423276" y="1588596"/>
                  </a:lnTo>
                  <a:lnTo>
                    <a:pt x="8423276" y="5727021"/>
                  </a:lnTo>
                  <a:lnTo>
                    <a:pt x="82797" y="5727021"/>
                  </a:lnTo>
                  <a:lnTo>
                    <a:pt x="55753" y="5575586"/>
                  </a:lnTo>
                  <a:cubicBezTo>
                    <a:pt x="19041" y="5335317"/>
                    <a:pt x="0" y="5089232"/>
                    <a:pt x="0" y="4838700"/>
                  </a:cubicBezTo>
                  <a:cubicBezTo>
                    <a:pt x="0" y="2166360"/>
                    <a:pt x="2166360" y="0"/>
                    <a:pt x="4838700" y="0"/>
                  </a:cubicBezTo>
                  <a:close/>
                </a:path>
              </a:pathLst>
            </a:custGeom>
            <a:gradFill>
              <a:gsLst>
                <a:gs pos="0">
                  <a:srgbClr val="1AC9FF">
                    <a:alpha val="43137"/>
                  </a:srgbClr>
                </a:gs>
                <a:gs pos="100000">
                  <a:srgbClr val="1AC9FF">
                    <a:alpha val="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0"/>
              <a:ext cx="12192000" cy="6459794"/>
            </a:xfrm>
            <a:custGeom>
              <a:avLst/>
              <a:gdLst/>
              <a:ahLst/>
              <a:cxnLst/>
              <a:rect l="l" t="t" r="r" b="b"/>
              <a:pathLst>
                <a:path w="6362699" h="6858000">
                  <a:moveTo>
                    <a:pt x="0" y="0"/>
                  </a:moveTo>
                  <a:lnTo>
                    <a:pt x="6362699" y="0"/>
                  </a:lnTo>
                  <a:lnTo>
                    <a:pt x="6362699" y="6858000"/>
                  </a:lnTo>
                  <a:lnTo>
                    <a:pt x="0" y="6858000"/>
                  </a:lnTo>
                  <a:close/>
                </a:path>
              </a:pathLst>
            </a:custGeom>
            <a:blipFill rotWithShape="1">
              <a:blip r:embed="rId2">
                <a:alphaModFix amt="12941"/>
                <a:alphaModFix amt="12941"/>
              </a:blip>
              <a:stretch>
                <a:fillRect l="-11660" t="-41838" r="-11660" b="-74268"/>
              </a:stretch>
            </a:blip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6096000" y="5551476"/>
              <a:ext cx="1241478" cy="409355"/>
              <a:chOff x="6096000" y="5551476"/>
              <a:chExt cx="1241478" cy="409355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7039777" y="5551476"/>
                <a:ext cx="297701" cy="409354"/>
              </a:xfrm>
              <a:custGeom>
                <a:avLst/>
                <a:gdLst/>
                <a:ahLst/>
                <a:cxnLst/>
                <a:rect l="l" t="t" r="r" b="b"/>
                <a:pathLst>
                  <a:path w="297701" h="409353">
                    <a:moveTo>
                      <a:pt x="58004" y="339"/>
                    </a:moveTo>
                    <a:cubicBezTo>
                      <a:pt x="74447" y="-1346"/>
                      <a:pt x="91531" y="3242"/>
                      <a:pt x="105362" y="14502"/>
                    </a:cubicBezTo>
                    <a:lnTo>
                      <a:pt x="274147" y="151914"/>
                    </a:lnTo>
                    <a:cubicBezTo>
                      <a:pt x="287978" y="163174"/>
                      <a:pt x="295936" y="178974"/>
                      <a:pt x="297620" y="195416"/>
                    </a:cubicBezTo>
                    <a:lnTo>
                      <a:pt x="297658" y="201322"/>
                    </a:lnTo>
                    <a:lnTo>
                      <a:pt x="297701" y="201548"/>
                    </a:lnTo>
                    <a:lnTo>
                      <a:pt x="297681" y="204678"/>
                    </a:lnTo>
                    <a:lnTo>
                      <a:pt x="297701" y="207807"/>
                    </a:lnTo>
                    <a:lnTo>
                      <a:pt x="297658" y="208033"/>
                    </a:lnTo>
                    <a:lnTo>
                      <a:pt x="297619" y="213940"/>
                    </a:lnTo>
                    <a:cubicBezTo>
                      <a:pt x="295935" y="230382"/>
                      <a:pt x="287978" y="246182"/>
                      <a:pt x="274147" y="257442"/>
                    </a:cubicBezTo>
                    <a:lnTo>
                      <a:pt x="105363" y="394854"/>
                    </a:lnTo>
                    <a:cubicBezTo>
                      <a:pt x="77701" y="417373"/>
                      <a:pt x="37022" y="413205"/>
                      <a:pt x="14502" y="385543"/>
                    </a:cubicBezTo>
                    <a:cubicBezTo>
                      <a:pt x="-8017" y="357883"/>
                      <a:pt x="-3850" y="317203"/>
                      <a:pt x="23812" y="294684"/>
                    </a:cubicBezTo>
                    <a:lnTo>
                      <a:pt x="134367" y="204678"/>
                    </a:lnTo>
                    <a:lnTo>
                      <a:pt x="23812" y="114673"/>
                    </a:lnTo>
                    <a:cubicBezTo>
                      <a:pt x="-3849" y="92153"/>
                      <a:pt x="-8018" y="51472"/>
                      <a:pt x="14502" y="23811"/>
                    </a:cubicBezTo>
                    <a:cubicBezTo>
                      <a:pt x="25762" y="9981"/>
                      <a:pt x="41562" y="2024"/>
                      <a:pt x="58004" y="339"/>
                    </a:cubicBezTo>
                    <a:close/>
                  </a:path>
                </a:pathLst>
              </a:custGeom>
              <a:ln w="12700">
                <a:solidFill>
                  <a:srgbClr val="1AC9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6096000" y="5551477"/>
                <a:ext cx="297700" cy="409354"/>
              </a:xfrm>
              <a:custGeom>
                <a:avLst/>
                <a:gdLst/>
                <a:ahLst/>
                <a:cxnLst/>
                <a:rect l="l" t="t" r="r" b="b"/>
                <a:pathLst>
                  <a:path w="297700" h="409353">
                    <a:moveTo>
                      <a:pt x="58003" y="339"/>
                    </a:moveTo>
                    <a:cubicBezTo>
                      <a:pt x="74446" y="-1346"/>
                      <a:pt x="91531" y="3242"/>
                      <a:pt x="105361" y="14502"/>
                    </a:cubicBezTo>
                    <a:lnTo>
                      <a:pt x="274146" y="151914"/>
                    </a:lnTo>
                    <a:cubicBezTo>
                      <a:pt x="287977" y="163174"/>
                      <a:pt x="295934" y="178974"/>
                      <a:pt x="297619" y="195416"/>
                    </a:cubicBezTo>
                    <a:lnTo>
                      <a:pt x="297658" y="201323"/>
                    </a:lnTo>
                    <a:lnTo>
                      <a:pt x="297700" y="201548"/>
                    </a:lnTo>
                    <a:lnTo>
                      <a:pt x="297680" y="204678"/>
                    </a:lnTo>
                    <a:lnTo>
                      <a:pt x="297700" y="207808"/>
                    </a:lnTo>
                    <a:lnTo>
                      <a:pt x="297658" y="208033"/>
                    </a:lnTo>
                    <a:lnTo>
                      <a:pt x="297619" y="213940"/>
                    </a:lnTo>
                    <a:cubicBezTo>
                      <a:pt x="295934" y="230382"/>
                      <a:pt x="287977" y="246182"/>
                      <a:pt x="274146" y="257442"/>
                    </a:cubicBezTo>
                    <a:lnTo>
                      <a:pt x="105362" y="394854"/>
                    </a:lnTo>
                    <a:cubicBezTo>
                      <a:pt x="77701" y="417373"/>
                      <a:pt x="37021" y="413205"/>
                      <a:pt x="14501" y="385544"/>
                    </a:cubicBezTo>
                    <a:cubicBezTo>
                      <a:pt x="-8018" y="357883"/>
                      <a:pt x="-3850" y="317203"/>
                      <a:pt x="23811" y="294683"/>
                    </a:cubicBezTo>
                    <a:lnTo>
                      <a:pt x="134366" y="204678"/>
                    </a:lnTo>
                    <a:lnTo>
                      <a:pt x="23811" y="114672"/>
                    </a:lnTo>
                    <a:cubicBezTo>
                      <a:pt x="-3850" y="92152"/>
                      <a:pt x="-8018" y="51472"/>
                      <a:pt x="14501" y="23811"/>
                    </a:cubicBezTo>
                    <a:cubicBezTo>
                      <a:pt x="25761" y="9981"/>
                      <a:pt x="41561" y="2024"/>
                      <a:pt x="58003" y="339"/>
                    </a:cubicBezTo>
                    <a:close/>
                  </a:path>
                </a:pathLst>
              </a:custGeom>
              <a:solidFill>
                <a:srgbClr val="1AC9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6567888" y="5551477"/>
                <a:ext cx="297701" cy="409354"/>
              </a:xfrm>
              <a:custGeom>
                <a:avLst/>
                <a:gdLst/>
                <a:ahLst/>
                <a:cxnLst/>
                <a:rect l="l" t="t" r="r" b="b"/>
                <a:pathLst>
                  <a:path w="297701" h="409353">
                    <a:moveTo>
                      <a:pt x="58004" y="339"/>
                    </a:moveTo>
                    <a:cubicBezTo>
                      <a:pt x="74447" y="-1346"/>
                      <a:pt x="91532" y="3242"/>
                      <a:pt x="105362" y="14502"/>
                    </a:cubicBezTo>
                    <a:lnTo>
                      <a:pt x="274147" y="151914"/>
                    </a:lnTo>
                    <a:cubicBezTo>
                      <a:pt x="287978" y="163174"/>
                      <a:pt x="295936" y="178974"/>
                      <a:pt x="297620" y="195416"/>
                    </a:cubicBezTo>
                    <a:lnTo>
                      <a:pt x="297658" y="201322"/>
                    </a:lnTo>
                    <a:lnTo>
                      <a:pt x="297701" y="201548"/>
                    </a:lnTo>
                    <a:lnTo>
                      <a:pt x="297681" y="204678"/>
                    </a:lnTo>
                    <a:lnTo>
                      <a:pt x="297701" y="207807"/>
                    </a:lnTo>
                    <a:lnTo>
                      <a:pt x="297658" y="208033"/>
                    </a:lnTo>
                    <a:lnTo>
                      <a:pt x="297619" y="213940"/>
                    </a:lnTo>
                    <a:cubicBezTo>
                      <a:pt x="295935" y="230382"/>
                      <a:pt x="287978" y="246182"/>
                      <a:pt x="274147" y="257442"/>
                    </a:cubicBezTo>
                    <a:lnTo>
                      <a:pt x="105363" y="394854"/>
                    </a:lnTo>
                    <a:cubicBezTo>
                      <a:pt x="77702" y="417373"/>
                      <a:pt x="37022" y="413205"/>
                      <a:pt x="14502" y="385543"/>
                    </a:cubicBezTo>
                    <a:cubicBezTo>
                      <a:pt x="-8017" y="357883"/>
                      <a:pt x="-3850" y="317203"/>
                      <a:pt x="23812" y="294684"/>
                    </a:cubicBezTo>
                    <a:lnTo>
                      <a:pt x="134367" y="204678"/>
                    </a:lnTo>
                    <a:lnTo>
                      <a:pt x="23812" y="114673"/>
                    </a:lnTo>
                    <a:cubicBezTo>
                      <a:pt x="-3849" y="92153"/>
                      <a:pt x="-8018" y="51472"/>
                      <a:pt x="14502" y="23811"/>
                    </a:cubicBezTo>
                    <a:cubicBezTo>
                      <a:pt x="25762" y="9981"/>
                      <a:pt x="41562" y="2024"/>
                      <a:pt x="58004" y="339"/>
                    </a:cubicBezTo>
                    <a:close/>
                  </a:path>
                </a:pathLst>
              </a:custGeom>
              <a:ln w="12700">
                <a:solidFill>
                  <a:srgbClr val="1AC9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sp>
          <p:nvSpPr>
            <p:cNvPr id="9" name="AutoShape 9"/>
            <p:cNvSpPr/>
            <p:nvPr/>
          </p:nvSpPr>
          <p:spPr>
            <a:xfrm>
              <a:off x="0" y="0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362699" h="6858000">
                  <a:moveTo>
                    <a:pt x="0" y="0"/>
                  </a:moveTo>
                  <a:lnTo>
                    <a:pt x="6362699" y="0"/>
                  </a:lnTo>
                  <a:lnTo>
                    <a:pt x="6362699" y="6858000"/>
                  </a:lnTo>
                  <a:lnTo>
                    <a:pt x="0" y="6858000"/>
                  </a:lnTo>
                  <a:close/>
                </a:path>
              </a:pathLst>
            </a:custGeom>
            <a:blipFill rotWithShape="1">
              <a:blip r:embed="rId3">
                <a:alphaModFix amt="100000"/>
                <a:alphaModFix amt="100000"/>
              </a:blip>
              <a:stretch>
                <a:fillRect l="-53688" t="-22022" r="-33654" b="-42922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0" y="1560828"/>
              <a:ext cx="5295900" cy="5297172"/>
            </a:xfrm>
            <a:custGeom>
              <a:avLst/>
              <a:gdLst/>
              <a:ahLst/>
              <a:cxnLst/>
              <a:rect l="l" t="t" r="r" b="b"/>
              <a:pathLst>
                <a:path w="3314700" h="3315496">
                  <a:moveTo>
                    <a:pt x="621504" y="0"/>
                  </a:moveTo>
                  <a:cubicBezTo>
                    <a:pt x="2108915" y="0"/>
                    <a:pt x="3314700" y="1205785"/>
                    <a:pt x="3314700" y="2693196"/>
                  </a:cubicBezTo>
                  <a:cubicBezTo>
                    <a:pt x="3314700" y="2879123"/>
                    <a:pt x="3295860" y="3060649"/>
                    <a:pt x="3259984" y="3235969"/>
                  </a:cubicBezTo>
                  <a:lnTo>
                    <a:pt x="3239536" y="3315496"/>
                  </a:lnTo>
                  <a:lnTo>
                    <a:pt x="0" y="3315496"/>
                  </a:lnTo>
                  <a:lnTo>
                    <a:pt x="0" y="73228"/>
                  </a:lnTo>
                  <a:lnTo>
                    <a:pt x="111676" y="48190"/>
                  </a:lnTo>
                  <a:cubicBezTo>
                    <a:pt x="276760" y="16559"/>
                    <a:pt x="447198" y="0"/>
                    <a:pt x="621504" y="0"/>
                  </a:cubicBezTo>
                  <a:close/>
                </a:path>
              </a:pathLst>
            </a:custGeom>
            <a:gradFill>
              <a:gsLst>
                <a:gs pos="63999">
                  <a:srgbClr val="1AC9FF">
                    <a:alpha val="0"/>
                    <a:lumMod val="20000"/>
                    <a:lumOff val="80000"/>
                  </a:srgbClr>
                </a:gs>
                <a:gs pos="100000">
                  <a:srgbClr val="1AC9FF">
                    <a:alpha val="100000"/>
                    <a:lumMod val="40000"/>
                    <a:lumOff val="6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grpSp>
          <p:nvGrpSpPr>
            <p:cNvPr id="11" name="Group 11"/>
            <p:cNvGrpSpPr/>
            <p:nvPr/>
          </p:nvGrpSpPr>
          <p:grpSpPr>
            <a:xfrm rot="0">
              <a:off x="10986442" y="916244"/>
              <a:ext cx="532458" cy="112456"/>
              <a:chOff x="5606021" y="5912531"/>
              <a:chExt cx="867631" cy="183245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5948214" y="5912531"/>
                <a:ext cx="183245" cy="183245"/>
              </a:xfrm>
              <a:prstGeom prst="ellipse">
                <a:avLst/>
              </a:prstGeom>
              <a:solidFill>
                <a:srgbClr val="1AC9FF">
                  <a:alpha val="5215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5606021" y="5912531"/>
                <a:ext cx="183245" cy="183245"/>
              </a:xfrm>
              <a:prstGeom prst="ellipse">
                <a:avLst/>
              </a:prstGeom>
              <a:solidFill>
                <a:srgbClr val="1AC9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6290407" y="5912531"/>
                <a:ext cx="183245" cy="183245"/>
              </a:xfrm>
              <a:prstGeom prst="ellipse">
                <a:avLst/>
              </a:prstGeom>
              <a:solidFill>
                <a:srgbClr val="1AC9FF">
                  <a:alpha val="52156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2F6FFD">
                <a:alpha val="100000"/>
                <a:lumMod val="20000"/>
                <a:lumOff val="80000"/>
              </a:srgbClr>
            </a:gs>
            <a:gs pos="100000">
              <a:srgbClr val="1AC9FF">
                <a:alpha val="16862"/>
                <a:lumMod val="20000"/>
                <a:lumOff val="8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60348" y="165798"/>
            <a:ext cx="11931652" cy="6700515"/>
            <a:chOff x="260348" y="165798"/>
            <a:chExt cx="11931652" cy="6700515"/>
          </a:xfrm>
        </p:grpSpPr>
        <p:sp>
          <p:nvSpPr>
            <p:cNvPr id="3" name="AutoShape 3"/>
            <p:cNvSpPr/>
            <p:nvPr/>
          </p:nvSpPr>
          <p:spPr>
            <a:xfrm flipH="1">
              <a:off x="2215494" y="379932"/>
              <a:ext cx="9976506" cy="6486381"/>
            </a:xfrm>
            <a:custGeom>
              <a:avLst/>
              <a:gdLst/>
              <a:ahLst/>
              <a:cxnLst/>
              <a:rect l="l" t="t" r="r" b="b"/>
              <a:pathLst>
                <a:path w="6362699" h="6858000">
                  <a:moveTo>
                    <a:pt x="0" y="0"/>
                  </a:moveTo>
                  <a:lnTo>
                    <a:pt x="6362699" y="0"/>
                  </a:lnTo>
                  <a:lnTo>
                    <a:pt x="6362699" y="6858000"/>
                  </a:lnTo>
                  <a:lnTo>
                    <a:pt x="0" y="6858000"/>
                  </a:lnTo>
                  <a:close/>
                </a:path>
              </a:pathLst>
            </a:custGeom>
            <a:blipFill rotWithShape="1">
              <a:blip r:embed="rId2">
                <a:alphaModFix amt="4705"/>
                <a:alphaModFix amt="4705"/>
              </a:blip>
              <a:stretch>
                <a:fillRect l="-58570" t="-28505" r="-17063" b="-139067"/>
              </a:stretch>
            </a:blip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 rot="0">
              <a:off x="660399" y="165798"/>
              <a:ext cx="11322051" cy="1153943"/>
              <a:chOff x="660399" y="165798"/>
              <a:chExt cx="11322051" cy="1153943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399" y="370113"/>
                <a:ext cx="10871317" cy="745315"/>
              </a:xfrm>
              <a:prstGeom prst="roundRect">
                <a:avLst/>
              </a:prstGeom>
              <a:gradFill>
                <a:gsLst>
                  <a:gs pos="999">
                    <a:srgbClr val="2F6FFD">
                      <a:alpha val="50196"/>
                    </a:srgbClr>
                  </a:gs>
                  <a:gs pos="100000">
                    <a:srgbClr val="1AC9FF">
                      <a:alpha val="36862"/>
                      <a:lumMod val="40000"/>
                      <a:lumOff val="6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6" name="Group 6"/>
              <p:cNvGrpSpPr/>
              <p:nvPr/>
            </p:nvGrpSpPr>
            <p:grpSpPr>
              <a:xfrm rot="0">
                <a:off x="10696804" y="165798"/>
                <a:ext cx="1285646" cy="1153943"/>
                <a:chOff x="10569804" y="233388"/>
                <a:chExt cx="1285646" cy="1153943"/>
              </a:xfrm>
            </p:grpSpPr>
            <p:grpSp>
              <p:nvGrpSpPr>
                <p:cNvPr id="7" name="Group 7"/>
                <p:cNvGrpSpPr/>
                <p:nvPr/>
              </p:nvGrpSpPr>
              <p:grpSpPr>
                <a:xfrm rot="0">
                  <a:off x="10846920" y="233388"/>
                  <a:ext cx="1008530" cy="1127517"/>
                  <a:chOff x="10846920" y="233388"/>
                  <a:chExt cx="1008530" cy="1127517"/>
                </a:xfrm>
              </p:grpSpPr>
              <p:grpSp>
                <p:nvGrpSpPr>
                  <p:cNvPr id="8" name="Group 8"/>
                  <p:cNvGrpSpPr/>
                  <p:nvPr/>
                </p:nvGrpSpPr>
                <p:grpSpPr>
                  <a:xfrm rot="0">
                    <a:off x="10978772" y="269402"/>
                    <a:ext cx="750414" cy="1052878"/>
                    <a:chOff x="5308187" y="2209800"/>
                    <a:chExt cx="1587746" cy="2227707"/>
                  </a:xfrm>
                </p:grpSpPr>
                <p:sp>
                  <p:nvSpPr>
                    <p:cNvPr id="9" name="AutoShape 9"/>
                    <p:cNvSpPr/>
                    <p:nvPr/>
                  </p:nvSpPr>
                  <p:spPr>
                    <a:xfrm>
                      <a:off x="6521958" y="3753135"/>
                      <a:ext cx="1238" cy="112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8" h="11239">
                          <a:moveTo>
                            <a:pt x="1238" y="0"/>
                          </a:moveTo>
                          <a:cubicBezTo>
                            <a:pt x="857" y="3810"/>
                            <a:pt x="476" y="7525"/>
                            <a:pt x="0" y="11240"/>
                          </a:cubicBezTo>
                          <a:cubicBezTo>
                            <a:pt x="286" y="8858"/>
                            <a:pt x="667" y="6667"/>
                            <a:pt x="953" y="4191"/>
                          </a:cubicBezTo>
                          <a:cubicBezTo>
                            <a:pt x="1048" y="2762"/>
                            <a:pt x="1048" y="1333"/>
                            <a:pt x="1238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" name="AutoShape 10"/>
                    <p:cNvSpPr/>
                    <p:nvPr/>
                  </p:nvSpPr>
                  <p:spPr>
                    <a:xfrm>
                      <a:off x="6525767" y="3683412"/>
                      <a:ext cx="500" cy="314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" h="31432">
                          <a:moveTo>
                            <a:pt x="476" y="0"/>
                          </a:moveTo>
                          <a:cubicBezTo>
                            <a:pt x="571" y="10668"/>
                            <a:pt x="381" y="21145"/>
                            <a:pt x="0" y="31432"/>
                          </a:cubicBezTo>
                          <a:cubicBezTo>
                            <a:pt x="0" y="31242"/>
                            <a:pt x="0" y="31051"/>
                            <a:pt x="0" y="30861"/>
                          </a:cubicBezTo>
                          <a:cubicBezTo>
                            <a:pt x="381" y="20764"/>
                            <a:pt x="476" y="10477"/>
                            <a:pt x="476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" name="AutoShape 11"/>
                    <p:cNvSpPr/>
                    <p:nvPr/>
                  </p:nvSpPr>
                  <p:spPr>
                    <a:xfrm>
                      <a:off x="6521862" y="3609212"/>
                      <a:ext cx="1428" cy="1400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28" h="14001">
                          <a:moveTo>
                            <a:pt x="0" y="0"/>
                          </a:moveTo>
                          <a:cubicBezTo>
                            <a:pt x="571" y="4572"/>
                            <a:pt x="1048" y="9334"/>
                            <a:pt x="1429" y="14002"/>
                          </a:cubicBezTo>
                          <a:cubicBezTo>
                            <a:pt x="1143" y="11335"/>
                            <a:pt x="1048" y="8477"/>
                            <a:pt x="762" y="5810"/>
                          </a:cubicBezTo>
                          <a:cubicBezTo>
                            <a:pt x="476" y="3905"/>
                            <a:pt x="190" y="2000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" name="AutoShape 12"/>
                    <p:cNvSpPr/>
                    <p:nvPr/>
                  </p:nvSpPr>
                  <p:spPr>
                    <a:xfrm>
                      <a:off x="6511004" y="3816858"/>
                      <a:ext cx="2476" cy="113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6" h="11334">
                          <a:moveTo>
                            <a:pt x="2476" y="0"/>
                          </a:moveTo>
                          <a:cubicBezTo>
                            <a:pt x="1619" y="3810"/>
                            <a:pt x="857" y="7620"/>
                            <a:pt x="0" y="11335"/>
                          </a:cubicBezTo>
                          <a:cubicBezTo>
                            <a:pt x="286" y="10192"/>
                            <a:pt x="571" y="9144"/>
                            <a:pt x="857" y="8001"/>
                          </a:cubicBezTo>
                          <a:cubicBezTo>
                            <a:pt x="1429" y="5429"/>
                            <a:pt x="1905" y="2572"/>
                            <a:pt x="2476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" name="AutoShape 13"/>
                    <p:cNvSpPr/>
                    <p:nvPr/>
                  </p:nvSpPr>
                  <p:spPr>
                    <a:xfrm>
                      <a:off x="6525672" y="3659314"/>
                      <a:ext cx="571" cy="240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1" h="24098">
                          <a:moveTo>
                            <a:pt x="0" y="0"/>
                          </a:moveTo>
                          <a:cubicBezTo>
                            <a:pt x="286" y="7906"/>
                            <a:pt x="476" y="15907"/>
                            <a:pt x="571" y="24098"/>
                          </a:cubicBezTo>
                          <a:cubicBezTo>
                            <a:pt x="571" y="17145"/>
                            <a:pt x="381" y="10382"/>
                            <a:pt x="191" y="3620"/>
                          </a:cubicBezTo>
                          <a:cubicBezTo>
                            <a:pt x="95" y="2381"/>
                            <a:pt x="0" y="1143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" name="AutoShape 14"/>
                    <p:cNvSpPr/>
                    <p:nvPr/>
                  </p:nvSpPr>
                  <p:spPr>
                    <a:xfrm>
                      <a:off x="6514528" y="3563683"/>
                      <a:ext cx="2381" cy="122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81" h="12287">
                          <a:moveTo>
                            <a:pt x="0" y="0"/>
                          </a:moveTo>
                          <a:cubicBezTo>
                            <a:pt x="857" y="4096"/>
                            <a:pt x="1619" y="8096"/>
                            <a:pt x="2381" y="12287"/>
                          </a:cubicBezTo>
                          <a:cubicBezTo>
                            <a:pt x="2096" y="10668"/>
                            <a:pt x="1905" y="8954"/>
                            <a:pt x="1524" y="7429"/>
                          </a:cubicBezTo>
                          <a:cubicBezTo>
                            <a:pt x="1143" y="4858"/>
                            <a:pt x="571" y="247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5" name="AutoShape 15"/>
                    <p:cNvSpPr/>
                    <p:nvPr/>
                  </p:nvSpPr>
                  <p:spPr>
                    <a:xfrm>
                      <a:off x="6517100" y="3786758"/>
                      <a:ext cx="1904" cy="1162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04" h="11620">
                          <a:moveTo>
                            <a:pt x="1905" y="0"/>
                          </a:moveTo>
                          <a:cubicBezTo>
                            <a:pt x="1333" y="3905"/>
                            <a:pt x="667" y="7811"/>
                            <a:pt x="0" y="11621"/>
                          </a:cubicBezTo>
                          <a:cubicBezTo>
                            <a:pt x="286" y="9906"/>
                            <a:pt x="667" y="8382"/>
                            <a:pt x="952" y="6667"/>
                          </a:cubicBezTo>
                          <a:cubicBezTo>
                            <a:pt x="1333" y="4477"/>
                            <a:pt x="1524" y="2191"/>
                            <a:pt x="1905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6" name="AutoShape 16"/>
                    <p:cNvSpPr/>
                    <p:nvPr/>
                  </p:nvSpPr>
                  <p:spPr>
                    <a:xfrm>
                      <a:off x="6503574" y="3844194"/>
                      <a:ext cx="3143" cy="111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43" h="11144">
                          <a:moveTo>
                            <a:pt x="3143" y="0"/>
                          </a:moveTo>
                          <a:cubicBezTo>
                            <a:pt x="2096" y="3715"/>
                            <a:pt x="1143" y="7525"/>
                            <a:pt x="0" y="11144"/>
                          </a:cubicBezTo>
                          <a:cubicBezTo>
                            <a:pt x="286" y="10382"/>
                            <a:pt x="572" y="9620"/>
                            <a:pt x="762" y="8858"/>
                          </a:cubicBezTo>
                          <a:cubicBezTo>
                            <a:pt x="1619" y="6001"/>
                            <a:pt x="2286" y="2953"/>
                            <a:pt x="3143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7" name="AutoShape 17"/>
                    <p:cNvSpPr/>
                    <p:nvPr/>
                  </p:nvSpPr>
                  <p:spPr>
                    <a:xfrm>
                      <a:off x="6376892" y="3334226"/>
                      <a:ext cx="6000" cy="50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00" h="5048">
                          <a:moveTo>
                            <a:pt x="6001" y="5048"/>
                          </a:moveTo>
                          <a:cubicBezTo>
                            <a:pt x="4000" y="3334"/>
                            <a:pt x="2000" y="1715"/>
                            <a:pt x="0" y="0"/>
                          </a:cubicBezTo>
                          <a:cubicBezTo>
                            <a:pt x="2000" y="1619"/>
                            <a:pt x="4000" y="3334"/>
                            <a:pt x="6001" y="5048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8" name="AutoShape 18"/>
                    <p:cNvSpPr/>
                    <p:nvPr/>
                  </p:nvSpPr>
                  <p:spPr>
                    <a:xfrm>
                      <a:off x="6504432" y="3523773"/>
                      <a:ext cx="2190" cy="714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90" h="7143">
                          <a:moveTo>
                            <a:pt x="0" y="0"/>
                          </a:moveTo>
                          <a:cubicBezTo>
                            <a:pt x="762" y="2381"/>
                            <a:pt x="1524" y="4763"/>
                            <a:pt x="2191" y="7144"/>
                          </a:cubicBezTo>
                          <a:cubicBezTo>
                            <a:pt x="1810" y="5906"/>
                            <a:pt x="1524" y="4667"/>
                            <a:pt x="1238" y="3429"/>
                          </a:cubicBezTo>
                          <a:cubicBezTo>
                            <a:pt x="762" y="2191"/>
                            <a:pt x="286" y="1143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" name="AutoShape 19"/>
                    <p:cNvSpPr/>
                    <p:nvPr/>
                  </p:nvSpPr>
                  <p:spPr>
                    <a:xfrm>
                      <a:off x="6422516" y="3377850"/>
                      <a:ext cx="4095" cy="46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95" h="4667">
                          <a:moveTo>
                            <a:pt x="4096" y="4667"/>
                          </a:moveTo>
                          <a:cubicBezTo>
                            <a:pt x="2762" y="3143"/>
                            <a:pt x="1333" y="1524"/>
                            <a:pt x="0" y="0"/>
                          </a:cubicBezTo>
                          <a:cubicBezTo>
                            <a:pt x="1333" y="1524"/>
                            <a:pt x="2762" y="3143"/>
                            <a:pt x="4096" y="466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0" name="AutoShape 20"/>
                    <p:cNvSpPr/>
                    <p:nvPr/>
                  </p:nvSpPr>
                  <p:spPr>
                    <a:xfrm>
                      <a:off x="6494811" y="3870007"/>
                      <a:ext cx="3810" cy="107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10" h="10763">
                          <a:moveTo>
                            <a:pt x="3810" y="0"/>
                          </a:moveTo>
                          <a:cubicBezTo>
                            <a:pt x="2572" y="3619"/>
                            <a:pt x="1333" y="7239"/>
                            <a:pt x="0" y="10763"/>
                          </a:cubicBezTo>
                          <a:cubicBezTo>
                            <a:pt x="191" y="10192"/>
                            <a:pt x="476" y="9716"/>
                            <a:pt x="667" y="9144"/>
                          </a:cubicBezTo>
                          <a:cubicBezTo>
                            <a:pt x="1905" y="6096"/>
                            <a:pt x="2762" y="2953"/>
                            <a:pt x="381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1" name="AutoShape 21"/>
                    <p:cNvSpPr/>
                    <p:nvPr/>
                  </p:nvSpPr>
                  <p:spPr>
                    <a:xfrm>
                      <a:off x="6462617" y="3431476"/>
                      <a:ext cx="2095" cy="33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5" h="3332">
                          <a:moveTo>
                            <a:pt x="2096" y="3334"/>
                          </a:moveTo>
                          <a:cubicBezTo>
                            <a:pt x="1429" y="2191"/>
                            <a:pt x="667" y="1143"/>
                            <a:pt x="0" y="0"/>
                          </a:cubicBezTo>
                          <a:cubicBezTo>
                            <a:pt x="667" y="1143"/>
                            <a:pt x="1429" y="2191"/>
                            <a:pt x="2096" y="3334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2" name="AutoShape 22"/>
                    <p:cNvSpPr/>
                    <p:nvPr/>
                  </p:nvSpPr>
                  <p:spPr>
                    <a:xfrm>
                      <a:off x="6337268" y="3303746"/>
                      <a:ext cx="2381" cy="17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81" h="1714">
                          <a:moveTo>
                            <a:pt x="2381" y="1715"/>
                          </a:moveTo>
                          <a:cubicBezTo>
                            <a:pt x="1524" y="1143"/>
                            <a:pt x="762" y="572"/>
                            <a:pt x="0" y="0"/>
                          </a:cubicBezTo>
                          <a:cubicBezTo>
                            <a:pt x="762" y="572"/>
                            <a:pt x="1524" y="1143"/>
                            <a:pt x="2381" y="1715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" name="AutoShape 23"/>
                    <p:cNvSpPr/>
                    <p:nvPr/>
                  </p:nvSpPr>
                  <p:spPr>
                    <a:xfrm>
                      <a:off x="6463760" y="3933539"/>
                      <a:ext cx="6286" cy="11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86" h="11049">
                          <a:moveTo>
                            <a:pt x="4572" y="3334"/>
                          </a:moveTo>
                          <a:cubicBezTo>
                            <a:pt x="5143" y="2286"/>
                            <a:pt x="5715" y="1048"/>
                            <a:pt x="6287" y="0"/>
                          </a:cubicBezTo>
                          <a:cubicBezTo>
                            <a:pt x="4191" y="3715"/>
                            <a:pt x="2191" y="7429"/>
                            <a:pt x="0" y="11049"/>
                          </a:cubicBezTo>
                          <a:cubicBezTo>
                            <a:pt x="1524" y="8477"/>
                            <a:pt x="3143" y="6001"/>
                            <a:pt x="4572" y="3334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4" name="AutoShape 24"/>
                    <p:cNvSpPr/>
                    <p:nvPr/>
                  </p:nvSpPr>
                  <p:spPr>
                    <a:xfrm>
                      <a:off x="6450711" y="3951446"/>
                      <a:ext cx="9048" cy="141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48" h="14191">
                          <a:moveTo>
                            <a:pt x="9049" y="0"/>
                          </a:moveTo>
                          <a:cubicBezTo>
                            <a:pt x="6096" y="4858"/>
                            <a:pt x="3048" y="9525"/>
                            <a:pt x="0" y="14192"/>
                          </a:cubicBezTo>
                          <a:cubicBezTo>
                            <a:pt x="3143" y="9430"/>
                            <a:pt x="6096" y="4763"/>
                            <a:pt x="9049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5" name="AutoShape 25"/>
                    <p:cNvSpPr/>
                    <p:nvPr/>
                  </p:nvSpPr>
                  <p:spPr>
                    <a:xfrm>
                      <a:off x="6440900" y="3970020"/>
                      <a:ext cx="6857" cy="9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857" h="9525">
                          <a:moveTo>
                            <a:pt x="6286" y="857"/>
                          </a:moveTo>
                          <a:cubicBezTo>
                            <a:pt x="6477" y="571"/>
                            <a:pt x="6667" y="286"/>
                            <a:pt x="6858" y="0"/>
                          </a:cubicBezTo>
                          <a:cubicBezTo>
                            <a:pt x="4667" y="3238"/>
                            <a:pt x="2286" y="6382"/>
                            <a:pt x="0" y="9525"/>
                          </a:cubicBezTo>
                          <a:cubicBezTo>
                            <a:pt x="2095" y="6667"/>
                            <a:pt x="4286" y="3905"/>
                            <a:pt x="6286" y="85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6" name="AutoShape 26"/>
                    <p:cNvSpPr/>
                    <p:nvPr/>
                  </p:nvSpPr>
                  <p:spPr>
                    <a:xfrm>
                      <a:off x="6287642" y="3272408"/>
                      <a:ext cx="8096" cy="46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96" h="4667">
                          <a:moveTo>
                            <a:pt x="8096" y="4667"/>
                          </a:moveTo>
                          <a:cubicBezTo>
                            <a:pt x="5429" y="3048"/>
                            <a:pt x="2667" y="1524"/>
                            <a:pt x="0" y="0"/>
                          </a:cubicBezTo>
                          <a:cubicBezTo>
                            <a:pt x="2667" y="1524"/>
                            <a:pt x="5429" y="3048"/>
                            <a:pt x="8096" y="466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7" name="AutoShape 27"/>
                    <p:cNvSpPr/>
                    <p:nvPr/>
                  </p:nvSpPr>
                  <p:spPr>
                    <a:xfrm>
                      <a:off x="6509384" y="3541395"/>
                      <a:ext cx="2857" cy="114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7" h="11429">
                          <a:moveTo>
                            <a:pt x="2858" y="11430"/>
                          </a:moveTo>
                          <a:cubicBezTo>
                            <a:pt x="2000" y="7525"/>
                            <a:pt x="953" y="3715"/>
                            <a:pt x="0" y="0"/>
                          </a:cubicBezTo>
                          <a:cubicBezTo>
                            <a:pt x="953" y="3715"/>
                            <a:pt x="1905" y="7525"/>
                            <a:pt x="2858" y="1143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" name="AutoShape 28"/>
                    <p:cNvSpPr/>
                    <p:nvPr/>
                  </p:nvSpPr>
                  <p:spPr>
                    <a:xfrm>
                      <a:off x="6426803" y="3989070"/>
                      <a:ext cx="7239" cy="89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238" h="8953">
                          <a:moveTo>
                            <a:pt x="7239" y="0"/>
                          </a:moveTo>
                          <a:cubicBezTo>
                            <a:pt x="4858" y="3048"/>
                            <a:pt x="2381" y="5905"/>
                            <a:pt x="0" y="8954"/>
                          </a:cubicBezTo>
                          <a:cubicBezTo>
                            <a:pt x="2381" y="5905"/>
                            <a:pt x="4858" y="3048"/>
                            <a:pt x="7239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9" name="AutoShape 29"/>
                    <p:cNvSpPr/>
                    <p:nvPr/>
                  </p:nvSpPr>
                  <p:spPr>
                    <a:xfrm>
                      <a:off x="6524148" y="3633882"/>
                      <a:ext cx="952" cy="147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" h="14763">
                          <a:moveTo>
                            <a:pt x="953" y="14764"/>
                          </a:moveTo>
                          <a:cubicBezTo>
                            <a:pt x="667" y="9811"/>
                            <a:pt x="381" y="4858"/>
                            <a:pt x="0" y="0"/>
                          </a:cubicBezTo>
                          <a:cubicBezTo>
                            <a:pt x="381" y="4858"/>
                            <a:pt x="667" y="9811"/>
                            <a:pt x="953" y="14764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" name="AutoShape 30"/>
                    <p:cNvSpPr/>
                    <p:nvPr/>
                  </p:nvSpPr>
                  <p:spPr>
                    <a:xfrm>
                      <a:off x="6416897" y="4006976"/>
                      <a:ext cx="2476" cy="26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6" h="2667">
                          <a:moveTo>
                            <a:pt x="1905" y="667"/>
                          </a:moveTo>
                          <a:cubicBezTo>
                            <a:pt x="2096" y="476"/>
                            <a:pt x="2286" y="191"/>
                            <a:pt x="2476" y="0"/>
                          </a:cubicBezTo>
                          <a:cubicBezTo>
                            <a:pt x="1714" y="953"/>
                            <a:pt x="857" y="1715"/>
                            <a:pt x="0" y="2667"/>
                          </a:cubicBezTo>
                          <a:cubicBezTo>
                            <a:pt x="667" y="1905"/>
                            <a:pt x="1333" y="1334"/>
                            <a:pt x="1905" y="66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1" name="AutoShape 31"/>
                    <p:cNvSpPr/>
                    <p:nvPr/>
                  </p:nvSpPr>
                  <p:spPr>
                    <a:xfrm>
                      <a:off x="6518624" y="3585591"/>
                      <a:ext cx="2000" cy="13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00" h="13525">
                          <a:moveTo>
                            <a:pt x="2000" y="13525"/>
                          </a:moveTo>
                          <a:cubicBezTo>
                            <a:pt x="1429" y="8954"/>
                            <a:pt x="762" y="4477"/>
                            <a:pt x="0" y="0"/>
                          </a:cubicBezTo>
                          <a:cubicBezTo>
                            <a:pt x="667" y="4477"/>
                            <a:pt x="1333" y="9049"/>
                            <a:pt x="2000" y="13525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2" name="AutoShape 32"/>
                    <p:cNvSpPr/>
                    <p:nvPr/>
                  </p:nvSpPr>
                  <p:spPr>
                    <a:xfrm>
                      <a:off x="6484238" y="3895058"/>
                      <a:ext cx="4667" cy="10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67" h="10858">
                          <a:moveTo>
                            <a:pt x="0" y="10859"/>
                          </a:moveTo>
                          <a:cubicBezTo>
                            <a:pt x="381" y="10097"/>
                            <a:pt x="667" y="9430"/>
                            <a:pt x="1048" y="8668"/>
                          </a:cubicBezTo>
                          <a:cubicBezTo>
                            <a:pt x="2381" y="5810"/>
                            <a:pt x="3429" y="2858"/>
                            <a:pt x="4667" y="0"/>
                          </a:cubicBezTo>
                          <a:cubicBezTo>
                            <a:pt x="3143" y="3524"/>
                            <a:pt x="1715" y="7239"/>
                            <a:pt x="0" y="1085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3" name="AutoShape 33"/>
                    <p:cNvSpPr/>
                    <p:nvPr/>
                  </p:nvSpPr>
                  <p:spPr>
                    <a:xfrm>
                      <a:off x="6393275" y="4028694"/>
                      <a:ext cx="5524" cy="53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24" h="5333">
                          <a:moveTo>
                            <a:pt x="5524" y="0"/>
                          </a:moveTo>
                          <a:cubicBezTo>
                            <a:pt x="3715" y="1810"/>
                            <a:pt x="1810" y="3619"/>
                            <a:pt x="0" y="5334"/>
                          </a:cubicBezTo>
                          <a:cubicBezTo>
                            <a:pt x="1810" y="3619"/>
                            <a:pt x="3715" y="1810"/>
                            <a:pt x="5524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4" name="AutoShape 34"/>
                    <p:cNvSpPr/>
                    <p:nvPr/>
                  </p:nvSpPr>
                  <p:spPr>
                    <a:xfrm>
                      <a:off x="6362033" y="4053458"/>
                      <a:ext cx="9239" cy="70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39" h="7048">
                          <a:moveTo>
                            <a:pt x="0" y="7049"/>
                          </a:moveTo>
                          <a:cubicBezTo>
                            <a:pt x="3048" y="4667"/>
                            <a:pt x="6191" y="2381"/>
                            <a:pt x="9239" y="0"/>
                          </a:cubicBezTo>
                          <a:cubicBezTo>
                            <a:pt x="6191" y="2477"/>
                            <a:pt x="3048" y="4763"/>
                            <a:pt x="0" y="7049"/>
                          </a:cubicBezTo>
                          <a:lnTo>
                            <a:pt x="0" y="7049"/>
                          </a:ln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5" name="AutoShape 35"/>
                    <p:cNvSpPr/>
                    <p:nvPr/>
                  </p:nvSpPr>
                  <p:spPr>
                    <a:xfrm>
                      <a:off x="6220301" y="3237547"/>
                      <a:ext cx="39147" cy="193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" h="19335">
                          <a:moveTo>
                            <a:pt x="39148" y="19336"/>
                          </a:moveTo>
                          <a:cubicBezTo>
                            <a:pt x="26479" y="12763"/>
                            <a:pt x="13335" y="6382"/>
                            <a:pt x="0" y="0"/>
                          </a:cubicBezTo>
                          <a:cubicBezTo>
                            <a:pt x="13430" y="6382"/>
                            <a:pt x="26479" y="12763"/>
                            <a:pt x="39148" y="1933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6" name="AutoShape 36"/>
                    <p:cNvSpPr/>
                    <p:nvPr/>
                  </p:nvSpPr>
                  <p:spPr>
                    <a:xfrm>
                      <a:off x="5804058" y="2967227"/>
                      <a:ext cx="1619" cy="2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19" h="2476">
                          <a:moveTo>
                            <a:pt x="1619" y="0"/>
                          </a:moveTo>
                          <a:cubicBezTo>
                            <a:pt x="1619" y="0"/>
                            <a:pt x="1619" y="0"/>
                            <a:pt x="1619" y="0"/>
                          </a:cubicBezTo>
                          <a:cubicBezTo>
                            <a:pt x="1048" y="762"/>
                            <a:pt x="572" y="1715"/>
                            <a:pt x="0" y="2477"/>
                          </a:cubicBezTo>
                          <a:cubicBezTo>
                            <a:pt x="286" y="2096"/>
                            <a:pt x="476" y="1715"/>
                            <a:pt x="667" y="1334"/>
                          </a:cubicBezTo>
                          <a:cubicBezTo>
                            <a:pt x="1048" y="953"/>
                            <a:pt x="1238" y="476"/>
                            <a:pt x="1619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7" name="AutoShape 37"/>
                    <p:cNvSpPr/>
                    <p:nvPr/>
                  </p:nvSpPr>
                  <p:spPr>
                    <a:xfrm>
                      <a:off x="6049137" y="3168586"/>
                      <a:ext cx="23431" cy="8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431" h="8000">
                          <a:moveTo>
                            <a:pt x="23431" y="8001"/>
                          </a:moveTo>
                          <a:cubicBezTo>
                            <a:pt x="15430" y="5429"/>
                            <a:pt x="7620" y="2762"/>
                            <a:pt x="0" y="0"/>
                          </a:cubicBezTo>
                          <a:cubicBezTo>
                            <a:pt x="7620" y="2762"/>
                            <a:pt x="15430" y="5429"/>
                            <a:pt x="23431" y="8001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8" name="AutoShape 38"/>
                    <p:cNvSpPr/>
                    <p:nvPr/>
                  </p:nvSpPr>
                  <p:spPr>
                    <a:xfrm>
                      <a:off x="6305264" y="2649759"/>
                      <a:ext cx="2190" cy="10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90" h="1047">
                          <a:moveTo>
                            <a:pt x="0" y="0"/>
                          </a:moveTo>
                          <a:cubicBezTo>
                            <a:pt x="762" y="286"/>
                            <a:pt x="1429" y="667"/>
                            <a:pt x="2191" y="1048"/>
                          </a:cubicBezTo>
                          <a:cubicBezTo>
                            <a:pt x="1619" y="762"/>
                            <a:pt x="1048" y="476"/>
                            <a:pt x="476" y="286"/>
                          </a:cubicBezTo>
                          <a:cubicBezTo>
                            <a:pt x="286" y="191"/>
                            <a:pt x="191" y="95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9" name="AutoShape 39"/>
                    <p:cNvSpPr/>
                    <p:nvPr/>
                  </p:nvSpPr>
                  <p:spPr>
                    <a:xfrm>
                      <a:off x="5568029" y="3637883"/>
                      <a:ext cx="37433" cy="212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433" h="21240">
                          <a:moveTo>
                            <a:pt x="37433" y="21241"/>
                          </a:moveTo>
                          <a:cubicBezTo>
                            <a:pt x="24670" y="14288"/>
                            <a:pt x="12287" y="7144"/>
                            <a:pt x="0" y="0"/>
                          </a:cubicBezTo>
                          <a:cubicBezTo>
                            <a:pt x="12287" y="7239"/>
                            <a:pt x="24670" y="14288"/>
                            <a:pt x="37433" y="21241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0" name="AutoShape 40"/>
                    <p:cNvSpPr/>
                    <p:nvPr/>
                  </p:nvSpPr>
                  <p:spPr>
                    <a:xfrm>
                      <a:off x="6388131" y="2689764"/>
                      <a:ext cx="23907" cy="124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907" h="12477">
                          <a:moveTo>
                            <a:pt x="23908" y="12478"/>
                          </a:moveTo>
                          <a:cubicBezTo>
                            <a:pt x="16097" y="8382"/>
                            <a:pt x="8192" y="4191"/>
                            <a:pt x="0" y="0"/>
                          </a:cubicBezTo>
                          <a:cubicBezTo>
                            <a:pt x="8096" y="4191"/>
                            <a:pt x="16097" y="8287"/>
                            <a:pt x="23908" y="12478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1" name="AutoShape 41"/>
                    <p:cNvSpPr/>
                    <p:nvPr/>
                  </p:nvSpPr>
                  <p:spPr>
                    <a:xfrm>
                      <a:off x="5988177" y="3146774"/>
                      <a:ext cx="7810" cy="2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810" h="2476">
                          <a:moveTo>
                            <a:pt x="0" y="0"/>
                          </a:moveTo>
                          <a:cubicBezTo>
                            <a:pt x="2572" y="667"/>
                            <a:pt x="5239" y="1619"/>
                            <a:pt x="7810" y="2476"/>
                          </a:cubicBezTo>
                          <a:cubicBezTo>
                            <a:pt x="6286" y="2000"/>
                            <a:pt x="4572" y="1333"/>
                            <a:pt x="3048" y="952"/>
                          </a:cubicBezTo>
                          <a:cubicBezTo>
                            <a:pt x="2096" y="571"/>
                            <a:pt x="1048" y="28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2" name="AutoShape 42"/>
                    <p:cNvSpPr/>
                    <p:nvPr/>
                  </p:nvSpPr>
                  <p:spPr>
                    <a:xfrm>
                      <a:off x="6343078" y="2667285"/>
                      <a:ext cx="9334" cy="4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34" h="4476">
                          <a:moveTo>
                            <a:pt x="9334" y="4477"/>
                          </a:moveTo>
                          <a:cubicBezTo>
                            <a:pt x="6191" y="2953"/>
                            <a:pt x="3143" y="1429"/>
                            <a:pt x="0" y="0"/>
                          </a:cubicBezTo>
                          <a:cubicBezTo>
                            <a:pt x="3048" y="1524"/>
                            <a:pt x="6191" y="2953"/>
                            <a:pt x="9334" y="447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3" name="AutoShape 43"/>
                    <p:cNvSpPr/>
                    <p:nvPr/>
                  </p:nvSpPr>
                  <p:spPr>
                    <a:xfrm>
                      <a:off x="5631084" y="3673030"/>
                      <a:ext cx="5143" cy="26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43" h="2666">
                          <a:moveTo>
                            <a:pt x="5144" y="2667"/>
                          </a:moveTo>
                          <a:cubicBezTo>
                            <a:pt x="3429" y="1810"/>
                            <a:pt x="1715" y="857"/>
                            <a:pt x="0" y="0"/>
                          </a:cubicBezTo>
                          <a:cubicBezTo>
                            <a:pt x="1619" y="857"/>
                            <a:pt x="3334" y="1715"/>
                            <a:pt x="5144" y="266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4" name="AutoShape 44"/>
                    <p:cNvSpPr/>
                    <p:nvPr/>
                  </p:nvSpPr>
                  <p:spPr>
                    <a:xfrm>
                      <a:off x="5768244" y="3734180"/>
                      <a:ext cx="5143" cy="18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43" h="1809">
                          <a:moveTo>
                            <a:pt x="5144" y="1810"/>
                          </a:moveTo>
                          <a:cubicBezTo>
                            <a:pt x="3429" y="1238"/>
                            <a:pt x="1715" y="667"/>
                            <a:pt x="0" y="0"/>
                          </a:cubicBezTo>
                          <a:cubicBezTo>
                            <a:pt x="1715" y="667"/>
                            <a:pt x="3429" y="1238"/>
                            <a:pt x="5144" y="181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5" name="AutoShape 45"/>
                    <p:cNvSpPr/>
                    <p:nvPr/>
                  </p:nvSpPr>
                  <p:spPr>
                    <a:xfrm>
                      <a:off x="5696331" y="3704558"/>
                      <a:ext cx="2095" cy="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5" h="952">
                          <a:moveTo>
                            <a:pt x="2096" y="953"/>
                          </a:moveTo>
                          <a:cubicBezTo>
                            <a:pt x="1333" y="667"/>
                            <a:pt x="667" y="286"/>
                            <a:pt x="0" y="0"/>
                          </a:cubicBezTo>
                          <a:cubicBezTo>
                            <a:pt x="667" y="286"/>
                            <a:pt x="1333" y="667"/>
                            <a:pt x="2096" y="953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6" name="AutoShape 46"/>
                    <p:cNvSpPr/>
                    <p:nvPr/>
                  </p:nvSpPr>
                  <p:spPr>
                    <a:xfrm>
                      <a:off x="6091999" y="2575083"/>
                      <a:ext cx="16573" cy="4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573" h="4191">
                          <a:moveTo>
                            <a:pt x="16573" y="4191"/>
                          </a:moveTo>
                          <a:cubicBezTo>
                            <a:pt x="11049" y="2762"/>
                            <a:pt x="5525" y="1334"/>
                            <a:pt x="0" y="0"/>
                          </a:cubicBezTo>
                          <a:cubicBezTo>
                            <a:pt x="5525" y="1334"/>
                            <a:pt x="11049" y="2762"/>
                            <a:pt x="16573" y="4191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7" name="AutoShape 47"/>
                    <p:cNvSpPr/>
                    <p:nvPr/>
                  </p:nvSpPr>
                  <p:spPr>
                    <a:xfrm>
                      <a:off x="5531358" y="3615499"/>
                      <a:ext cx="25527" cy="1571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526" h="15716">
                          <a:moveTo>
                            <a:pt x="25527" y="15716"/>
                          </a:moveTo>
                          <a:cubicBezTo>
                            <a:pt x="16859" y="10573"/>
                            <a:pt x="8382" y="5334"/>
                            <a:pt x="0" y="0"/>
                          </a:cubicBezTo>
                          <a:cubicBezTo>
                            <a:pt x="8382" y="5334"/>
                            <a:pt x="16859" y="10573"/>
                            <a:pt x="25527" y="1571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8" name="AutoShape 48"/>
                    <p:cNvSpPr/>
                    <p:nvPr/>
                  </p:nvSpPr>
                  <p:spPr>
                    <a:xfrm>
                      <a:off x="5662993" y="3689032"/>
                      <a:ext cx="5238" cy="2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238" h="2476">
                          <a:moveTo>
                            <a:pt x="5239" y="2476"/>
                          </a:moveTo>
                          <a:cubicBezTo>
                            <a:pt x="3524" y="1619"/>
                            <a:pt x="1715" y="762"/>
                            <a:pt x="0" y="0"/>
                          </a:cubicBezTo>
                          <a:cubicBezTo>
                            <a:pt x="1715" y="857"/>
                            <a:pt x="3429" y="1714"/>
                            <a:pt x="5239" y="247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9" name="AutoShape 49"/>
                    <p:cNvSpPr/>
                    <p:nvPr/>
                  </p:nvSpPr>
                  <p:spPr>
                    <a:xfrm>
                      <a:off x="5482780" y="3583400"/>
                      <a:ext cx="37433" cy="25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433" h="25050">
                          <a:moveTo>
                            <a:pt x="0" y="0"/>
                          </a:moveTo>
                          <a:cubicBezTo>
                            <a:pt x="12192" y="8477"/>
                            <a:pt x="24670" y="16764"/>
                            <a:pt x="37433" y="25051"/>
                          </a:cubicBezTo>
                          <a:cubicBezTo>
                            <a:pt x="24670" y="16764"/>
                            <a:pt x="12097" y="8477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0" name="AutoShape 50"/>
                    <p:cNvSpPr/>
                    <p:nvPr/>
                  </p:nvSpPr>
                  <p:spPr>
                    <a:xfrm>
                      <a:off x="6443853" y="2719101"/>
                      <a:ext cx="13716" cy="72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716" h="7238">
                          <a:moveTo>
                            <a:pt x="13716" y="7239"/>
                          </a:moveTo>
                          <a:cubicBezTo>
                            <a:pt x="9239" y="4858"/>
                            <a:pt x="4667" y="2381"/>
                            <a:pt x="0" y="0"/>
                          </a:cubicBezTo>
                          <a:cubicBezTo>
                            <a:pt x="4667" y="2381"/>
                            <a:pt x="9239" y="4858"/>
                            <a:pt x="13716" y="723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1" name="AutoShape 51"/>
                    <p:cNvSpPr/>
                    <p:nvPr/>
                  </p:nvSpPr>
                  <p:spPr>
                    <a:xfrm>
                      <a:off x="5823489" y="3071526"/>
                      <a:ext cx="4667" cy="39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67" h="3905">
                          <a:moveTo>
                            <a:pt x="3334" y="2953"/>
                          </a:moveTo>
                          <a:cubicBezTo>
                            <a:pt x="3715" y="3334"/>
                            <a:pt x="4286" y="3619"/>
                            <a:pt x="4667" y="3905"/>
                          </a:cubicBezTo>
                          <a:cubicBezTo>
                            <a:pt x="3048" y="2572"/>
                            <a:pt x="1619" y="1238"/>
                            <a:pt x="0" y="0"/>
                          </a:cubicBezTo>
                          <a:cubicBezTo>
                            <a:pt x="1238" y="952"/>
                            <a:pt x="2191" y="2000"/>
                            <a:pt x="3334" y="2953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2" name="AutoShape 52"/>
                    <p:cNvSpPr/>
                    <p:nvPr/>
                  </p:nvSpPr>
                  <p:spPr>
                    <a:xfrm>
                      <a:off x="5794914" y="3023616"/>
                      <a:ext cx="95" cy="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" h="952">
                          <a:moveTo>
                            <a:pt x="95" y="952"/>
                          </a:moveTo>
                          <a:cubicBezTo>
                            <a:pt x="0" y="667"/>
                            <a:pt x="0" y="381"/>
                            <a:pt x="0" y="0"/>
                          </a:cubicBezTo>
                          <a:cubicBezTo>
                            <a:pt x="95" y="381"/>
                            <a:pt x="95" y="667"/>
                            <a:pt x="95" y="952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3" name="AutoShape 53"/>
                    <p:cNvSpPr/>
                    <p:nvPr/>
                  </p:nvSpPr>
                  <p:spPr>
                    <a:xfrm>
                      <a:off x="5804249" y="3049238"/>
                      <a:ext cx="2666" cy="4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66" h="4286">
                          <a:moveTo>
                            <a:pt x="2667" y="4286"/>
                          </a:moveTo>
                          <a:cubicBezTo>
                            <a:pt x="1715" y="2858"/>
                            <a:pt x="857" y="1429"/>
                            <a:pt x="0" y="0"/>
                          </a:cubicBezTo>
                          <a:cubicBezTo>
                            <a:pt x="857" y="1429"/>
                            <a:pt x="1715" y="2858"/>
                            <a:pt x="2667" y="428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4" name="AutoShape 54"/>
                    <p:cNvSpPr/>
                    <p:nvPr/>
                  </p:nvSpPr>
                  <p:spPr>
                    <a:xfrm>
                      <a:off x="6419754" y="2706338"/>
                      <a:ext cx="15335" cy="80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35" h="8096">
                          <a:moveTo>
                            <a:pt x="15335" y="8096"/>
                          </a:moveTo>
                          <a:cubicBezTo>
                            <a:pt x="10287" y="5429"/>
                            <a:pt x="5143" y="2762"/>
                            <a:pt x="0" y="0"/>
                          </a:cubicBezTo>
                          <a:cubicBezTo>
                            <a:pt x="5239" y="2667"/>
                            <a:pt x="10287" y="5429"/>
                            <a:pt x="15335" y="809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5" name="AutoShape 55"/>
                    <p:cNvSpPr/>
                    <p:nvPr/>
                  </p:nvSpPr>
                  <p:spPr>
                    <a:xfrm>
                      <a:off x="5837872" y="3082385"/>
                      <a:ext cx="4286" cy="2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86" h="2952">
                          <a:moveTo>
                            <a:pt x="4286" y="2953"/>
                          </a:moveTo>
                          <a:cubicBezTo>
                            <a:pt x="2762" y="2000"/>
                            <a:pt x="1429" y="952"/>
                            <a:pt x="0" y="0"/>
                          </a:cubicBezTo>
                          <a:cubicBezTo>
                            <a:pt x="1429" y="952"/>
                            <a:pt x="2762" y="2000"/>
                            <a:pt x="4286" y="2953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6" name="AutoShape 56"/>
                    <p:cNvSpPr/>
                    <p:nvPr/>
                  </p:nvSpPr>
                  <p:spPr>
                    <a:xfrm>
                      <a:off x="6011608" y="3154299"/>
                      <a:ext cx="16668" cy="6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668" h="6286">
                          <a:moveTo>
                            <a:pt x="0" y="0"/>
                          </a:moveTo>
                          <a:cubicBezTo>
                            <a:pt x="5429" y="1905"/>
                            <a:pt x="10954" y="3905"/>
                            <a:pt x="16669" y="6286"/>
                          </a:cubicBezTo>
                          <a:cubicBezTo>
                            <a:pt x="12097" y="4381"/>
                            <a:pt x="7715" y="2667"/>
                            <a:pt x="3334" y="1143"/>
                          </a:cubicBezTo>
                          <a:cubicBezTo>
                            <a:pt x="2191" y="667"/>
                            <a:pt x="1143" y="381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7" name="AutoShape 57"/>
                    <p:cNvSpPr/>
                    <p:nvPr/>
                  </p:nvSpPr>
                  <p:spPr>
                    <a:xfrm>
                      <a:off x="5852731" y="3091624"/>
                      <a:ext cx="6381" cy="37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381" h="3714">
                          <a:moveTo>
                            <a:pt x="6382" y="3715"/>
                          </a:moveTo>
                          <a:cubicBezTo>
                            <a:pt x="4096" y="2476"/>
                            <a:pt x="2191" y="1238"/>
                            <a:pt x="0" y="0"/>
                          </a:cubicBezTo>
                          <a:cubicBezTo>
                            <a:pt x="2191" y="1238"/>
                            <a:pt x="4096" y="2572"/>
                            <a:pt x="6382" y="3715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8" name="AutoShape 58"/>
                    <p:cNvSpPr/>
                    <p:nvPr/>
                  </p:nvSpPr>
                  <p:spPr>
                    <a:xfrm>
                      <a:off x="5813202" y="2956369"/>
                      <a:ext cx="3047" cy="26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47" h="2667">
                          <a:moveTo>
                            <a:pt x="3048" y="0"/>
                          </a:moveTo>
                          <a:cubicBezTo>
                            <a:pt x="2000" y="857"/>
                            <a:pt x="953" y="1715"/>
                            <a:pt x="0" y="2667"/>
                          </a:cubicBezTo>
                          <a:cubicBezTo>
                            <a:pt x="476" y="2286"/>
                            <a:pt x="857" y="1810"/>
                            <a:pt x="1333" y="1429"/>
                          </a:cubicBezTo>
                          <a:cubicBezTo>
                            <a:pt x="1810" y="953"/>
                            <a:pt x="2477" y="476"/>
                            <a:pt x="3048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9" name="AutoShape 59"/>
                    <p:cNvSpPr/>
                    <p:nvPr/>
                  </p:nvSpPr>
                  <p:spPr>
                    <a:xfrm>
                      <a:off x="5837967" y="2942653"/>
                      <a:ext cx="4381" cy="16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81" h="1619">
                          <a:moveTo>
                            <a:pt x="0" y="1619"/>
                          </a:moveTo>
                          <a:cubicBezTo>
                            <a:pt x="1429" y="1048"/>
                            <a:pt x="2857" y="476"/>
                            <a:pt x="4381" y="0"/>
                          </a:cubicBezTo>
                          <a:cubicBezTo>
                            <a:pt x="2857" y="476"/>
                            <a:pt x="1429" y="1048"/>
                            <a:pt x="0" y="161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0" name="AutoShape 60"/>
                    <p:cNvSpPr/>
                    <p:nvPr/>
                  </p:nvSpPr>
                  <p:spPr>
                    <a:xfrm>
                      <a:off x="5824632" y="2948368"/>
                      <a:ext cx="4000" cy="21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00" h="2190">
                          <a:moveTo>
                            <a:pt x="0" y="2191"/>
                          </a:moveTo>
                          <a:cubicBezTo>
                            <a:pt x="1238" y="1429"/>
                            <a:pt x="2667" y="762"/>
                            <a:pt x="4000" y="0"/>
                          </a:cubicBezTo>
                          <a:cubicBezTo>
                            <a:pt x="2667" y="762"/>
                            <a:pt x="1333" y="1429"/>
                            <a:pt x="0" y="2191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1" name="AutoShape 61"/>
                    <p:cNvSpPr/>
                    <p:nvPr/>
                  </p:nvSpPr>
                  <p:spPr>
                    <a:xfrm>
                      <a:off x="5798058" y="2977895"/>
                      <a:ext cx="1523" cy="38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23" h="3810">
                          <a:moveTo>
                            <a:pt x="1524" y="0"/>
                          </a:moveTo>
                          <a:cubicBezTo>
                            <a:pt x="952" y="1238"/>
                            <a:pt x="476" y="2572"/>
                            <a:pt x="0" y="3810"/>
                          </a:cubicBezTo>
                          <a:cubicBezTo>
                            <a:pt x="95" y="3619"/>
                            <a:pt x="190" y="3334"/>
                            <a:pt x="286" y="3143"/>
                          </a:cubicBezTo>
                          <a:cubicBezTo>
                            <a:pt x="667" y="2096"/>
                            <a:pt x="1048" y="1048"/>
                            <a:pt x="1524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2" name="AutoShape 62"/>
                    <p:cNvSpPr/>
                    <p:nvPr/>
                  </p:nvSpPr>
                  <p:spPr>
                    <a:xfrm>
                      <a:off x="6008370" y="3772852"/>
                      <a:ext cx="9810" cy="13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810" h="1333">
                          <a:moveTo>
                            <a:pt x="0" y="1333"/>
                          </a:moveTo>
                          <a:cubicBezTo>
                            <a:pt x="3334" y="952"/>
                            <a:pt x="6667" y="476"/>
                            <a:pt x="9811" y="0"/>
                          </a:cubicBezTo>
                          <a:cubicBezTo>
                            <a:pt x="8858" y="190"/>
                            <a:pt x="8001" y="286"/>
                            <a:pt x="7048" y="476"/>
                          </a:cubicBezTo>
                          <a:cubicBezTo>
                            <a:pt x="4763" y="762"/>
                            <a:pt x="2381" y="1048"/>
                            <a:pt x="0" y="1333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3" name="AutoShape 63"/>
                    <p:cNvSpPr/>
                    <p:nvPr/>
                  </p:nvSpPr>
                  <p:spPr>
                    <a:xfrm>
                      <a:off x="6466141" y="2730912"/>
                      <a:ext cx="19050" cy="102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050" h="10287">
                          <a:moveTo>
                            <a:pt x="0" y="0"/>
                          </a:moveTo>
                          <a:cubicBezTo>
                            <a:pt x="6477" y="3429"/>
                            <a:pt x="12859" y="6858"/>
                            <a:pt x="19050" y="10287"/>
                          </a:cubicBezTo>
                          <a:cubicBezTo>
                            <a:pt x="14288" y="7715"/>
                            <a:pt x="9525" y="5144"/>
                            <a:pt x="4667" y="2572"/>
                          </a:cubicBezTo>
                          <a:cubicBezTo>
                            <a:pt x="3238" y="1715"/>
                            <a:pt x="1619" y="857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4" name="AutoShape 64"/>
                    <p:cNvSpPr/>
                    <p:nvPr/>
                  </p:nvSpPr>
                  <p:spPr>
                    <a:xfrm>
                      <a:off x="6060947" y="2568035"/>
                      <a:ext cx="13811" cy="2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811" h="2952">
                          <a:moveTo>
                            <a:pt x="0" y="0"/>
                          </a:moveTo>
                          <a:cubicBezTo>
                            <a:pt x="4572" y="952"/>
                            <a:pt x="9239" y="2000"/>
                            <a:pt x="13811" y="2953"/>
                          </a:cubicBezTo>
                          <a:cubicBezTo>
                            <a:pt x="11144" y="2381"/>
                            <a:pt x="8477" y="1619"/>
                            <a:pt x="5810" y="1048"/>
                          </a:cubicBezTo>
                          <a:cubicBezTo>
                            <a:pt x="3905" y="762"/>
                            <a:pt x="1905" y="47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5" name="AutoShape 65"/>
                    <p:cNvSpPr/>
                    <p:nvPr/>
                  </p:nvSpPr>
                  <p:spPr>
                    <a:xfrm>
                      <a:off x="6125432" y="2583846"/>
                      <a:ext cx="24003" cy="69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003" h="6952">
                          <a:moveTo>
                            <a:pt x="0" y="0"/>
                          </a:moveTo>
                          <a:cubicBezTo>
                            <a:pt x="8001" y="2286"/>
                            <a:pt x="16097" y="4477"/>
                            <a:pt x="24003" y="6953"/>
                          </a:cubicBezTo>
                          <a:cubicBezTo>
                            <a:pt x="18955" y="5429"/>
                            <a:pt x="13907" y="3905"/>
                            <a:pt x="8858" y="2381"/>
                          </a:cubicBezTo>
                          <a:cubicBezTo>
                            <a:pt x="5906" y="1524"/>
                            <a:pt x="2953" y="857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6" name="AutoShape 66"/>
                    <p:cNvSpPr/>
                    <p:nvPr/>
                  </p:nvSpPr>
                  <p:spPr>
                    <a:xfrm>
                      <a:off x="6020562" y="3771042"/>
                      <a:ext cx="7048" cy="13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048" h="1333">
                          <a:moveTo>
                            <a:pt x="2667" y="857"/>
                          </a:moveTo>
                          <a:cubicBezTo>
                            <a:pt x="1810" y="1048"/>
                            <a:pt x="952" y="1238"/>
                            <a:pt x="0" y="1333"/>
                          </a:cubicBezTo>
                          <a:cubicBezTo>
                            <a:pt x="2381" y="952"/>
                            <a:pt x="4763" y="476"/>
                            <a:pt x="7048" y="0"/>
                          </a:cubicBezTo>
                          <a:cubicBezTo>
                            <a:pt x="6667" y="95"/>
                            <a:pt x="6382" y="190"/>
                            <a:pt x="6001" y="190"/>
                          </a:cubicBezTo>
                          <a:cubicBezTo>
                            <a:pt x="4953" y="476"/>
                            <a:pt x="3810" y="667"/>
                            <a:pt x="2667" y="85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7" name="AutoShape 67"/>
                    <p:cNvSpPr/>
                    <p:nvPr/>
                  </p:nvSpPr>
                  <p:spPr>
                    <a:xfrm>
                      <a:off x="5798343" y="3036189"/>
                      <a:ext cx="2000" cy="52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00" h="5238">
                          <a:moveTo>
                            <a:pt x="2000" y="5239"/>
                          </a:moveTo>
                          <a:cubicBezTo>
                            <a:pt x="1238" y="3524"/>
                            <a:pt x="571" y="1810"/>
                            <a:pt x="0" y="0"/>
                          </a:cubicBezTo>
                          <a:cubicBezTo>
                            <a:pt x="571" y="1810"/>
                            <a:pt x="1238" y="3619"/>
                            <a:pt x="2000" y="523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8" name="AutoShape 68"/>
                    <p:cNvSpPr/>
                    <p:nvPr/>
                  </p:nvSpPr>
                  <p:spPr>
                    <a:xfrm>
                      <a:off x="6031325" y="3768756"/>
                      <a:ext cx="5619" cy="15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9" h="1524">
                          <a:moveTo>
                            <a:pt x="5620" y="0"/>
                          </a:moveTo>
                          <a:cubicBezTo>
                            <a:pt x="3810" y="571"/>
                            <a:pt x="1905" y="1048"/>
                            <a:pt x="0" y="1524"/>
                          </a:cubicBezTo>
                          <a:cubicBezTo>
                            <a:pt x="1810" y="953"/>
                            <a:pt x="3715" y="476"/>
                            <a:pt x="562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9" name="AutoShape 69"/>
                    <p:cNvSpPr/>
                    <p:nvPr/>
                  </p:nvSpPr>
                  <p:spPr>
                    <a:xfrm>
                      <a:off x="6072568" y="3176587"/>
                      <a:ext cx="46767" cy="17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767" h="17525">
                          <a:moveTo>
                            <a:pt x="0" y="0"/>
                          </a:moveTo>
                          <a:cubicBezTo>
                            <a:pt x="16002" y="5715"/>
                            <a:pt x="31528" y="11621"/>
                            <a:pt x="46768" y="17526"/>
                          </a:cubicBezTo>
                          <a:cubicBezTo>
                            <a:pt x="34671" y="12859"/>
                            <a:pt x="22479" y="8192"/>
                            <a:pt x="10001" y="3619"/>
                          </a:cubicBezTo>
                          <a:cubicBezTo>
                            <a:pt x="6667" y="2381"/>
                            <a:pt x="3334" y="1238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0" name="AutoShape 70"/>
                    <p:cNvSpPr/>
                    <p:nvPr/>
                  </p:nvSpPr>
                  <p:spPr>
                    <a:xfrm>
                      <a:off x="6174581" y="3216878"/>
                      <a:ext cx="33147" cy="14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147" h="14858">
                          <a:moveTo>
                            <a:pt x="0" y="0"/>
                          </a:moveTo>
                          <a:cubicBezTo>
                            <a:pt x="11335" y="4858"/>
                            <a:pt x="22288" y="9906"/>
                            <a:pt x="33147" y="14859"/>
                          </a:cubicBezTo>
                          <a:cubicBezTo>
                            <a:pt x="27432" y="12192"/>
                            <a:pt x="21812" y="9525"/>
                            <a:pt x="16002" y="6953"/>
                          </a:cubicBezTo>
                          <a:cubicBezTo>
                            <a:pt x="10763" y="4572"/>
                            <a:pt x="5429" y="228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1" name="AutoShape 71"/>
                    <p:cNvSpPr/>
                    <p:nvPr/>
                  </p:nvSpPr>
                  <p:spPr>
                    <a:xfrm>
                      <a:off x="6126860" y="3197161"/>
                      <a:ext cx="42005" cy="172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005" h="17240">
                          <a:moveTo>
                            <a:pt x="42005" y="17240"/>
                          </a:moveTo>
                          <a:cubicBezTo>
                            <a:pt x="28385" y="11430"/>
                            <a:pt x="14288" y="5715"/>
                            <a:pt x="0" y="0"/>
                          </a:cubicBezTo>
                          <a:cubicBezTo>
                            <a:pt x="14383" y="5620"/>
                            <a:pt x="28385" y="11335"/>
                            <a:pt x="42005" y="1724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2" name="AutoShape 72"/>
                    <p:cNvSpPr/>
                    <p:nvPr/>
                  </p:nvSpPr>
                  <p:spPr>
                    <a:xfrm>
                      <a:off x="5991606" y="3774281"/>
                      <a:ext cx="15716" cy="12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16" h="1238">
                          <a:moveTo>
                            <a:pt x="15716" y="0"/>
                          </a:moveTo>
                          <a:cubicBezTo>
                            <a:pt x="14478" y="95"/>
                            <a:pt x="13335" y="286"/>
                            <a:pt x="12097" y="381"/>
                          </a:cubicBezTo>
                          <a:cubicBezTo>
                            <a:pt x="11621" y="381"/>
                            <a:pt x="11144" y="476"/>
                            <a:pt x="10668" y="476"/>
                          </a:cubicBezTo>
                          <a:cubicBezTo>
                            <a:pt x="7144" y="762"/>
                            <a:pt x="3715" y="1048"/>
                            <a:pt x="0" y="1238"/>
                          </a:cubicBezTo>
                          <a:cubicBezTo>
                            <a:pt x="5525" y="1048"/>
                            <a:pt x="10763" y="571"/>
                            <a:pt x="15716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3" name="AutoShape 73"/>
                    <p:cNvSpPr/>
                    <p:nvPr/>
                  </p:nvSpPr>
                  <p:spPr>
                    <a:xfrm>
                      <a:off x="5802915" y="3745706"/>
                      <a:ext cx="5905" cy="18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05" h="1809">
                          <a:moveTo>
                            <a:pt x="3905" y="1238"/>
                          </a:moveTo>
                          <a:cubicBezTo>
                            <a:pt x="4572" y="1429"/>
                            <a:pt x="5239" y="1619"/>
                            <a:pt x="5905" y="1810"/>
                          </a:cubicBezTo>
                          <a:cubicBezTo>
                            <a:pt x="3905" y="1238"/>
                            <a:pt x="2000" y="571"/>
                            <a:pt x="0" y="0"/>
                          </a:cubicBezTo>
                          <a:cubicBezTo>
                            <a:pt x="1238" y="381"/>
                            <a:pt x="2572" y="857"/>
                            <a:pt x="3905" y="1238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4" name="AutoShape 74"/>
                    <p:cNvSpPr/>
                    <p:nvPr/>
                  </p:nvSpPr>
                  <p:spPr>
                    <a:xfrm>
                      <a:off x="5739288" y="2566606"/>
                      <a:ext cx="7715" cy="2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15" h="2000">
                          <a:moveTo>
                            <a:pt x="0" y="2000"/>
                          </a:moveTo>
                          <a:cubicBezTo>
                            <a:pt x="2572" y="1333"/>
                            <a:pt x="5143" y="572"/>
                            <a:pt x="7715" y="0"/>
                          </a:cubicBezTo>
                          <a:cubicBezTo>
                            <a:pt x="6953" y="191"/>
                            <a:pt x="6096" y="381"/>
                            <a:pt x="5334" y="572"/>
                          </a:cubicBezTo>
                          <a:cubicBezTo>
                            <a:pt x="3524" y="953"/>
                            <a:pt x="1810" y="1524"/>
                            <a:pt x="0" y="200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5" name="AutoShape 75"/>
                    <p:cNvSpPr/>
                    <p:nvPr/>
                  </p:nvSpPr>
                  <p:spPr>
                    <a:xfrm>
                      <a:off x="6214205" y="2612612"/>
                      <a:ext cx="1142" cy="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42" h="476">
                          <a:moveTo>
                            <a:pt x="0" y="0"/>
                          </a:moveTo>
                          <a:cubicBezTo>
                            <a:pt x="381" y="191"/>
                            <a:pt x="762" y="286"/>
                            <a:pt x="1143" y="476"/>
                          </a:cubicBezTo>
                          <a:cubicBezTo>
                            <a:pt x="857" y="381"/>
                            <a:pt x="571" y="286"/>
                            <a:pt x="286" y="95"/>
                          </a:cubicBezTo>
                          <a:cubicBezTo>
                            <a:pt x="190" y="95"/>
                            <a:pt x="95" y="0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6" name="AutoShape 76"/>
                    <p:cNvSpPr/>
                    <p:nvPr/>
                  </p:nvSpPr>
                  <p:spPr>
                    <a:xfrm>
                      <a:off x="6444424" y="3404616"/>
                      <a:ext cx="2666" cy="37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66" h="3714">
                          <a:moveTo>
                            <a:pt x="0" y="0"/>
                          </a:moveTo>
                          <a:cubicBezTo>
                            <a:pt x="952" y="1238"/>
                            <a:pt x="1810" y="2476"/>
                            <a:pt x="2667" y="3715"/>
                          </a:cubicBezTo>
                          <a:cubicBezTo>
                            <a:pt x="2096" y="2858"/>
                            <a:pt x="1524" y="2000"/>
                            <a:pt x="952" y="1143"/>
                          </a:cubicBezTo>
                          <a:cubicBezTo>
                            <a:pt x="667" y="762"/>
                            <a:pt x="286" y="47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7" name="AutoShape 77"/>
                    <p:cNvSpPr/>
                    <p:nvPr/>
                  </p:nvSpPr>
                  <p:spPr>
                    <a:xfrm>
                      <a:off x="6398133" y="3352990"/>
                      <a:ext cx="4191" cy="38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91" h="3808">
                          <a:moveTo>
                            <a:pt x="0" y="0"/>
                          </a:moveTo>
                          <a:cubicBezTo>
                            <a:pt x="1333" y="1238"/>
                            <a:pt x="2762" y="2476"/>
                            <a:pt x="4191" y="3810"/>
                          </a:cubicBezTo>
                          <a:cubicBezTo>
                            <a:pt x="3715" y="3334"/>
                            <a:pt x="3143" y="2858"/>
                            <a:pt x="2667" y="2381"/>
                          </a:cubicBezTo>
                          <a:cubicBezTo>
                            <a:pt x="1810" y="1524"/>
                            <a:pt x="857" y="762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8" name="AutoShape 78"/>
                    <p:cNvSpPr/>
                    <p:nvPr/>
                  </p:nvSpPr>
                  <p:spPr>
                    <a:xfrm>
                      <a:off x="5775674" y="2558510"/>
                      <a:ext cx="10096" cy="18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6" h="1809">
                          <a:moveTo>
                            <a:pt x="2667" y="1238"/>
                          </a:moveTo>
                          <a:cubicBezTo>
                            <a:pt x="1810" y="1429"/>
                            <a:pt x="857" y="1619"/>
                            <a:pt x="0" y="1810"/>
                          </a:cubicBezTo>
                          <a:cubicBezTo>
                            <a:pt x="3334" y="1143"/>
                            <a:pt x="6763" y="667"/>
                            <a:pt x="10096" y="0"/>
                          </a:cubicBezTo>
                          <a:cubicBezTo>
                            <a:pt x="8001" y="381"/>
                            <a:pt x="5905" y="667"/>
                            <a:pt x="3810" y="1048"/>
                          </a:cubicBezTo>
                          <a:cubicBezTo>
                            <a:pt x="3429" y="1143"/>
                            <a:pt x="3048" y="1238"/>
                            <a:pt x="2667" y="1238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9" name="AutoShape 79"/>
                    <p:cNvSpPr/>
                    <p:nvPr/>
                  </p:nvSpPr>
                  <p:spPr>
                    <a:xfrm>
                      <a:off x="6479095" y="3461004"/>
                      <a:ext cx="2952" cy="59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52" h="5905">
                          <a:moveTo>
                            <a:pt x="0" y="0"/>
                          </a:moveTo>
                          <a:cubicBezTo>
                            <a:pt x="953" y="2000"/>
                            <a:pt x="2000" y="4000"/>
                            <a:pt x="2953" y="5905"/>
                          </a:cubicBezTo>
                          <a:cubicBezTo>
                            <a:pt x="2476" y="4858"/>
                            <a:pt x="2000" y="3715"/>
                            <a:pt x="1524" y="2667"/>
                          </a:cubicBezTo>
                          <a:cubicBezTo>
                            <a:pt x="1048" y="1810"/>
                            <a:pt x="476" y="953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0" name="AutoShape 80"/>
                    <p:cNvSpPr/>
                    <p:nvPr/>
                  </p:nvSpPr>
                  <p:spPr>
                    <a:xfrm>
                      <a:off x="5794724" y="2990468"/>
                      <a:ext cx="857" cy="39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7" h="3905">
                          <a:moveTo>
                            <a:pt x="857" y="0"/>
                          </a:moveTo>
                          <a:cubicBezTo>
                            <a:pt x="571" y="1333"/>
                            <a:pt x="190" y="2572"/>
                            <a:pt x="0" y="3905"/>
                          </a:cubicBezTo>
                          <a:cubicBezTo>
                            <a:pt x="0" y="3715"/>
                            <a:pt x="95" y="3524"/>
                            <a:pt x="95" y="3334"/>
                          </a:cubicBezTo>
                          <a:cubicBezTo>
                            <a:pt x="286" y="2191"/>
                            <a:pt x="571" y="1143"/>
                            <a:pt x="857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1" name="AutoShape 81"/>
                    <p:cNvSpPr/>
                    <p:nvPr/>
                  </p:nvSpPr>
                  <p:spPr>
                    <a:xfrm>
                      <a:off x="5841301" y="3756183"/>
                      <a:ext cx="6953" cy="16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952" h="1619">
                          <a:moveTo>
                            <a:pt x="6953" y="1619"/>
                          </a:moveTo>
                          <a:cubicBezTo>
                            <a:pt x="4667" y="1048"/>
                            <a:pt x="2286" y="571"/>
                            <a:pt x="0" y="0"/>
                          </a:cubicBezTo>
                          <a:cubicBezTo>
                            <a:pt x="2286" y="571"/>
                            <a:pt x="4572" y="1143"/>
                            <a:pt x="6953" y="161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2" name="AutoShape 82"/>
                    <p:cNvSpPr/>
                    <p:nvPr/>
                  </p:nvSpPr>
                  <p:spPr>
                    <a:xfrm>
                      <a:off x="6310312" y="3285934"/>
                      <a:ext cx="6572" cy="4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" h="4095">
                          <a:moveTo>
                            <a:pt x="0" y="0"/>
                          </a:moveTo>
                          <a:cubicBezTo>
                            <a:pt x="2191" y="1333"/>
                            <a:pt x="4382" y="2667"/>
                            <a:pt x="6572" y="4096"/>
                          </a:cubicBezTo>
                          <a:cubicBezTo>
                            <a:pt x="6096" y="3810"/>
                            <a:pt x="5620" y="3429"/>
                            <a:pt x="5143" y="3143"/>
                          </a:cubicBezTo>
                          <a:cubicBezTo>
                            <a:pt x="3429" y="2095"/>
                            <a:pt x="1619" y="1048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3" name="AutoShape 83"/>
                    <p:cNvSpPr/>
                    <p:nvPr/>
                  </p:nvSpPr>
                  <p:spPr>
                    <a:xfrm>
                      <a:off x="6259449" y="3256883"/>
                      <a:ext cx="14001" cy="75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001" h="7524">
                          <a:moveTo>
                            <a:pt x="0" y="0"/>
                          </a:moveTo>
                          <a:cubicBezTo>
                            <a:pt x="4763" y="2477"/>
                            <a:pt x="9334" y="5048"/>
                            <a:pt x="14002" y="7525"/>
                          </a:cubicBezTo>
                          <a:cubicBezTo>
                            <a:pt x="12478" y="6667"/>
                            <a:pt x="11049" y="5810"/>
                            <a:pt x="9430" y="4953"/>
                          </a:cubicBezTo>
                          <a:cubicBezTo>
                            <a:pt x="6382" y="3334"/>
                            <a:pt x="3238" y="1619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4" name="AutoShape 84"/>
                    <p:cNvSpPr/>
                    <p:nvPr/>
                  </p:nvSpPr>
                  <p:spPr>
                    <a:xfrm>
                      <a:off x="6356604" y="3317938"/>
                      <a:ext cx="5619" cy="43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9" h="4381">
                          <a:moveTo>
                            <a:pt x="0" y="0"/>
                          </a:moveTo>
                          <a:cubicBezTo>
                            <a:pt x="1905" y="1429"/>
                            <a:pt x="3715" y="2953"/>
                            <a:pt x="5620" y="4382"/>
                          </a:cubicBezTo>
                          <a:cubicBezTo>
                            <a:pt x="4382" y="3429"/>
                            <a:pt x="3143" y="2381"/>
                            <a:pt x="1905" y="1334"/>
                          </a:cubicBezTo>
                          <a:cubicBezTo>
                            <a:pt x="1333" y="857"/>
                            <a:pt x="667" y="47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5" name="AutoShape 85"/>
                    <p:cNvSpPr/>
                    <p:nvPr/>
                  </p:nvSpPr>
                  <p:spPr>
                    <a:xfrm>
                      <a:off x="5482685" y="3509009"/>
                      <a:ext cx="399287" cy="2556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9287" h="255651">
                          <a:moveTo>
                            <a:pt x="399288" y="244031"/>
                          </a:moveTo>
                          <a:lnTo>
                            <a:pt x="399193" y="217646"/>
                          </a:lnTo>
                          <a:lnTo>
                            <a:pt x="399002" y="187833"/>
                          </a:lnTo>
                          <a:lnTo>
                            <a:pt x="398717" y="139732"/>
                          </a:lnTo>
                          <a:lnTo>
                            <a:pt x="398336" y="78200"/>
                          </a:lnTo>
                          <a:lnTo>
                            <a:pt x="398240" y="59722"/>
                          </a:lnTo>
                          <a:cubicBezTo>
                            <a:pt x="363569" y="48958"/>
                            <a:pt x="328898" y="36862"/>
                            <a:pt x="294132" y="23336"/>
                          </a:cubicBezTo>
                          <a:cubicBezTo>
                            <a:pt x="285179" y="19812"/>
                            <a:pt x="276225" y="16288"/>
                            <a:pt x="267271" y="12573"/>
                          </a:cubicBezTo>
                          <a:cubicBezTo>
                            <a:pt x="256794" y="8477"/>
                            <a:pt x="246698" y="4286"/>
                            <a:pt x="236601" y="0"/>
                          </a:cubicBezTo>
                          <a:lnTo>
                            <a:pt x="0" y="74295"/>
                          </a:lnTo>
                          <a:cubicBezTo>
                            <a:pt x="12192" y="82772"/>
                            <a:pt x="24670" y="91059"/>
                            <a:pt x="37433" y="99346"/>
                          </a:cubicBezTo>
                          <a:cubicBezTo>
                            <a:pt x="39052" y="100394"/>
                            <a:pt x="40576" y="101346"/>
                            <a:pt x="42196" y="102394"/>
                          </a:cubicBezTo>
                          <a:cubicBezTo>
                            <a:pt x="44291" y="103727"/>
                            <a:pt x="46482" y="105156"/>
                            <a:pt x="48577" y="106490"/>
                          </a:cubicBezTo>
                          <a:cubicBezTo>
                            <a:pt x="56959" y="111824"/>
                            <a:pt x="65532" y="117062"/>
                            <a:pt x="74104" y="122206"/>
                          </a:cubicBezTo>
                          <a:cubicBezTo>
                            <a:pt x="77819" y="124397"/>
                            <a:pt x="81439" y="126683"/>
                            <a:pt x="85249" y="128873"/>
                          </a:cubicBezTo>
                          <a:cubicBezTo>
                            <a:pt x="97536" y="136112"/>
                            <a:pt x="109919" y="143161"/>
                            <a:pt x="122682" y="150114"/>
                          </a:cubicBezTo>
                          <a:cubicBezTo>
                            <a:pt x="128111" y="153162"/>
                            <a:pt x="134017" y="156210"/>
                            <a:pt x="139637" y="159258"/>
                          </a:cubicBezTo>
                          <a:cubicBezTo>
                            <a:pt x="142494" y="160782"/>
                            <a:pt x="145256" y="162306"/>
                            <a:pt x="148209" y="163925"/>
                          </a:cubicBezTo>
                          <a:cubicBezTo>
                            <a:pt x="149923" y="164783"/>
                            <a:pt x="151638" y="165735"/>
                            <a:pt x="153352" y="166592"/>
                          </a:cubicBezTo>
                          <a:cubicBezTo>
                            <a:pt x="162020" y="171069"/>
                            <a:pt x="170879" y="175546"/>
                            <a:pt x="180118" y="179927"/>
                          </a:cubicBezTo>
                          <a:cubicBezTo>
                            <a:pt x="181832" y="180785"/>
                            <a:pt x="183642" y="181642"/>
                            <a:pt x="185356" y="182404"/>
                          </a:cubicBezTo>
                          <a:cubicBezTo>
                            <a:pt x="194500" y="186785"/>
                            <a:pt x="203835" y="191072"/>
                            <a:pt x="213455" y="195453"/>
                          </a:cubicBezTo>
                          <a:cubicBezTo>
                            <a:pt x="214217" y="195739"/>
                            <a:pt x="214884" y="196120"/>
                            <a:pt x="215551" y="196406"/>
                          </a:cubicBezTo>
                          <a:cubicBezTo>
                            <a:pt x="215836" y="196501"/>
                            <a:pt x="216122" y="196596"/>
                            <a:pt x="216408" y="196787"/>
                          </a:cubicBezTo>
                          <a:cubicBezTo>
                            <a:pt x="227362" y="201644"/>
                            <a:pt x="238696" y="206597"/>
                            <a:pt x="250317" y="211455"/>
                          </a:cubicBezTo>
                          <a:cubicBezTo>
                            <a:pt x="261080" y="216027"/>
                            <a:pt x="271939" y="220123"/>
                            <a:pt x="282892" y="224123"/>
                          </a:cubicBezTo>
                          <a:cubicBezTo>
                            <a:pt x="283750" y="224409"/>
                            <a:pt x="284607" y="224790"/>
                            <a:pt x="285464" y="225076"/>
                          </a:cubicBezTo>
                          <a:cubicBezTo>
                            <a:pt x="287179" y="225743"/>
                            <a:pt x="288893" y="226219"/>
                            <a:pt x="290608" y="226886"/>
                          </a:cubicBezTo>
                          <a:cubicBezTo>
                            <a:pt x="300419" y="230315"/>
                            <a:pt x="310229" y="233553"/>
                            <a:pt x="320040" y="236506"/>
                          </a:cubicBezTo>
                          <a:cubicBezTo>
                            <a:pt x="322040" y="237077"/>
                            <a:pt x="323945" y="237744"/>
                            <a:pt x="325946" y="238316"/>
                          </a:cubicBezTo>
                          <a:cubicBezTo>
                            <a:pt x="327184" y="238697"/>
                            <a:pt x="328422" y="238982"/>
                            <a:pt x="329565" y="239268"/>
                          </a:cubicBezTo>
                          <a:cubicBezTo>
                            <a:pt x="339185" y="242030"/>
                            <a:pt x="348710" y="244697"/>
                            <a:pt x="358426" y="246983"/>
                          </a:cubicBezTo>
                          <a:cubicBezTo>
                            <a:pt x="360712" y="247555"/>
                            <a:pt x="363093" y="248126"/>
                            <a:pt x="365379" y="248603"/>
                          </a:cubicBezTo>
                          <a:cubicBezTo>
                            <a:pt x="369094" y="249460"/>
                            <a:pt x="372713" y="250127"/>
                            <a:pt x="376428" y="250889"/>
                          </a:cubicBezTo>
                          <a:cubicBezTo>
                            <a:pt x="383953" y="252508"/>
                            <a:pt x="391573" y="254318"/>
                            <a:pt x="399193" y="255651"/>
                          </a:cubicBezTo>
                          <a:lnTo>
                            <a:pt x="399288" y="24403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2F6FFD">
                            <a:alpha val="100000"/>
                          </a:srgbClr>
                        </a:gs>
                        <a:gs pos="97140">
                          <a:srgbClr val="2F6FFD">
                            <a:alpha val="100000"/>
                            <a:lumMod val="50000"/>
                          </a:srgbClr>
                        </a:gs>
                      </a:gsLst>
                      <a:lin ang="27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6" name="AutoShape 86"/>
                    <p:cNvSpPr/>
                    <p:nvPr/>
                  </p:nvSpPr>
                  <p:spPr>
                    <a:xfrm>
                      <a:off x="6297549" y="4095559"/>
                      <a:ext cx="11049" cy="6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049" h="6095">
                          <a:moveTo>
                            <a:pt x="11049" y="0"/>
                          </a:moveTo>
                          <a:cubicBezTo>
                            <a:pt x="7429" y="2096"/>
                            <a:pt x="3715" y="4096"/>
                            <a:pt x="0" y="6096"/>
                          </a:cubicBezTo>
                          <a:cubicBezTo>
                            <a:pt x="3715" y="4191"/>
                            <a:pt x="7334" y="2096"/>
                            <a:pt x="11049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7" name="AutoShape 87"/>
                    <p:cNvSpPr/>
                    <p:nvPr/>
                  </p:nvSpPr>
                  <p:spPr>
                    <a:xfrm>
                      <a:off x="6316884" y="4084034"/>
                      <a:ext cx="11239" cy="69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239" h="6952">
                          <a:moveTo>
                            <a:pt x="11239" y="0"/>
                          </a:moveTo>
                          <a:cubicBezTo>
                            <a:pt x="7525" y="2381"/>
                            <a:pt x="3810" y="4667"/>
                            <a:pt x="0" y="6953"/>
                          </a:cubicBezTo>
                          <a:cubicBezTo>
                            <a:pt x="3810" y="4667"/>
                            <a:pt x="7525" y="2286"/>
                            <a:pt x="11239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8" name="AutoShape 88"/>
                    <p:cNvSpPr/>
                    <p:nvPr/>
                  </p:nvSpPr>
                  <p:spPr>
                    <a:xfrm>
                      <a:off x="6257067" y="4115657"/>
                      <a:ext cx="11334" cy="48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34" h="4857">
                          <a:moveTo>
                            <a:pt x="11335" y="0"/>
                          </a:moveTo>
                          <a:cubicBezTo>
                            <a:pt x="7620" y="1619"/>
                            <a:pt x="3810" y="3334"/>
                            <a:pt x="0" y="4858"/>
                          </a:cubicBezTo>
                          <a:cubicBezTo>
                            <a:pt x="3810" y="3238"/>
                            <a:pt x="7525" y="1619"/>
                            <a:pt x="11335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9" name="AutoShape 89"/>
                    <p:cNvSpPr/>
                    <p:nvPr/>
                  </p:nvSpPr>
                  <p:spPr>
                    <a:xfrm>
                      <a:off x="6235922" y="4124229"/>
                      <a:ext cx="11525" cy="4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25" h="4286">
                          <a:moveTo>
                            <a:pt x="11525" y="0"/>
                          </a:moveTo>
                          <a:cubicBezTo>
                            <a:pt x="7715" y="1429"/>
                            <a:pt x="3905" y="2953"/>
                            <a:pt x="0" y="4286"/>
                          </a:cubicBezTo>
                          <a:cubicBezTo>
                            <a:pt x="3905" y="2953"/>
                            <a:pt x="7715" y="1429"/>
                            <a:pt x="11525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0" name="AutoShape 90"/>
                    <p:cNvSpPr/>
                    <p:nvPr/>
                  </p:nvSpPr>
                  <p:spPr>
                    <a:xfrm>
                      <a:off x="6277641" y="4106132"/>
                      <a:ext cx="11144" cy="54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144" h="5429">
                          <a:moveTo>
                            <a:pt x="11144" y="0"/>
                          </a:moveTo>
                          <a:cubicBezTo>
                            <a:pt x="7429" y="1810"/>
                            <a:pt x="3810" y="3715"/>
                            <a:pt x="0" y="5429"/>
                          </a:cubicBezTo>
                          <a:cubicBezTo>
                            <a:pt x="3715" y="3620"/>
                            <a:pt x="7429" y="1810"/>
                            <a:pt x="11144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1" name="AutoShape 91"/>
                    <p:cNvSpPr/>
                    <p:nvPr/>
                  </p:nvSpPr>
                  <p:spPr>
                    <a:xfrm>
                      <a:off x="6353746" y="4060507"/>
                      <a:ext cx="8286" cy="6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286" h="6286">
                          <a:moveTo>
                            <a:pt x="0" y="6287"/>
                          </a:moveTo>
                          <a:cubicBezTo>
                            <a:pt x="2762" y="4286"/>
                            <a:pt x="5525" y="2096"/>
                            <a:pt x="8287" y="0"/>
                          </a:cubicBezTo>
                          <a:lnTo>
                            <a:pt x="8287" y="0"/>
                          </a:lnTo>
                          <a:cubicBezTo>
                            <a:pt x="5429" y="2096"/>
                            <a:pt x="2762" y="4286"/>
                            <a:pt x="0" y="6287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2" name="AutoShape 92"/>
                    <p:cNvSpPr/>
                    <p:nvPr/>
                  </p:nvSpPr>
                  <p:spPr>
                    <a:xfrm>
                      <a:off x="6335553" y="4070984"/>
                      <a:ext cx="12096" cy="8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96" h="8286">
                          <a:moveTo>
                            <a:pt x="12097" y="0"/>
                          </a:moveTo>
                          <a:cubicBezTo>
                            <a:pt x="8096" y="2762"/>
                            <a:pt x="4096" y="5620"/>
                            <a:pt x="0" y="8287"/>
                          </a:cubicBezTo>
                          <a:cubicBezTo>
                            <a:pt x="4096" y="5715"/>
                            <a:pt x="8096" y="2858"/>
                            <a:pt x="12097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3" name="AutoShape 93"/>
                    <p:cNvSpPr/>
                    <p:nvPr/>
                  </p:nvSpPr>
                  <p:spPr>
                    <a:xfrm>
                      <a:off x="6023229" y="4079938"/>
                      <a:ext cx="370522" cy="3568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0522" h="356806">
                          <a:moveTo>
                            <a:pt x="202787" y="52007"/>
                          </a:moveTo>
                          <a:cubicBezTo>
                            <a:pt x="197644" y="53721"/>
                            <a:pt x="192596" y="55436"/>
                            <a:pt x="187357" y="56960"/>
                          </a:cubicBezTo>
                          <a:cubicBezTo>
                            <a:pt x="126968" y="74867"/>
                            <a:pt x="64484" y="84868"/>
                            <a:pt x="0" y="86963"/>
                          </a:cubicBezTo>
                          <a:lnTo>
                            <a:pt x="1429" y="356807"/>
                          </a:lnTo>
                          <a:lnTo>
                            <a:pt x="370522" y="240983"/>
                          </a:lnTo>
                          <a:lnTo>
                            <a:pt x="369189" y="0"/>
                          </a:lnTo>
                          <a:lnTo>
                            <a:pt x="194786" y="54769"/>
                          </a:lnTo>
                          <a:cubicBezTo>
                            <a:pt x="197548" y="53816"/>
                            <a:pt x="200120" y="52864"/>
                            <a:pt x="202787" y="5200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4" name="AutoShape 94"/>
                    <p:cNvSpPr/>
                    <p:nvPr/>
                  </p:nvSpPr>
                  <p:spPr>
                    <a:xfrm>
                      <a:off x="5990748" y="3610546"/>
                      <a:ext cx="93155" cy="165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155" h="165068">
                          <a:moveTo>
                            <a:pt x="93155" y="99250"/>
                          </a:moveTo>
                          <a:cubicBezTo>
                            <a:pt x="93059" y="78486"/>
                            <a:pt x="84487" y="59912"/>
                            <a:pt x="67628" y="43720"/>
                          </a:cubicBezTo>
                          <a:cubicBezTo>
                            <a:pt x="50673" y="27432"/>
                            <a:pt x="28099" y="12954"/>
                            <a:pt x="0" y="0"/>
                          </a:cubicBezTo>
                          <a:lnTo>
                            <a:pt x="857" y="165068"/>
                          </a:lnTo>
                          <a:lnTo>
                            <a:pt x="76295" y="141446"/>
                          </a:lnTo>
                          <a:cubicBezTo>
                            <a:pt x="87440" y="130492"/>
                            <a:pt x="93250" y="116491"/>
                            <a:pt x="93155" y="99250"/>
                          </a:cubicBezTo>
                          <a:close/>
                        </a:path>
                      </a:pathLst>
                    </a:custGeom>
                    <a:solidFill>
                      <a:srgbClr val="2F6FFD">
                        <a:alpha val="100000"/>
                        <a:lumMod val="5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5" name="AutoShape 95"/>
                    <p:cNvSpPr/>
                    <p:nvPr/>
                  </p:nvSpPr>
                  <p:spPr>
                    <a:xfrm>
                      <a:off x="5991510" y="3751992"/>
                      <a:ext cx="75437" cy="2362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5437" h="23621">
                          <a:moveTo>
                            <a:pt x="71819" y="3715"/>
                          </a:moveTo>
                          <a:cubicBezTo>
                            <a:pt x="73247" y="2572"/>
                            <a:pt x="74200" y="1238"/>
                            <a:pt x="75438" y="0"/>
                          </a:cubicBezTo>
                          <a:lnTo>
                            <a:pt x="0" y="23622"/>
                          </a:lnTo>
                          <a:cubicBezTo>
                            <a:pt x="3715" y="23431"/>
                            <a:pt x="7239" y="23146"/>
                            <a:pt x="10668" y="22860"/>
                          </a:cubicBezTo>
                          <a:lnTo>
                            <a:pt x="71819" y="371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6" name="AutoShape 96"/>
                    <p:cNvSpPr/>
                    <p:nvPr/>
                  </p:nvSpPr>
                  <p:spPr>
                    <a:xfrm>
                      <a:off x="6002274" y="3755802"/>
                      <a:ext cx="61055" cy="1914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055" h="19145">
                          <a:moveTo>
                            <a:pt x="1429" y="18955"/>
                          </a:moveTo>
                          <a:cubicBezTo>
                            <a:pt x="2667" y="18859"/>
                            <a:pt x="3810" y="18669"/>
                            <a:pt x="5048" y="18574"/>
                          </a:cubicBezTo>
                          <a:cubicBezTo>
                            <a:pt x="5429" y="18574"/>
                            <a:pt x="5715" y="18479"/>
                            <a:pt x="6096" y="18479"/>
                          </a:cubicBezTo>
                          <a:cubicBezTo>
                            <a:pt x="8477" y="18193"/>
                            <a:pt x="10858" y="17907"/>
                            <a:pt x="13144" y="17621"/>
                          </a:cubicBezTo>
                          <a:cubicBezTo>
                            <a:pt x="14097" y="17526"/>
                            <a:pt x="14954" y="17336"/>
                            <a:pt x="15907" y="17145"/>
                          </a:cubicBezTo>
                          <a:cubicBezTo>
                            <a:pt x="16764" y="17050"/>
                            <a:pt x="17526" y="16859"/>
                            <a:pt x="18288" y="16764"/>
                          </a:cubicBezTo>
                          <a:cubicBezTo>
                            <a:pt x="19240" y="16574"/>
                            <a:pt x="20098" y="16383"/>
                            <a:pt x="20955" y="16288"/>
                          </a:cubicBezTo>
                          <a:lnTo>
                            <a:pt x="49625" y="7334"/>
                          </a:lnTo>
                          <a:cubicBezTo>
                            <a:pt x="53816" y="5239"/>
                            <a:pt x="57626" y="2953"/>
                            <a:pt x="60769" y="286"/>
                          </a:cubicBezTo>
                          <a:cubicBezTo>
                            <a:pt x="60865" y="191"/>
                            <a:pt x="60960" y="95"/>
                            <a:pt x="61055" y="0"/>
                          </a:cubicBezTo>
                          <a:lnTo>
                            <a:pt x="0" y="19145"/>
                          </a:lnTo>
                          <a:cubicBezTo>
                            <a:pt x="476" y="18955"/>
                            <a:pt x="1048" y="18955"/>
                            <a:pt x="1429" y="18955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7" name="AutoShape 97"/>
                    <p:cNvSpPr/>
                    <p:nvPr/>
                  </p:nvSpPr>
                  <p:spPr>
                    <a:xfrm>
                      <a:off x="6023229" y="3762946"/>
                      <a:ext cx="28670" cy="89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69" h="8953">
                          <a:moveTo>
                            <a:pt x="3334" y="8382"/>
                          </a:moveTo>
                          <a:cubicBezTo>
                            <a:pt x="3715" y="8287"/>
                            <a:pt x="4000" y="8192"/>
                            <a:pt x="4381" y="8192"/>
                          </a:cubicBezTo>
                          <a:cubicBezTo>
                            <a:pt x="5620" y="7906"/>
                            <a:pt x="6858" y="7620"/>
                            <a:pt x="8001" y="7334"/>
                          </a:cubicBezTo>
                          <a:cubicBezTo>
                            <a:pt x="9906" y="6858"/>
                            <a:pt x="11811" y="6382"/>
                            <a:pt x="13621" y="5810"/>
                          </a:cubicBezTo>
                          <a:cubicBezTo>
                            <a:pt x="19145" y="4191"/>
                            <a:pt x="24194" y="2286"/>
                            <a:pt x="28670" y="0"/>
                          </a:cubicBezTo>
                          <a:lnTo>
                            <a:pt x="0" y="8954"/>
                          </a:lnTo>
                          <a:cubicBezTo>
                            <a:pt x="1143" y="8763"/>
                            <a:pt x="2286" y="8573"/>
                            <a:pt x="3334" y="8382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8" name="AutoShape 98"/>
                    <p:cNvSpPr/>
                    <p:nvPr/>
                  </p:nvSpPr>
                  <p:spPr>
                    <a:xfrm>
                      <a:off x="5793962" y="2935509"/>
                      <a:ext cx="84772" cy="1694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772" h="169449">
                          <a:moveTo>
                            <a:pt x="84392" y="154305"/>
                          </a:moveTo>
                          <a:lnTo>
                            <a:pt x="84296" y="139255"/>
                          </a:lnTo>
                          <a:lnTo>
                            <a:pt x="84201" y="125825"/>
                          </a:lnTo>
                          <a:lnTo>
                            <a:pt x="84106" y="112776"/>
                          </a:lnTo>
                          <a:lnTo>
                            <a:pt x="84011" y="98203"/>
                          </a:lnTo>
                          <a:lnTo>
                            <a:pt x="83915" y="85630"/>
                          </a:lnTo>
                          <a:lnTo>
                            <a:pt x="83820" y="72199"/>
                          </a:lnTo>
                          <a:lnTo>
                            <a:pt x="83820" y="63817"/>
                          </a:lnTo>
                          <a:lnTo>
                            <a:pt x="83820" y="56388"/>
                          </a:lnTo>
                          <a:lnTo>
                            <a:pt x="83820" y="49244"/>
                          </a:lnTo>
                          <a:lnTo>
                            <a:pt x="83820" y="42672"/>
                          </a:lnTo>
                          <a:lnTo>
                            <a:pt x="83820" y="37147"/>
                          </a:lnTo>
                          <a:lnTo>
                            <a:pt x="83820" y="32385"/>
                          </a:lnTo>
                          <a:lnTo>
                            <a:pt x="83820" y="28194"/>
                          </a:lnTo>
                          <a:lnTo>
                            <a:pt x="83820" y="24384"/>
                          </a:lnTo>
                          <a:lnTo>
                            <a:pt x="83820" y="20765"/>
                          </a:lnTo>
                          <a:lnTo>
                            <a:pt x="83820" y="17335"/>
                          </a:lnTo>
                          <a:lnTo>
                            <a:pt x="83820" y="13906"/>
                          </a:lnTo>
                          <a:lnTo>
                            <a:pt x="83820" y="10382"/>
                          </a:lnTo>
                          <a:lnTo>
                            <a:pt x="83820" y="6382"/>
                          </a:lnTo>
                          <a:lnTo>
                            <a:pt x="83820" y="0"/>
                          </a:lnTo>
                          <a:cubicBezTo>
                            <a:pt x="70485" y="1333"/>
                            <a:pt x="58769" y="3715"/>
                            <a:pt x="48673" y="7144"/>
                          </a:cubicBezTo>
                          <a:cubicBezTo>
                            <a:pt x="47149" y="7620"/>
                            <a:pt x="45720" y="8287"/>
                            <a:pt x="44291" y="8763"/>
                          </a:cubicBezTo>
                          <a:cubicBezTo>
                            <a:pt x="41053" y="10001"/>
                            <a:pt x="37909" y="11430"/>
                            <a:pt x="34957" y="12954"/>
                          </a:cubicBezTo>
                          <a:cubicBezTo>
                            <a:pt x="33623" y="13621"/>
                            <a:pt x="32194" y="14383"/>
                            <a:pt x="30956" y="15145"/>
                          </a:cubicBezTo>
                          <a:cubicBezTo>
                            <a:pt x="27908" y="16954"/>
                            <a:pt x="25146" y="18859"/>
                            <a:pt x="22574" y="20955"/>
                          </a:cubicBezTo>
                          <a:cubicBezTo>
                            <a:pt x="22003" y="21431"/>
                            <a:pt x="21336" y="21812"/>
                            <a:pt x="20765" y="22288"/>
                          </a:cubicBezTo>
                          <a:cubicBezTo>
                            <a:pt x="20288" y="22669"/>
                            <a:pt x="19907" y="23146"/>
                            <a:pt x="19431" y="23527"/>
                          </a:cubicBezTo>
                          <a:cubicBezTo>
                            <a:pt x="18002" y="24860"/>
                            <a:pt x="16859" y="26289"/>
                            <a:pt x="15621" y="27718"/>
                          </a:cubicBezTo>
                          <a:cubicBezTo>
                            <a:pt x="14383" y="29051"/>
                            <a:pt x="13049" y="30290"/>
                            <a:pt x="12002" y="31718"/>
                          </a:cubicBezTo>
                          <a:cubicBezTo>
                            <a:pt x="12002" y="31718"/>
                            <a:pt x="12002" y="31718"/>
                            <a:pt x="12002" y="31718"/>
                          </a:cubicBezTo>
                          <a:cubicBezTo>
                            <a:pt x="11716" y="32194"/>
                            <a:pt x="11430" y="32671"/>
                            <a:pt x="11144" y="33052"/>
                          </a:cubicBezTo>
                          <a:cubicBezTo>
                            <a:pt x="10858" y="33433"/>
                            <a:pt x="10668" y="33814"/>
                            <a:pt x="10477" y="34195"/>
                          </a:cubicBezTo>
                          <a:cubicBezTo>
                            <a:pt x="9811" y="35242"/>
                            <a:pt x="9334" y="36290"/>
                            <a:pt x="8763" y="37338"/>
                          </a:cubicBezTo>
                          <a:cubicBezTo>
                            <a:pt x="8001" y="38671"/>
                            <a:pt x="7144" y="40005"/>
                            <a:pt x="6477" y="41434"/>
                          </a:cubicBezTo>
                          <a:cubicBezTo>
                            <a:pt x="6382" y="41719"/>
                            <a:pt x="6096" y="42005"/>
                            <a:pt x="6001" y="42291"/>
                          </a:cubicBezTo>
                          <a:cubicBezTo>
                            <a:pt x="5525" y="43339"/>
                            <a:pt x="5144" y="44386"/>
                            <a:pt x="4763" y="45434"/>
                          </a:cubicBezTo>
                          <a:cubicBezTo>
                            <a:pt x="4667" y="45625"/>
                            <a:pt x="4572" y="45910"/>
                            <a:pt x="4477" y="46101"/>
                          </a:cubicBezTo>
                          <a:cubicBezTo>
                            <a:pt x="4096" y="47149"/>
                            <a:pt x="3905" y="48292"/>
                            <a:pt x="3524" y="49340"/>
                          </a:cubicBezTo>
                          <a:cubicBezTo>
                            <a:pt x="3143" y="50768"/>
                            <a:pt x="2667" y="52102"/>
                            <a:pt x="2286" y="53530"/>
                          </a:cubicBezTo>
                          <a:cubicBezTo>
                            <a:pt x="2191" y="54007"/>
                            <a:pt x="2000" y="54388"/>
                            <a:pt x="1905" y="54769"/>
                          </a:cubicBezTo>
                          <a:cubicBezTo>
                            <a:pt x="1619" y="55912"/>
                            <a:pt x="1429" y="56959"/>
                            <a:pt x="1238" y="58102"/>
                          </a:cubicBezTo>
                          <a:cubicBezTo>
                            <a:pt x="1238" y="58293"/>
                            <a:pt x="1143" y="58483"/>
                            <a:pt x="1143" y="58674"/>
                          </a:cubicBezTo>
                          <a:cubicBezTo>
                            <a:pt x="952" y="60007"/>
                            <a:pt x="952" y="61531"/>
                            <a:pt x="762" y="62960"/>
                          </a:cubicBezTo>
                          <a:cubicBezTo>
                            <a:pt x="571" y="64865"/>
                            <a:pt x="381" y="66675"/>
                            <a:pt x="286" y="68675"/>
                          </a:cubicBezTo>
                          <a:cubicBezTo>
                            <a:pt x="190" y="70009"/>
                            <a:pt x="0" y="71152"/>
                            <a:pt x="0" y="72580"/>
                          </a:cubicBezTo>
                          <a:cubicBezTo>
                            <a:pt x="0" y="73533"/>
                            <a:pt x="190" y="74390"/>
                            <a:pt x="286" y="75343"/>
                          </a:cubicBezTo>
                          <a:cubicBezTo>
                            <a:pt x="381" y="77724"/>
                            <a:pt x="667" y="80010"/>
                            <a:pt x="857" y="82391"/>
                          </a:cubicBezTo>
                          <a:cubicBezTo>
                            <a:pt x="1048" y="84201"/>
                            <a:pt x="1048" y="86201"/>
                            <a:pt x="1333" y="88011"/>
                          </a:cubicBezTo>
                          <a:cubicBezTo>
                            <a:pt x="1429" y="88297"/>
                            <a:pt x="1429" y="88582"/>
                            <a:pt x="1429" y="88963"/>
                          </a:cubicBezTo>
                          <a:cubicBezTo>
                            <a:pt x="1429" y="89249"/>
                            <a:pt x="1619" y="89440"/>
                            <a:pt x="1619" y="89630"/>
                          </a:cubicBezTo>
                          <a:cubicBezTo>
                            <a:pt x="2096" y="92297"/>
                            <a:pt x="2953" y="94869"/>
                            <a:pt x="3715" y="97441"/>
                          </a:cubicBezTo>
                          <a:cubicBezTo>
                            <a:pt x="4000" y="98488"/>
                            <a:pt x="4286" y="99631"/>
                            <a:pt x="4572" y="100679"/>
                          </a:cubicBezTo>
                          <a:cubicBezTo>
                            <a:pt x="5144" y="102489"/>
                            <a:pt x="5906" y="104203"/>
                            <a:pt x="6572" y="105918"/>
                          </a:cubicBezTo>
                          <a:cubicBezTo>
                            <a:pt x="7144" y="107156"/>
                            <a:pt x="7810" y="108299"/>
                            <a:pt x="8382" y="109442"/>
                          </a:cubicBezTo>
                          <a:cubicBezTo>
                            <a:pt x="9049" y="110871"/>
                            <a:pt x="9715" y="112300"/>
                            <a:pt x="10477" y="113633"/>
                          </a:cubicBezTo>
                          <a:cubicBezTo>
                            <a:pt x="11335" y="115062"/>
                            <a:pt x="12192" y="116586"/>
                            <a:pt x="13144" y="117919"/>
                          </a:cubicBezTo>
                          <a:cubicBezTo>
                            <a:pt x="13621" y="118681"/>
                            <a:pt x="14288" y="119253"/>
                            <a:pt x="14764" y="120015"/>
                          </a:cubicBezTo>
                          <a:cubicBezTo>
                            <a:pt x="16764" y="122777"/>
                            <a:pt x="18764" y="125540"/>
                            <a:pt x="21146" y="128111"/>
                          </a:cubicBezTo>
                          <a:cubicBezTo>
                            <a:pt x="22193" y="129254"/>
                            <a:pt x="23622" y="130302"/>
                            <a:pt x="24860" y="131445"/>
                          </a:cubicBezTo>
                          <a:cubicBezTo>
                            <a:pt x="26479" y="132969"/>
                            <a:pt x="28099" y="134493"/>
                            <a:pt x="29908" y="136017"/>
                          </a:cubicBezTo>
                          <a:cubicBezTo>
                            <a:pt x="31432" y="137350"/>
                            <a:pt x="32861" y="138684"/>
                            <a:pt x="34576" y="139922"/>
                          </a:cubicBezTo>
                          <a:cubicBezTo>
                            <a:pt x="35052" y="140303"/>
                            <a:pt x="35623" y="140684"/>
                            <a:pt x="36100" y="141065"/>
                          </a:cubicBezTo>
                          <a:cubicBezTo>
                            <a:pt x="38671" y="143065"/>
                            <a:pt x="41338" y="144971"/>
                            <a:pt x="44196" y="146875"/>
                          </a:cubicBezTo>
                          <a:cubicBezTo>
                            <a:pt x="45625" y="147828"/>
                            <a:pt x="46958" y="148876"/>
                            <a:pt x="48482" y="149828"/>
                          </a:cubicBezTo>
                          <a:cubicBezTo>
                            <a:pt x="48768" y="150019"/>
                            <a:pt x="49054" y="150114"/>
                            <a:pt x="49244" y="150304"/>
                          </a:cubicBezTo>
                          <a:cubicBezTo>
                            <a:pt x="52292" y="152305"/>
                            <a:pt x="55721" y="154210"/>
                            <a:pt x="59055" y="156115"/>
                          </a:cubicBezTo>
                          <a:cubicBezTo>
                            <a:pt x="61246" y="157353"/>
                            <a:pt x="63151" y="158591"/>
                            <a:pt x="65437" y="159829"/>
                          </a:cubicBezTo>
                          <a:cubicBezTo>
                            <a:pt x="65627" y="159925"/>
                            <a:pt x="65818" y="160020"/>
                            <a:pt x="66008" y="160115"/>
                          </a:cubicBezTo>
                          <a:cubicBezTo>
                            <a:pt x="71914" y="163259"/>
                            <a:pt x="78105" y="166402"/>
                            <a:pt x="84773" y="169450"/>
                          </a:cubicBezTo>
                          <a:lnTo>
                            <a:pt x="84392" y="154305"/>
                          </a:lnTo>
                          <a:close/>
                        </a:path>
                      </a:pathLst>
                    </a:custGeom>
                    <a:solidFill>
                      <a:srgbClr val="2F6FFD">
                        <a:alpha val="100000"/>
                        <a:lumMod val="5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9" name="AutoShape 99"/>
                    <p:cNvSpPr/>
                    <p:nvPr/>
                  </p:nvSpPr>
                  <p:spPr>
                    <a:xfrm>
                      <a:off x="5711475" y="2534221"/>
                      <a:ext cx="134397" cy="42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4397" h="42100">
                          <a:moveTo>
                            <a:pt x="134398" y="14859"/>
                          </a:moveTo>
                          <a:lnTo>
                            <a:pt x="134303" y="4477"/>
                          </a:lnTo>
                          <a:lnTo>
                            <a:pt x="134303" y="0"/>
                          </a:lnTo>
                          <a:lnTo>
                            <a:pt x="0" y="42100"/>
                          </a:lnTo>
                          <a:lnTo>
                            <a:pt x="191" y="42005"/>
                          </a:lnTo>
                          <a:cubicBezTo>
                            <a:pt x="1619" y="41529"/>
                            <a:pt x="3143" y="41243"/>
                            <a:pt x="4667" y="40767"/>
                          </a:cubicBezTo>
                          <a:cubicBezTo>
                            <a:pt x="4667" y="40767"/>
                            <a:pt x="4667" y="40767"/>
                            <a:pt x="4763" y="40767"/>
                          </a:cubicBezTo>
                          <a:cubicBezTo>
                            <a:pt x="12383" y="38481"/>
                            <a:pt x="20098" y="36290"/>
                            <a:pt x="27813" y="34290"/>
                          </a:cubicBezTo>
                          <a:cubicBezTo>
                            <a:pt x="29623" y="33814"/>
                            <a:pt x="31337" y="33242"/>
                            <a:pt x="33147" y="32861"/>
                          </a:cubicBezTo>
                          <a:cubicBezTo>
                            <a:pt x="33909" y="32671"/>
                            <a:pt x="34766" y="32480"/>
                            <a:pt x="35528" y="32290"/>
                          </a:cubicBezTo>
                          <a:cubicBezTo>
                            <a:pt x="44958" y="30004"/>
                            <a:pt x="54578" y="27908"/>
                            <a:pt x="64199" y="26003"/>
                          </a:cubicBezTo>
                          <a:cubicBezTo>
                            <a:pt x="65056" y="25813"/>
                            <a:pt x="66008" y="25622"/>
                            <a:pt x="66866" y="25432"/>
                          </a:cubicBezTo>
                          <a:cubicBezTo>
                            <a:pt x="67247" y="25336"/>
                            <a:pt x="67532" y="25241"/>
                            <a:pt x="67913" y="25241"/>
                          </a:cubicBezTo>
                          <a:cubicBezTo>
                            <a:pt x="70009" y="24860"/>
                            <a:pt x="72104" y="24574"/>
                            <a:pt x="74200" y="24193"/>
                          </a:cubicBezTo>
                          <a:cubicBezTo>
                            <a:pt x="80105" y="23146"/>
                            <a:pt x="86106" y="22193"/>
                            <a:pt x="92107" y="21336"/>
                          </a:cubicBezTo>
                          <a:cubicBezTo>
                            <a:pt x="95822" y="20765"/>
                            <a:pt x="99631" y="20288"/>
                            <a:pt x="103442" y="19812"/>
                          </a:cubicBezTo>
                          <a:cubicBezTo>
                            <a:pt x="108966" y="19145"/>
                            <a:pt x="114491" y="18478"/>
                            <a:pt x="120110" y="18002"/>
                          </a:cubicBezTo>
                          <a:cubicBezTo>
                            <a:pt x="124873" y="17526"/>
                            <a:pt x="129635" y="17050"/>
                            <a:pt x="134398" y="16669"/>
                          </a:cubicBezTo>
                          <a:lnTo>
                            <a:pt x="134398" y="14859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212882">
                            <a:alpha val="100000"/>
                          </a:srgbClr>
                        </a:gs>
                        <a:gs pos="97140">
                          <a:srgbClr val="000000">
                            <a:alpha val="100000"/>
                          </a:srgbClr>
                        </a:gs>
                      </a:gsLst>
                      <a:lin ang="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0" name="AutoShape 100"/>
                    <p:cNvSpPr/>
                    <p:nvPr/>
                  </p:nvSpPr>
                  <p:spPr>
                    <a:xfrm>
                      <a:off x="5987129" y="2946082"/>
                      <a:ext cx="273367" cy="2006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367" h="200691">
                          <a:moveTo>
                            <a:pt x="221647" y="86106"/>
                          </a:moveTo>
                          <a:cubicBezTo>
                            <a:pt x="190690" y="68580"/>
                            <a:pt x="155829" y="52102"/>
                            <a:pt x="117158" y="36576"/>
                          </a:cubicBezTo>
                          <a:cubicBezTo>
                            <a:pt x="78391" y="21050"/>
                            <a:pt x="39338" y="8953"/>
                            <a:pt x="0" y="0"/>
                          </a:cubicBezTo>
                          <a:lnTo>
                            <a:pt x="1048" y="200692"/>
                          </a:lnTo>
                          <a:lnTo>
                            <a:pt x="273368" y="115252"/>
                          </a:lnTo>
                          <a:cubicBezTo>
                            <a:pt x="256794" y="105156"/>
                            <a:pt x="239554" y="95440"/>
                            <a:pt x="221647" y="86106"/>
                          </a:cubicBezTo>
                          <a:close/>
                        </a:path>
                      </a:pathLst>
                    </a:custGeom>
                    <a:solidFill>
                      <a:srgbClr val="2F6FFD">
                        <a:alpha val="100000"/>
                        <a:lumMod val="5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1" name="AutoShape 101"/>
                    <p:cNvSpPr/>
                    <p:nvPr/>
                  </p:nvSpPr>
                  <p:spPr>
                    <a:xfrm>
                      <a:off x="6013227" y="2215896"/>
                      <a:ext cx="370332" cy="3432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0332" h="343280">
                          <a:moveTo>
                            <a:pt x="1238" y="343281"/>
                          </a:moveTo>
                          <a:lnTo>
                            <a:pt x="370332" y="227457"/>
                          </a:lnTo>
                          <a:lnTo>
                            <a:pt x="369094" y="0"/>
                          </a:lnTo>
                          <a:lnTo>
                            <a:pt x="0" y="115824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162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2" name="AutoShape 102"/>
                    <p:cNvSpPr/>
                    <p:nvPr/>
                  </p:nvSpPr>
                  <p:spPr>
                    <a:xfrm>
                      <a:off x="5844730" y="2209800"/>
                      <a:ext cx="537590" cy="1219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37590" h="121919">
                          <a:moveTo>
                            <a:pt x="537591" y="6096"/>
                          </a:moveTo>
                          <a:lnTo>
                            <a:pt x="369094" y="0"/>
                          </a:lnTo>
                          <a:lnTo>
                            <a:pt x="0" y="115919"/>
                          </a:lnTo>
                          <a:lnTo>
                            <a:pt x="168497" y="12192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2064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3" name="AutoShape 103"/>
                    <p:cNvSpPr/>
                    <p:nvPr/>
                  </p:nvSpPr>
                  <p:spPr>
                    <a:xfrm>
                      <a:off x="5988177" y="3056477"/>
                      <a:ext cx="649795" cy="2052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9795" h="205263">
                          <a:moveTo>
                            <a:pt x="640366" y="84582"/>
                          </a:moveTo>
                          <a:cubicBezTo>
                            <a:pt x="627698" y="78010"/>
                            <a:pt x="614553" y="71628"/>
                            <a:pt x="601218" y="65246"/>
                          </a:cubicBezTo>
                          <a:cubicBezTo>
                            <a:pt x="597122" y="63246"/>
                            <a:pt x="592836" y="61341"/>
                            <a:pt x="588645" y="59436"/>
                          </a:cubicBezTo>
                          <a:cubicBezTo>
                            <a:pt x="582930" y="56769"/>
                            <a:pt x="577024" y="54197"/>
                            <a:pt x="571214" y="51625"/>
                          </a:cubicBezTo>
                          <a:cubicBezTo>
                            <a:pt x="565976" y="49244"/>
                            <a:pt x="560927" y="46863"/>
                            <a:pt x="555593" y="44577"/>
                          </a:cubicBezTo>
                          <a:cubicBezTo>
                            <a:pt x="553688" y="43720"/>
                            <a:pt x="551783" y="42863"/>
                            <a:pt x="549783" y="42100"/>
                          </a:cubicBezTo>
                          <a:cubicBezTo>
                            <a:pt x="536162" y="36290"/>
                            <a:pt x="522161" y="30575"/>
                            <a:pt x="507873" y="24860"/>
                          </a:cubicBezTo>
                          <a:cubicBezTo>
                            <a:pt x="505397" y="23908"/>
                            <a:pt x="502825" y="22860"/>
                            <a:pt x="500348" y="21908"/>
                          </a:cubicBezTo>
                          <a:cubicBezTo>
                            <a:pt x="488252" y="17240"/>
                            <a:pt x="475869" y="12573"/>
                            <a:pt x="463296" y="8001"/>
                          </a:cubicBezTo>
                          <a:cubicBezTo>
                            <a:pt x="459962" y="6763"/>
                            <a:pt x="456819" y="5525"/>
                            <a:pt x="453485" y="4286"/>
                          </a:cubicBezTo>
                          <a:cubicBezTo>
                            <a:pt x="449199" y="2858"/>
                            <a:pt x="445008" y="1429"/>
                            <a:pt x="440817" y="0"/>
                          </a:cubicBezTo>
                          <a:lnTo>
                            <a:pt x="321945" y="37338"/>
                          </a:lnTo>
                          <a:cubicBezTo>
                            <a:pt x="319469" y="35623"/>
                            <a:pt x="316802" y="33909"/>
                            <a:pt x="314325" y="32194"/>
                          </a:cubicBezTo>
                          <a:cubicBezTo>
                            <a:pt x="306515" y="26765"/>
                            <a:pt x="298514" y="21527"/>
                            <a:pt x="290322" y="16288"/>
                          </a:cubicBezTo>
                          <a:cubicBezTo>
                            <a:pt x="284988" y="12859"/>
                            <a:pt x="279749" y="9525"/>
                            <a:pt x="274320" y="6191"/>
                          </a:cubicBezTo>
                          <a:cubicBezTo>
                            <a:pt x="273653" y="5810"/>
                            <a:pt x="272986" y="5334"/>
                            <a:pt x="272320" y="4953"/>
                          </a:cubicBezTo>
                          <a:lnTo>
                            <a:pt x="0" y="90392"/>
                          </a:lnTo>
                          <a:cubicBezTo>
                            <a:pt x="1048" y="90678"/>
                            <a:pt x="2096" y="90964"/>
                            <a:pt x="3048" y="91250"/>
                          </a:cubicBezTo>
                          <a:cubicBezTo>
                            <a:pt x="4572" y="91726"/>
                            <a:pt x="6286" y="92297"/>
                            <a:pt x="7810" y="92773"/>
                          </a:cubicBezTo>
                          <a:cubicBezTo>
                            <a:pt x="12859" y="94298"/>
                            <a:pt x="18098" y="96012"/>
                            <a:pt x="23336" y="97822"/>
                          </a:cubicBezTo>
                          <a:cubicBezTo>
                            <a:pt x="24479" y="98203"/>
                            <a:pt x="25527" y="98489"/>
                            <a:pt x="26670" y="98869"/>
                          </a:cubicBezTo>
                          <a:cubicBezTo>
                            <a:pt x="31052" y="100489"/>
                            <a:pt x="35528" y="102203"/>
                            <a:pt x="40005" y="104013"/>
                          </a:cubicBezTo>
                          <a:cubicBezTo>
                            <a:pt x="46577" y="106680"/>
                            <a:pt x="53245" y="109252"/>
                            <a:pt x="60198" y="111728"/>
                          </a:cubicBezTo>
                          <a:cubicBezTo>
                            <a:pt x="60388" y="111823"/>
                            <a:pt x="60674" y="111919"/>
                            <a:pt x="60865" y="112014"/>
                          </a:cubicBezTo>
                          <a:cubicBezTo>
                            <a:pt x="68485" y="114776"/>
                            <a:pt x="76295" y="117443"/>
                            <a:pt x="84296" y="120015"/>
                          </a:cubicBezTo>
                          <a:cubicBezTo>
                            <a:pt x="87630" y="121253"/>
                            <a:pt x="90964" y="122396"/>
                            <a:pt x="94298" y="123635"/>
                          </a:cubicBezTo>
                          <a:cubicBezTo>
                            <a:pt x="106775" y="128206"/>
                            <a:pt x="119063" y="132874"/>
                            <a:pt x="131064" y="137541"/>
                          </a:cubicBezTo>
                          <a:cubicBezTo>
                            <a:pt x="133636" y="138494"/>
                            <a:pt x="136112" y="139541"/>
                            <a:pt x="138684" y="140494"/>
                          </a:cubicBezTo>
                          <a:cubicBezTo>
                            <a:pt x="152971" y="146114"/>
                            <a:pt x="166973" y="151829"/>
                            <a:pt x="180689" y="157734"/>
                          </a:cubicBezTo>
                          <a:cubicBezTo>
                            <a:pt x="182594" y="158591"/>
                            <a:pt x="184499" y="159353"/>
                            <a:pt x="186404" y="160211"/>
                          </a:cubicBezTo>
                          <a:cubicBezTo>
                            <a:pt x="191738" y="162496"/>
                            <a:pt x="197167" y="164783"/>
                            <a:pt x="202406" y="167164"/>
                          </a:cubicBezTo>
                          <a:cubicBezTo>
                            <a:pt x="208217" y="169736"/>
                            <a:pt x="213836" y="172498"/>
                            <a:pt x="219551" y="175069"/>
                          </a:cubicBezTo>
                          <a:cubicBezTo>
                            <a:pt x="223742" y="176975"/>
                            <a:pt x="228029" y="178975"/>
                            <a:pt x="232124" y="180880"/>
                          </a:cubicBezTo>
                          <a:cubicBezTo>
                            <a:pt x="245459" y="187262"/>
                            <a:pt x="258604" y="193643"/>
                            <a:pt x="271272" y="200216"/>
                          </a:cubicBezTo>
                          <a:cubicBezTo>
                            <a:pt x="274415" y="201835"/>
                            <a:pt x="277654" y="203549"/>
                            <a:pt x="280797" y="205264"/>
                          </a:cubicBezTo>
                          <a:lnTo>
                            <a:pt x="649795" y="89440"/>
                          </a:lnTo>
                          <a:cubicBezTo>
                            <a:pt x="646652" y="87916"/>
                            <a:pt x="643604" y="86201"/>
                            <a:pt x="640366" y="84582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2F6FFD">
                            <a:alpha val="100000"/>
                          </a:srgbClr>
                        </a:gs>
                        <a:gs pos="97140">
                          <a:srgbClr val="2F6FFD">
                            <a:alpha val="100000"/>
                            <a:lumMod val="50000"/>
                          </a:srgbClr>
                        </a:gs>
                      </a:gsLst>
                      <a:lin ang="1506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4" name="AutoShape 104"/>
                    <p:cNvSpPr/>
                    <p:nvPr/>
                  </p:nvSpPr>
                  <p:spPr>
                    <a:xfrm>
                      <a:off x="6218777" y="3145916"/>
                      <a:ext cx="677156" cy="9882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77156" h="988218">
                          <a:moveTo>
                            <a:pt x="676084" y="401193"/>
                          </a:moveTo>
                          <a:cubicBezTo>
                            <a:pt x="676084" y="399955"/>
                            <a:pt x="676084" y="398717"/>
                            <a:pt x="675989" y="397574"/>
                          </a:cubicBezTo>
                          <a:cubicBezTo>
                            <a:pt x="675894" y="393954"/>
                            <a:pt x="675608" y="390430"/>
                            <a:pt x="675418" y="386905"/>
                          </a:cubicBezTo>
                          <a:cubicBezTo>
                            <a:pt x="675132" y="381953"/>
                            <a:pt x="674846" y="377000"/>
                            <a:pt x="674465" y="372142"/>
                          </a:cubicBezTo>
                          <a:cubicBezTo>
                            <a:pt x="674180" y="368522"/>
                            <a:pt x="673894" y="365093"/>
                            <a:pt x="673513" y="361569"/>
                          </a:cubicBezTo>
                          <a:cubicBezTo>
                            <a:pt x="673227" y="358807"/>
                            <a:pt x="672941" y="356140"/>
                            <a:pt x="672655" y="353473"/>
                          </a:cubicBezTo>
                          <a:cubicBezTo>
                            <a:pt x="672465" y="351568"/>
                            <a:pt x="672275" y="349567"/>
                            <a:pt x="672084" y="347567"/>
                          </a:cubicBezTo>
                          <a:cubicBezTo>
                            <a:pt x="671703" y="344138"/>
                            <a:pt x="671227" y="340805"/>
                            <a:pt x="670846" y="337471"/>
                          </a:cubicBezTo>
                          <a:cubicBezTo>
                            <a:pt x="670274" y="332899"/>
                            <a:pt x="669608" y="328422"/>
                            <a:pt x="668846" y="323945"/>
                          </a:cubicBezTo>
                          <a:cubicBezTo>
                            <a:pt x="668369" y="320707"/>
                            <a:pt x="667798" y="317468"/>
                            <a:pt x="667226" y="314230"/>
                          </a:cubicBezTo>
                          <a:cubicBezTo>
                            <a:pt x="666941" y="312611"/>
                            <a:pt x="666559" y="310991"/>
                            <a:pt x="666274" y="309372"/>
                          </a:cubicBezTo>
                          <a:cubicBezTo>
                            <a:pt x="665797" y="306896"/>
                            <a:pt x="665321" y="304419"/>
                            <a:pt x="664845" y="301942"/>
                          </a:cubicBezTo>
                          <a:cubicBezTo>
                            <a:pt x="664083" y="298228"/>
                            <a:pt x="663321" y="294608"/>
                            <a:pt x="662464" y="290989"/>
                          </a:cubicBezTo>
                          <a:cubicBezTo>
                            <a:pt x="661607" y="287084"/>
                            <a:pt x="660559" y="283274"/>
                            <a:pt x="659606" y="279559"/>
                          </a:cubicBezTo>
                          <a:cubicBezTo>
                            <a:pt x="658654" y="276034"/>
                            <a:pt x="657797" y="272510"/>
                            <a:pt x="656844" y="269081"/>
                          </a:cubicBezTo>
                          <a:cubicBezTo>
                            <a:pt x="656463" y="267843"/>
                            <a:pt x="656082" y="266605"/>
                            <a:pt x="655701" y="265367"/>
                          </a:cubicBezTo>
                          <a:cubicBezTo>
                            <a:pt x="655320" y="264224"/>
                            <a:pt x="655034" y="263080"/>
                            <a:pt x="654653" y="261842"/>
                          </a:cubicBezTo>
                          <a:cubicBezTo>
                            <a:pt x="651415" y="251174"/>
                            <a:pt x="647891" y="240792"/>
                            <a:pt x="643890" y="230886"/>
                          </a:cubicBezTo>
                          <a:cubicBezTo>
                            <a:pt x="640366" y="222028"/>
                            <a:pt x="636365" y="213550"/>
                            <a:pt x="632365" y="205073"/>
                          </a:cubicBezTo>
                          <a:cubicBezTo>
                            <a:pt x="631888" y="204025"/>
                            <a:pt x="631317" y="202978"/>
                            <a:pt x="630746" y="201930"/>
                          </a:cubicBezTo>
                          <a:cubicBezTo>
                            <a:pt x="630269" y="200977"/>
                            <a:pt x="629793" y="200025"/>
                            <a:pt x="629317" y="199168"/>
                          </a:cubicBezTo>
                          <a:cubicBezTo>
                            <a:pt x="624840" y="190214"/>
                            <a:pt x="620078" y="181451"/>
                            <a:pt x="614934" y="172974"/>
                          </a:cubicBezTo>
                          <a:cubicBezTo>
                            <a:pt x="614267" y="171831"/>
                            <a:pt x="613505" y="170783"/>
                            <a:pt x="612838" y="169640"/>
                          </a:cubicBezTo>
                          <a:cubicBezTo>
                            <a:pt x="607981" y="161735"/>
                            <a:pt x="602742" y="154019"/>
                            <a:pt x="597408" y="146590"/>
                          </a:cubicBezTo>
                          <a:cubicBezTo>
                            <a:pt x="596837" y="145733"/>
                            <a:pt x="596170" y="144875"/>
                            <a:pt x="595598" y="144018"/>
                          </a:cubicBezTo>
                          <a:cubicBezTo>
                            <a:pt x="595313" y="143637"/>
                            <a:pt x="595027" y="143256"/>
                            <a:pt x="594741" y="142875"/>
                          </a:cubicBezTo>
                          <a:cubicBezTo>
                            <a:pt x="589121" y="135255"/>
                            <a:pt x="583121" y="127921"/>
                            <a:pt x="576929" y="120777"/>
                          </a:cubicBezTo>
                          <a:cubicBezTo>
                            <a:pt x="575596" y="119253"/>
                            <a:pt x="574167" y="117634"/>
                            <a:pt x="572834" y="116110"/>
                          </a:cubicBezTo>
                          <a:cubicBezTo>
                            <a:pt x="566357" y="108871"/>
                            <a:pt x="559689" y="101822"/>
                            <a:pt x="552641" y="95060"/>
                          </a:cubicBezTo>
                          <a:cubicBezTo>
                            <a:pt x="552164" y="94583"/>
                            <a:pt x="551593" y="94107"/>
                            <a:pt x="551117" y="93631"/>
                          </a:cubicBezTo>
                          <a:cubicBezTo>
                            <a:pt x="550259" y="92869"/>
                            <a:pt x="549402" y="92012"/>
                            <a:pt x="548545" y="91250"/>
                          </a:cubicBezTo>
                          <a:cubicBezTo>
                            <a:pt x="543592" y="86582"/>
                            <a:pt x="538448" y="82010"/>
                            <a:pt x="533305" y="77533"/>
                          </a:cubicBezTo>
                          <a:cubicBezTo>
                            <a:pt x="531305" y="75819"/>
                            <a:pt x="529304" y="74200"/>
                            <a:pt x="527399" y="72485"/>
                          </a:cubicBezTo>
                          <a:cubicBezTo>
                            <a:pt x="522637" y="68485"/>
                            <a:pt x="517684" y="64484"/>
                            <a:pt x="512731" y="60579"/>
                          </a:cubicBezTo>
                          <a:cubicBezTo>
                            <a:pt x="511492" y="59627"/>
                            <a:pt x="510254" y="58579"/>
                            <a:pt x="508921" y="57626"/>
                          </a:cubicBezTo>
                          <a:cubicBezTo>
                            <a:pt x="508349" y="57150"/>
                            <a:pt x="507778" y="56674"/>
                            <a:pt x="507111" y="56198"/>
                          </a:cubicBezTo>
                          <a:cubicBezTo>
                            <a:pt x="501587" y="51911"/>
                            <a:pt x="495871" y="47816"/>
                            <a:pt x="490061" y="43625"/>
                          </a:cubicBezTo>
                          <a:cubicBezTo>
                            <a:pt x="489299" y="43053"/>
                            <a:pt x="488537" y="42481"/>
                            <a:pt x="487775" y="41910"/>
                          </a:cubicBezTo>
                          <a:cubicBezTo>
                            <a:pt x="481108" y="37243"/>
                            <a:pt x="474345" y="32671"/>
                            <a:pt x="467392" y="28194"/>
                          </a:cubicBezTo>
                          <a:cubicBezTo>
                            <a:pt x="466916" y="27908"/>
                            <a:pt x="466439" y="27623"/>
                            <a:pt x="465963" y="27242"/>
                          </a:cubicBezTo>
                          <a:cubicBezTo>
                            <a:pt x="464249" y="26194"/>
                            <a:pt x="462534" y="25146"/>
                            <a:pt x="460915" y="24098"/>
                          </a:cubicBezTo>
                          <a:cubicBezTo>
                            <a:pt x="456152" y="21050"/>
                            <a:pt x="451295" y="18098"/>
                            <a:pt x="446342" y="15145"/>
                          </a:cubicBezTo>
                          <a:cubicBezTo>
                            <a:pt x="443675" y="13525"/>
                            <a:pt x="440912" y="12002"/>
                            <a:pt x="438245" y="10382"/>
                          </a:cubicBezTo>
                          <a:cubicBezTo>
                            <a:pt x="433578" y="7715"/>
                            <a:pt x="428911" y="5048"/>
                            <a:pt x="424148" y="2477"/>
                          </a:cubicBezTo>
                          <a:cubicBezTo>
                            <a:pt x="422624" y="1619"/>
                            <a:pt x="421100" y="857"/>
                            <a:pt x="419481" y="0"/>
                          </a:cubicBezTo>
                          <a:lnTo>
                            <a:pt x="50483" y="115824"/>
                          </a:lnTo>
                          <a:cubicBezTo>
                            <a:pt x="52007" y="116681"/>
                            <a:pt x="53435" y="117539"/>
                            <a:pt x="55054" y="118396"/>
                          </a:cubicBezTo>
                          <a:cubicBezTo>
                            <a:pt x="59817" y="120968"/>
                            <a:pt x="64484" y="123635"/>
                            <a:pt x="69151" y="126302"/>
                          </a:cubicBezTo>
                          <a:cubicBezTo>
                            <a:pt x="71914" y="127825"/>
                            <a:pt x="74581" y="129445"/>
                            <a:pt x="77248" y="130969"/>
                          </a:cubicBezTo>
                          <a:cubicBezTo>
                            <a:pt x="82201" y="133921"/>
                            <a:pt x="87058" y="136874"/>
                            <a:pt x="91821" y="139922"/>
                          </a:cubicBezTo>
                          <a:cubicBezTo>
                            <a:pt x="93536" y="140970"/>
                            <a:pt x="95345" y="142018"/>
                            <a:pt x="96965" y="143066"/>
                          </a:cubicBezTo>
                          <a:cubicBezTo>
                            <a:pt x="97441" y="143351"/>
                            <a:pt x="97917" y="143732"/>
                            <a:pt x="98393" y="144018"/>
                          </a:cubicBezTo>
                          <a:cubicBezTo>
                            <a:pt x="105346" y="148495"/>
                            <a:pt x="112109" y="153067"/>
                            <a:pt x="118777" y="157639"/>
                          </a:cubicBezTo>
                          <a:cubicBezTo>
                            <a:pt x="119634" y="158210"/>
                            <a:pt x="120396" y="158782"/>
                            <a:pt x="121158" y="159353"/>
                          </a:cubicBezTo>
                          <a:cubicBezTo>
                            <a:pt x="126968" y="163449"/>
                            <a:pt x="132588" y="167640"/>
                            <a:pt x="138113" y="171831"/>
                          </a:cubicBezTo>
                          <a:cubicBezTo>
                            <a:pt x="138684" y="172307"/>
                            <a:pt x="139351" y="172784"/>
                            <a:pt x="140017" y="173165"/>
                          </a:cubicBezTo>
                          <a:cubicBezTo>
                            <a:pt x="141256" y="174117"/>
                            <a:pt x="142494" y="175165"/>
                            <a:pt x="143732" y="176213"/>
                          </a:cubicBezTo>
                          <a:cubicBezTo>
                            <a:pt x="148685" y="180118"/>
                            <a:pt x="153638" y="184118"/>
                            <a:pt x="158401" y="188119"/>
                          </a:cubicBezTo>
                          <a:cubicBezTo>
                            <a:pt x="160401" y="189833"/>
                            <a:pt x="162401" y="191452"/>
                            <a:pt x="164401" y="193167"/>
                          </a:cubicBezTo>
                          <a:cubicBezTo>
                            <a:pt x="169640" y="197644"/>
                            <a:pt x="174688" y="202216"/>
                            <a:pt x="179642" y="206883"/>
                          </a:cubicBezTo>
                          <a:cubicBezTo>
                            <a:pt x="180499" y="207645"/>
                            <a:pt x="181451" y="208407"/>
                            <a:pt x="182309" y="209264"/>
                          </a:cubicBezTo>
                          <a:cubicBezTo>
                            <a:pt x="182785" y="209741"/>
                            <a:pt x="183356" y="210217"/>
                            <a:pt x="183833" y="210693"/>
                          </a:cubicBezTo>
                          <a:cubicBezTo>
                            <a:pt x="190881" y="217456"/>
                            <a:pt x="197549" y="224504"/>
                            <a:pt x="204025" y="231743"/>
                          </a:cubicBezTo>
                          <a:cubicBezTo>
                            <a:pt x="205454" y="233267"/>
                            <a:pt x="206788" y="234791"/>
                            <a:pt x="208121" y="236411"/>
                          </a:cubicBezTo>
                          <a:cubicBezTo>
                            <a:pt x="214313" y="243554"/>
                            <a:pt x="220313" y="250888"/>
                            <a:pt x="225933" y="258509"/>
                          </a:cubicBezTo>
                          <a:cubicBezTo>
                            <a:pt x="226219" y="258890"/>
                            <a:pt x="226600" y="259271"/>
                            <a:pt x="226886" y="259651"/>
                          </a:cubicBezTo>
                          <a:cubicBezTo>
                            <a:pt x="227457" y="260509"/>
                            <a:pt x="228029" y="261366"/>
                            <a:pt x="228600" y="262223"/>
                          </a:cubicBezTo>
                          <a:cubicBezTo>
                            <a:pt x="234029" y="269748"/>
                            <a:pt x="239173" y="277368"/>
                            <a:pt x="244126" y="285369"/>
                          </a:cubicBezTo>
                          <a:cubicBezTo>
                            <a:pt x="244792" y="286512"/>
                            <a:pt x="245554" y="287560"/>
                            <a:pt x="246221" y="288703"/>
                          </a:cubicBezTo>
                          <a:cubicBezTo>
                            <a:pt x="251365" y="297180"/>
                            <a:pt x="256127" y="305943"/>
                            <a:pt x="260604" y="314896"/>
                          </a:cubicBezTo>
                          <a:cubicBezTo>
                            <a:pt x="261080" y="315849"/>
                            <a:pt x="261652" y="316706"/>
                            <a:pt x="262128" y="317659"/>
                          </a:cubicBezTo>
                          <a:cubicBezTo>
                            <a:pt x="262604" y="318707"/>
                            <a:pt x="263080" y="319850"/>
                            <a:pt x="263557" y="320897"/>
                          </a:cubicBezTo>
                          <a:cubicBezTo>
                            <a:pt x="267653" y="329279"/>
                            <a:pt x="271558" y="337852"/>
                            <a:pt x="275177" y="346710"/>
                          </a:cubicBezTo>
                          <a:cubicBezTo>
                            <a:pt x="279178" y="356616"/>
                            <a:pt x="282702" y="366998"/>
                            <a:pt x="285941" y="377666"/>
                          </a:cubicBezTo>
                          <a:cubicBezTo>
                            <a:pt x="286321" y="378809"/>
                            <a:pt x="286798" y="379952"/>
                            <a:pt x="287179" y="381095"/>
                          </a:cubicBezTo>
                          <a:cubicBezTo>
                            <a:pt x="287560" y="382334"/>
                            <a:pt x="287846" y="383572"/>
                            <a:pt x="288131" y="384810"/>
                          </a:cubicBezTo>
                          <a:cubicBezTo>
                            <a:pt x="289084" y="388239"/>
                            <a:pt x="290036" y="391763"/>
                            <a:pt x="290893" y="395288"/>
                          </a:cubicBezTo>
                          <a:cubicBezTo>
                            <a:pt x="291846" y="399097"/>
                            <a:pt x="292894" y="402908"/>
                            <a:pt x="293751" y="406717"/>
                          </a:cubicBezTo>
                          <a:cubicBezTo>
                            <a:pt x="294608" y="410337"/>
                            <a:pt x="295370" y="413957"/>
                            <a:pt x="296132" y="417671"/>
                          </a:cubicBezTo>
                          <a:cubicBezTo>
                            <a:pt x="296609" y="420148"/>
                            <a:pt x="297275" y="422529"/>
                            <a:pt x="297751" y="425005"/>
                          </a:cubicBezTo>
                          <a:cubicBezTo>
                            <a:pt x="298037" y="426625"/>
                            <a:pt x="298323" y="428244"/>
                            <a:pt x="298609" y="429863"/>
                          </a:cubicBezTo>
                          <a:cubicBezTo>
                            <a:pt x="299180" y="433102"/>
                            <a:pt x="299752" y="436340"/>
                            <a:pt x="300228" y="439579"/>
                          </a:cubicBezTo>
                          <a:cubicBezTo>
                            <a:pt x="300895" y="444055"/>
                            <a:pt x="301562" y="448532"/>
                            <a:pt x="302228" y="453104"/>
                          </a:cubicBezTo>
                          <a:cubicBezTo>
                            <a:pt x="302705" y="456438"/>
                            <a:pt x="303086" y="459772"/>
                            <a:pt x="303467" y="463201"/>
                          </a:cubicBezTo>
                          <a:cubicBezTo>
                            <a:pt x="303657" y="465201"/>
                            <a:pt x="303943" y="467011"/>
                            <a:pt x="304229" y="469011"/>
                          </a:cubicBezTo>
                          <a:cubicBezTo>
                            <a:pt x="304514" y="471678"/>
                            <a:pt x="304705" y="474440"/>
                            <a:pt x="304895" y="477203"/>
                          </a:cubicBezTo>
                          <a:cubicBezTo>
                            <a:pt x="305181" y="480727"/>
                            <a:pt x="305562" y="484251"/>
                            <a:pt x="305848" y="487775"/>
                          </a:cubicBezTo>
                          <a:cubicBezTo>
                            <a:pt x="306229" y="492633"/>
                            <a:pt x="306515" y="497586"/>
                            <a:pt x="306800" y="502539"/>
                          </a:cubicBezTo>
                          <a:cubicBezTo>
                            <a:pt x="306991" y="506063"/>
                            <a:pt x="307181" y="509588"/>
                            <a:pt x="307372" y="513207"/>
                          </a:cubicBezTo>
                          <a:cubicBezTo>
                            <a:pt x="307372" y="514445"/>
                            <a:pt x="307467" y="515588"/>
                            <a:pt x="307562" y="516826"/>
                          </a:cubicBezTo>
                          <a:cubicBezTo>
                            <a:pt x="307753" y="523589"/>
                            <a:pt x="307943" y="530352"/>
                            <a:pt x="307943" y="537305"/>
                          </a:cubicBezTo>
                          <a:cubicBezTo>
                            <a:pt x="308038" y="547783"/>
                            <a:pt x="307848" y="558070"/>
                            <a:pt x="307467" y="568166"/>
                          </a:cubicBezTo>
                          <a:cubicBezTo>
                            <a:pt x="307467" y="568357"/>
                            <a:pt x="307467" y="568547"/>
                            <a:pt x="307467" y="568738"/>
                          </a:cubicBezTo>
                          <a:cubicBezTo>
                            <a:pt x="306991" y="581882"/>
                            <a:pt x="306038" y="594551"/>
                            <a:pt x="304895" y="607028"/>
                          </a:cubicBezTo>
                          <a:cubicBezTo>
                            <a:pt x="304800" y="608362"/>
                            <a:pt x="304705" y="609886"/>
                            <a:pt x="304609" y="611219"/>
                          </a:cubicBezTo>
                          <a:cubicBezTo>
                            <a:pt x="304324" y="613601"/>
                            <a:pt x="303943" y="615887"/>
                            <a:pt x="303657" y="618268"/>
                          </a:cubicBezTo>
                          <a:cubicBezTo>
                            <a:pt x="302800" y="625888"/>
                            <a:pt x="301847" y="633317"/>
                            <a:pt x="300704" y="640747"/>
                          </a:cubicBezTo>
                          <a:cubicBezTo>
                            <a:pt x="300323" y="642938"/>
                            <a:pt x="300133" y="645224"/>
                            <a:pt x="299847" y="647414"/>
                          </a:cubicBezTo>
                          <a:cubicBezTo>
                            <a:pt x="299561" y="649129"/>
                            <a:pt x="299180" y="650748"/>
                            <a:pt x="298895" y="652367"/>
                          </a:cubicBezTo>
                          <a:cubicBezTo>
                            <a:pt x="297751" y="658654"/>
                            <a:pt x="296513" y="664750"/>
                            <a:pt x="295275" y="670751"/>
                          </a:cubicBezTo>
                          <a:cubicBezTo>
                            <a:pt x="294704" y="673418"/>
                            <a:pt x="294322" y="676180"/>
                            <a:pt x="293656" y="678751"/>
                          </a:cubicBezTo>
                          <a:cubicBezTo>
                            <a:pt x="293370" y="679895"/>
                            <a:pt x="293084" y="680942"/>
                            <a:pt x="292799" y="682085"/>
                          </a:cubicBezTo>
                          <a:cubicBezTo>
                            <a:pt x="291465" y="687515"/>
                            <a:pt x="290036" y="692849"/>
                            <a:pt x="288512" y="698183"/>
                          </a:cubicBezTo>
                          <a:cubicBezTo>
                            <a:pt x="287655" y="701135"/>
                            <a:pt x="286988" y="704183"/>
                            <a:pt x="286131" y="707041"/>
                          </a:cubicBezTo>
                          <a:cubicBezTo>
                            <a:pt x="285941" y="707803"/>
                            <a:pt x="285559" y="708565"/>
                            <a:pt x="285369" y="709327"/>
                          </a:cubicBezTo>
                          <a:cubicBezTo>
                            <a:pt x="283845" y="714280"/>
                            <a:pt x="282130" y="719138"/>
                            <a:pt x="280416" y="723900"/>
                          </a:cubicBezTo>
                          <a:cubicBezTo>
                            <a:pt x="279368" y="726948"/>
                            <a:pt x="278416" y="730091"/>
                            <a:pt x="277368" y="733044"/>
                          </a:cubicBezTo>
                          <a:cubicBezTo>
                            <a:pt x="277178" y="733616"/>
                            <a:pt x="276892" y="734092"/>
                            <a:pt x="276701" y="734663"/>
                          </a:cubicBezTo>
                          <a:cubicBezTo>
                            <a:pt x="274796" y="739521"/>
                            <a:pt x="272796" y="744188"/>
                            <a:pt x="270796" y="748951"/>
                          </a:cubicBezTo>
                          <a:cubicBezTo>
                            <a:pt x="269558" y="751808"/>
                            <a:pt x="268510" y="754856"/>
                            <a:pt x="267176" y="757619"/>
                          </a:cubicBezTo>
                          <a:cubicBezTo>
                            <a:pt x="266795" y="758380"/>
                            <a:pt x="266509" y="759143"/>
                            <a:pt x="266129" y="759809"/>
                          </a:cubicBezTo>
                          <a:cubicBezTo>
                            <a:pt x="261652" y="769334"/>
                            <a:pt x="256889" y="778478"/>
                            <a:pt x="251936" y="787527"/>
                          </a:cubicBezTo>
                          <a:cubicBezTo>
                            <a:pt x="251365" y="788575"/>
                            <a:pt x="250793" y="789813"/>
                            <a:pt x="250222" y="790861"/>
                          </a:cubicBezTo>
                          <a:cubicBezTo>
                            <a:pt x="248793" y="793433"/>
                            <a:pt x="247174" y="796004"/>
                            <a:pt x="245650" y="798576"/>
                          </a:cubicBezTo>
                          <a:cubicBezTo>
                            <a:pt x="244316" y="800862"/>
                            <a:pt x="242983" y="803148"/>
                            <a:pt x="241649" y="805339"/>
                          </a:cubicBezTo>
                          <a:cubicBezTo>
                            <a:pt x="238696" y="810197"/>
                            <a:pt x="235649" y="814864"/>
                            <a:pt x="232600" y="819531"/>
                          </a:cubicBezTo>
                          <a:cubicBezTo>
                            <a:pt x="231648" y="821055"/>
                            <a:pt x="230696" y="822579"/>
                            <a:pt x="229648" y="824008"/>
                          </a:cubicBezTo>
                          <a:cubicBezTo>
                            <a:pt x="229457" y="824294"/>
                            <a:pt x="229267" y="824579"/>
                            <a:pt x="229076" y="824865"/>
                          </a:cubicBezTo>
                          <a:cubicBezTo>
                            <a:pt x="227076" y="827818"/>
                            <a:pt x="224885" y="830675"/>
                            <a:pt x="222790" y="833533"/>
                          </a:cubicBezTo>
                          <a:cubicBezTo>
                            <a:pt x="220504" y="836676"/>
                            <a:pt x="218218" y="839915"/>
                            <a:pt x="215932" y="842963"/>
                          </a:cubicBezTo>
                          <a:cubicBezTo>
                            <a:pt x="213550" y="846011"/>
                            <a:pt x="211074" y="848868"/>
                            <a:pt x="208693" y="851916"/>
                          </a:cubicBezTo>
                          <a:cubicBezTo>
                            <a:pt x="206216" y="854869"/>
                            <a:pt x="203835" y="858012"/>
                            <a:pt x="201359" y="860870"/>
                          </a:cubicBezTo>
                          <a:cubicBezTo>
                            <a:pt x="201168" y="861060"/>
                            <a:pt x="200978" y="861346"/>
                            <a:pt x="200787" y="861536"/>
                          </a:cubicBezTo>
                          <a:cubicBezTo>
                            <a:pt x="200216" y="862203"/>
                            <a:pt x="199549" y="862775"/>
                            <a:pt x="198977" y="863441"/>
                          </a:cubicBezTo>
                          <a:cubicBezTo>
                            <a:pt x="193072" y="870109"/>
                            <a:pt x="186976" y="876491"/>
                            <a:pt x="180784" y="882587"/>
                          </a:cubicBezTo>
                          <a:cubicBezTo>
                            <a:pt x="178975" y="884396"/>
                            <a:pt x="177070" y="886206"/>
                            <a:pt x="175260" y="887921"/>
                          </a:cubicBezTo>
                          <a:cubicBezTo>
                            <a:pt x="168116" y="894683"/>
                            <a:pt x="160877" y="901160"/>
                            <a:pt x="153257" y="907256"/>
                          </a:cubicBezTo>
                          <a:cubicBezTo>
                            <a:pt x="150209" y="909733"/>
                            <a:pt x="147066" y="912019"/>
                            <a:pt x="144018" y="914305"/>
                          </a:cubicBezTo>
                          <a:cubicBezTo>
                            <a:pt x="141256" y="916400"/>
                            <a:pt x="138493" y="918591"/>
                            <a:pt x="135731" y="920591"/>
                          </a:cubicBezTo>
                          <a:cubicBezTo>
                            <a:pt x="133731" y="922020"/>
                            <a:pt x="131731" y="923354"/>
                            <a:pt x="129635" y="924782"/>
                          </a:cubicBezTo>
                          <a:cubicBezTo>
                            <a:pt x="125635" y="927545"/>
                            <a:pt x="121634" y="930402"/>
                            <a:pt x="117538" y="933069"/>
                          </a:cubicBezTo>
                          <a:cubicBezTo>
                            <a:pt x="115062" y="934688"/>
                            <a:pt x="112490" y="936212"/>
                            <a:pt x="110014" y="937736"/>
                          </a:cubicBezTo>
                          <a:cubicBezTo>
                            <a:pt x="106299" y="940118"/>
                            <a:pt x="102584" y="942404"/>
                            <a:pt x="98774" y="944690"/>
                          </a:cubicBezTo>
                          <a:cubicBezTo>
                            <a:pt x="96012" y="946309"/>
                            <a:pt x="93250" y="947833"/>
                            <a:pt x="90488" y="949357"/>
                          </a:cubicBezTo>
                          <a:cubicBezTo>
                            <a:pt x="86868" y="951452"/>
                            <a:pt x="83153" y="953453"/>
                            <a:pt x="79438" y="955453"/>
                          </a:cubicBezTo>
                          <a:cubicBezTo>
                            <a:pt x="76581" y="956977"/>
                            <a:pt x="73533" y="958405"/>
                            <a:pt x="70675" y="959834"/>
                          </a:cubicBezTo>
                          <a:cubicBezTo>
                            <a:pt x="66961" y="961644"/>
                            <a:pt x="63341" y="963549"/>
                            <a:pt x="59531" y="965263"/>
                          </a:cubicBezTo>
                          <a:cubicBezTo>
                            <a:pt x="56483" y="966692"/>
                            <a:pt x="53435" y="968026"/>
                            <a:pt x="50292" y="969359"/>
                          </a:cubicBezTo>
                          <a:cubicBezTo>
                            <a:pt x="46577" y="970979"/>
                            <a:pt x="42767" y="972693"/>
                            <a:pt x="38957" y="974217"/>
                          </a:cubicBezTo>
                          <a:cubicBezTo>
                            <a:pt x="35814" y="975551"/>
                            <a:pt x="32575" y="976694"/>
                            <a:pt x="29337" y="977932"/>
                          </a:cubicBezTo>
                          <a:cubicBezTo>
                            <a:pt x="25527" y="979361"/>
                            <a:pt x="21717" y="980884"/>
                            <a:pt x="17812" y="982218"/>
                          </a:cubicBezTo>
                          <a:cubicBezTo>
                            <a:pt x="14573" y="983361"/>
                            <a:pt x="11240" y="984504"/>
                            <a:pt x="7906" y="985552"/>
                          </a:cubicBezTo>
                          <a:cubicBezTo>
                            <a:pt x="5239" y="986409"/>
                            <a:pt x="2667" y="987362"/>
                            <a:pt x="0" y="988219"/>
                          </a:cubicBezTo>
                          <a:lnTo>
                            <a:pt x="174403" y="933450"/>
                          </a:lnTo>
                          <a:lnTo>
                            <a:pt x="369094" y="872300"/>
                          </a:lnTo>
                          <a:cubicBezTo>
                            <a:pt x="426244" y="854393"/>
                            <a:pt x="477298" y="827246"/>
                            <a:pt x="522256" y="791147"/>
                          </a:cubicBezTo>
                          <a:cubicBezTo>
                            <a:pt x="529876" y="785051"/>
                            <a:pt x="537115" y="778478"/>
                            <a:pt x="544259" y="771811"/>
                          </a:cubicBezTo>
                          <a:cubicBezTo>
                            <a:pt x="546163" y="770001"/>
                            <a:pt x="547973" y="768287"/>
                            <a:pt x="549783" y="766477"/>
                          </a:cubicBezTo>
                          <a:cubicBezTo>
                            <a:pt x="556070" y="760381"/>
                            <a:pt x="562070" y="753999"/>
                            <a:pt x="567976" y="747332"/>
                          </a:cubicBezTo>
                          <a:cubicBezTo>
                            <a:pt x="568547" y="746665"/>
                            <a:pt x="569214" y="746093"/>
                            <a:pt x="569786" y="745331"/>
                          </a:cubicBezTo>
                          <a:cubicBezTo>
                            <a:pt x="569976" y="745046"/>
                            <a:pt x="570262" y="744855"/>
                            <a:pt x="570452" y="744569"/>
                          </a:cubicBezTo>
                          <a:cubicBezTo>
                            <a:pt x="572929" y="741712"/>
                            <a:pt x="575310" y="738664"/>
                            <a:pt x="577691" y="735711"/>
                          </a:cubicBezTo>
                          <a:cubicBezTo>
                            <a:pt x="580168" y="732758"/>
                            <a:pt x="582644" y="729805"/>
                            <a:pt x="585026" y="726758"/>
                          </a:cubicBezTo>
                          <a:cubicBezTo>
                            <a:pt x="587407" y="723709"/>
                            <a:pt x="589597" y="720471"/>
                            <a:pt x="591884" y="717328"/>
                          </a:cubicBezTo>
                          <a:cubicBezTo>
                            <a:pt x="593979" y="714470"/>
                            <a:pt x="596075" y="711613"/>
                            <a:pt x="598170" y="708660"/>
                          </a:cubicBezTo>
                          <a:cubicBezTo>
                            <a:pt x="598361" y="708374"/>
                            <a:pt x="598646" y="708088"/>
                            <a:pt x="598837" y="707708"/>
                          </a:cubicBezTo>
                          <a:cubicBezTo>
                            <a:pt x="599789" y="706279"/>
                            <a:pt x="600742" y="704755"/>
                            <a:pt x="601694" y="703231"/>
                          </a:cubicBezTo>
                          <a:cubicBezTo>
                            <a:pt x="604742" y="698563"/>
                            <a:pt x="607790" y="693896"/>
                            <a:pt x="610743" y="689038"/>
                          </a:cubicBezTo>
                          <a:cubicBezTo>
                            <a:pt x="612076" y="686753"/>
                            <a:pt x="613410" y="684467"/>
                            <a:pt x="614743" y="682180"/>
                          </a:cubicBezTo>
                          <a:cubicBezTo>
                            <a:pt x="616172" y="679704"/>
                            <a:pt x="617601" y="677132"/>
                            <a:pt x="619030" y="674561"/>
                          </a:cubicBezTo>
                          <a:cubicBezTo>
                            <a:pt x="619697" y="673418"/>
                            <a:pt x="620363" y="672275"/>
                            <a:pt x="620935" y="671132"/>
                          </a:cubicBezTo>
                          <a:cubicBezTo>
                            <a:pt x="625888" y="662178"/>
                            <a:pt x="630650" y="653034"/>
                            <a:pt x="635127" y="643414"/>
                          </a:cubicBezTo>
                          <a:cubicBezTo>
                            <a:pt x="635413" y="642747"/>
                            <a:pt x="635699" y="641985"/>
                            <a:pt x="636080" y="641223"/>
                          </a:cubicBezTo>
                          <a:cubicBezTo>
                            <a:pt x="637413" y="638366"/>
                            <a:pt x="638556" y="635413"/>
                            <a:pt x="639794" y="632555"/>
                          </a:cubicBezTo>
                          <a:cubicBezTo>
                            <a:pt x="641795" y="627793"/>
                            <a:pt x="643890" y="623126"/>
                            <a:pt x="645795" y="618268"/>
                          </a:cubicBezTo>
                          <a:cubicBezTo>
                            <a:pt x="645986" y="617792"/>
                            <a:pt x="646176" y="617220"/>
                            <a:pt x="646367" y="616744"/>
                          </a:cubicBezTo>
                          <a:cubicBezTo>
                            <a:pt x="647509" y="613791"/>
                            <a:pt x="648462" y="610648"/>
                            <a:pt x="649605" y="607600"/>
                          </a:cubicBezTo>
                          <a:cubicBezTo>
                            <a:pt x="651320" y="602742"/>
                            <a:pt x="653034" y="597980"/>
                            <a:pt x="654558" y="592931"/>
                          </a:cubicBezTo>
                          <a:cubicBezTo>
                            <a:pt x="654749" y="592169"/>
                            <a:pt x="654939" y="591407"/>
                            <a:pt x="655225" y="590741"/>
                          </a:cubicBezTo>
                          <a:cubicBezTo>
                            <a:pt x="656082" y="587788"/>
                            <a:pt x="656939" y="584835"/>
                            <a:pt x="657701" y="581882"/>
                          </a:cubicBezTo>
                          <a:cubicBezTo>
                            <a:pt x="659225" y="576548"/>
                            <a:pt x="660654" y="571309"/>
                            <a:pt x="661988" y="565785"/>
                          </a:cubicBezTo>
                          <a:cubicBezTo>
                            <a:pt x="662273" y="564737"/>
                            <a:pt x="662464" y="563594"/>
                            <a:pt x="662654" y="562547"/>
                          </a:cubicBezTo>
                          <a:cubicBezTo>
                            <a:pt x="663321" y="559880"/>
                            <a:pt x="663797" y="557117"/>
                            <a:pt x="664464" y="554450"/>
                          </a:cubicBezTo>
                          <a:cubicBezTo>
                            <a:pt x="665797" y="548354"/>
                            <a:pt x="667036" y="542258"/>
                            <a:pt x="668084" y="536067"/>
                          </a:cubicBezTo>
                          <a:cubicBezTo>
                            <a:pt x="668369" y="534448"/>
                            <a:pt x="668560" y="532733"/>
                            <a:pt x="668846" y="531114"/>
                          </a:cubicBezTo>
                          <a:cubicBezTo>
                            <a:pt x="669226" y="528923"/>
                            <a:pt x="669608" y="526637"/>
                            <a:pt x="669893" y="524351"/>
                          </a:cubicBezTo>
                          <a:cubicBezTo>
                            <a:pt x="671036" y="517017"/>
                            <a:pt x="671989" y="509492"/>
                            <a:pt x="672846" y="501872"/>
                          </a:cubicBezTo>
                          <a:cubicBezTo>
                            <a:pt x="673132" y="499586"/>
                            <a:pt x="673322" y="497300"/>
                            <a:pt x="673608" y="494919"/>
                          </a:cubicBezTo>
                          <a:cubicBezTo>
                            <a:pt x="673703" y="493490"/>
                            <a:pt x="673894" y="492157"/>
                            <a:pt x="674084" y="490728"/>
                          </a:cubicBezTo>
                          <a:cubicBezTo>
                            <a:pt x="675227" y="478250"/>
                            <a:pt x="676180" y="465582"/>
                            <a:pt x="676656" y="452438"/>
                          </a:cubicBezTo>
                          <a:cubicBezTo>
                            <a:pt x="676656" y="452247"/>
                            <a:pt x="676656" y="452057"/>
                            <a:pt x="676656" y="451866"/>
                          </a:cubicBezTo>
                          <a:cubicBezTo>
                            <a:pt x="677037" y="441770"/>
                            <a:pt x="677228" y="431483"/>
                            <a:pt x="677132" y="421005"/>
                          </a:cubicBezTo>
                          <a:cubicBezTo>
                            <a:pt x="676466" y="414719"/>
                            <a:pt x="676275" y="407956"/>
                            <a:pt x="676084" y="40119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30">
                          <a:srgbClr val="105EDD">
                            <a:alpha val="100000"/>
                          </a:srgbClr>
                        </a:gs>
                        <a:gs pos="99080">
                          <a:srgbClr val="6EA6FF">
                            <a:alpha val="10000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5" name="AutoShape 105"/>
                    <p:cNvSpPr/>
                    <p:nvPr/>
                  </p:nvSpPr>
                  <p:spPr>
                    <a:xfrm>
                      <a:off x="6014466" y="2443257"/>
                      <a:ext cx="839914" cy="2976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39914" h="297656">
                          <a:moveTo>
                            <a:pt x="825532" y="174308"/>
                          </a:moveTo>
                          <a:cubicBezTo>
                            <a:pt x="823817" y="173450"/>
                            <a:pt x="822198" y="172498"/>
                            <a:pt x="820579" y="171641"/>
                          </a:cubicBezTo>
                          <a:cubicBezTo>
                            <a:pt x="817912" y="170212"/>
                            <a:pt x="815245" y="168783"/>
                            <a:pt x="812578" y="167354"/>
                          </a:cubicBezTo>
                          <a:cubicBezTo>
                            <a:pt x="807910" y="164878"/>
                            <a:pt x="803243" y="162401"/>
                            <a:pt x="798481" y="159830"/>
                          </a:cubicBezTo>
                          <a:cubicBezTo>
                            <a:pt x="795623" y="158306"/>
                            <a:pt x="792671" y="156782"/>
                            <a:pt x="789813" y="155162"/>
                          </a:cubicBezTo>
                          <a:cubicBezTo>
                            <a:pt x="784765" y="152495"/>
                            <a:pt x="779621" y="149828"/>
                            <a:pt x="774478" y="147066"/>
                          </a:cubicBezTo>
                          <a:cubicBezTo>
                            <a:pt x="771906" y="145733"/>
                            <a:pt x="769334" y="144304"/>
                            <a:pt x="766667" y="142970"/>
                          </a:cubicBezTo>
                          <a:cubicBezTo>
                            <a:pt x="758857" y="138875"/>
                            <a:pt x="750951" y="134684"/>
                            <a:pt x="742759" y="130493"/>
                          </a:cubicBezTo>
                          <a:cubicBezTo>
                            <a:pt x="731139" y="124397"/>
                            <a:pt x="719138" y="118491"/>
                            <a:pt x="707041" y="112586"/>
                          </a:cubicBezTo>
                          <a:cubicBezTo>
                            <a:pt x="703897" y="111062"/>
                            <a:pt x="700754" y="109538"/>
                            <a:pt x="697611" y="108014"/>
                          </a:cubicBezTo>
                          <a:cubicBezTo>
                            <a:pt x="685991" y="102489"/>
                            <a:pt x="674180" y="96965"/>
                            <a:pt x="662083" y="91535"/>
                          </a:cubicBezTo>
                          <a:cubicBezTo>
                            <a:pt x="661511" y="91250"/>
                            <a:pt x="660940" y="90964"/>
                            <a:pt x="660368" y="90773"/>
                          </a:cubicBezTo>
                          <a:cubicBezTo>
                            <a:pt x="660178" y="90678"/>
                            <a:pt x="660083" y="90583"/>
                            <a:pt x="659892" y="90583"/>
                          </a:cubicBezTo>
                          <a:cubicBezTo>
                            <a:pt x="649986" y="86201"/>
                            <a:pt x="639889" y="81820"/>
                            <a:pt x="629698" y="77438"/>
                          </a:cubicBezTo>
                          <a:cubicBezTo>
                            <a:pt x="610172" y="69152"/>
                            <a:pt x="590264" y="61246"/>
                            <a:pt x="569881" y="53816"/>
                          </a:cubicBezTo>
                          <a:cubicBezTo>
                            <a:pt x="569595" y="53721"/>
                            <a:pt x="569309" y="53626"/>
                            <a:pt x="569023" y="53531"/>
                          </a:cubicBezTo>
                          <a:cubicBezTo>
                            <a:pt x="568928" y="53531"/>
                            <a:pt x="568833" y="53435"/>
                            <a:pt x="568738" y="53435"/>
                          </a:cubicBezTo>
                          <a:cubicBezTo>
                            <a:pt x="547592" y="45720"/>
                            <a:pt x="525971" y="38481"/>
                            <a:pt x="503968" y="31623"/>
                          </a:cubicBezTo>
                          <a:cubicBezTo>
                            <a:pt x="498824" y="30099"/>
                            <a:pt x="493681" y="28670"/>
                            <a:pt x="488537" y="27146"/>
                          </a:cubicBezTo>
                          <a:cubicBezTo>
                            <a:pt x="485680" y="26289"/>
                            <a:pt x="482822" y="25432"/>
                            <a:pt x="479965" y="24670"/>
                          </a:cubicBezTo>
                          <a:cubicBezTo>
                            <a:pt x="474345" y="23146"/>
                            <a:pt x="468725" y="21527"/>
                            <a:pt x="463105" y="20098"/>
                          </a:cubicBezTo>
                          <a:cubicBezTo>
                            <a:pt x="457581" y="18669"/>
                            <a:pt x="452056" y="17240"/>
                            <a:pt x="446532" y="15907"/>
                          </a:cubicBezTo>
                          <a:cubicBezTo>
                            <a:pt x="440817" y="14478"/>
                            <a:pt x="435102" y="13145"/>
                            <a:pt x="429387" y="11906"/>
                          </a:cubicBezTo>
                          <a:cubicBezTo>
                            <a:pt x="426625" y="11240"/>
                            <a:pt x="423863" y="10668"/>
                            <a:pt x="421100" y="10097"/>
                          </a:cubicBezTo>
                          <a:cubicBezTo>
                            <a:pt x="419291" y="9716"/>
                            <a:pt x="417385" y="9335"/>
                            <a:pt x="415576" y="8858"/>
                          </a:cubicBezTo>
                          <a:cubicBezTo>
                            <a:pt x="400241" y="5620"/>
                            <a:pt x="384810" y="2572"/>
                            <a:pt x="369189" y="0"/>
                          </a:cubicBezTo>
                          <a:cubicBezTo>
                            <a:pt x="369189" y="0"/>
                            <a:pt x="369094" y="0"/>
                            <a:pt x="369094" y="0"/>
                          </a:cubicBezTo>
                          <a:lnTo>
                            <a:pt x="0" y="115824"/>
                          </a:lnTo>
                          <a:cubicBezTo>
                            <a:pt x="15621" y="118396"/>
                            <a:pt x="31147" y="121444"/>
                            <a:pt x="46482" y="124682"/>
                          </a:cubicBezTo>
                          <a:cubicBezTo>
                            <a:pt x="48387" y="125063"/>
                            <a:pt x="50387" y="125349"/>
                            <a:pt x="52292" y="125825"/>
                          </a:cubicBezTo>
                          <a:cubicBezTo>
                            <a:pt x="54959" y="126397"/>
                            <a:pt x="57626" y="127064"/>
                            <a:pt x="60293" y="127730"/>
                          </a:cubicBezTo>
                          <a:cubicBezTo>
                            <a:pt x="66008" y="129064"/>
                            <a:pt x="71723" y="130397"/>
                            <a:pt x="77438" y="131731"/>
                          </a:cubicBezTo>
                          <a:cubicBezTo>
                            <a:pt x="82963" y="133064"/>
                            <a:pt x="88487" y="134493"/>
                            <a:pt x="94012" y="135922"/>
                          </a:cubicBezTo>
                          <a:cubicBezTo>
                            <a:pt x="99631" y="137446"/>
                            <a:pt x="105251" y="138970"/>
                            <a:pt x="110871" y="140494"/>
                          </a:cubicBezTo>
                          <a:cubicBezTo>
                            <a:pt x="113824" y="141351"/>
                            <a:pt x="116776" y="142018"/>
                            <a:pt x="119729" y="142875"/>
                          </a:cubicBezTo>
                          <a:cubicBezTo>
                            <a:pt x="124777" y="144304"/>
                            <a:pt x="129826" y="145828"/>
                            <a:pt x="134874" y="147447"/>
                          </a:cubicBezTo>
                          <a:cubicBezTo>
                            <a:pt x="156877" y="154305"/>
                            <a:pt x="178498" y="161544"/>
                            <a:pt x="199644" y="169259"/>
                          </a:cubicBezTo>
                          <a:cubicBezTo>
                            <a:pt x="199739" y="169259"/>
                            <a:pt x="199834" y="169355"/>
                            <a:pt x="199930" y="169355"/>
                          </a:cubicBezTo>
                          <a:cubicBezTo>
                            <a:pt x="200215" y="169450"/>
                            <a:pt x="200501" y="169545"/>
                            <a:pt x="200787" y="169736"/>
                          </a:cubicBezTo>
                          <a:cubicBezTo>
                            <a:pt x="221075" y="177165"/>
                            <a:pt x="240983" y="184976"/>
                            <a:pt x="260509" y="193358"/>
                          </a:cubicBezTo>
                          <a:cubicBezTo>
                            <a:pt x="270700" y="197644"/>
                            <a:pt x="280797" y="202025"/>
                            <a:pt x="290703" y="206502"/>
                          </a:cubicBezTo>
                          <a:cubicBezTo>
                            <a:pt x="290893" y="206597"/>
                            <a:pt x="291084" y="206693"/>
                            <a:pt x="291179" y="206693"/>
                          </a:cubicBezTo>
                          <a:cubicBezTo>
                            <a:pt x="291751" y="206978"/>
                            <a:pt x="292322" y="207264"/>
                            <a:pt x="292894" y="207455"/>
                          </a:cubicBezTo>
                          <a:cubicBezTo>
                            <a:pt x="304991" y="212884"/>
                            <a:pt x="316801" y="218408"/>
                            <a:pt x="328517" y="223933"/>
                          </a:cubicBezTo>
                          <a:cubicBezTo>
                            <a:pt x="331660" y="225457"/>
                            <a:pt x="334804" y="226981"/>
                            <a:pt x="337852" y="228410"/>
                          </a:cubicBezTo>
                          <a:cubicBezTo>
                            <a:pt x="350044" y="234315"/>
                            <a:pt x="361950" y="240221"/>
                            <a:pt x="373571" y="246317"/>
                          </a:cubicBezTo>
                          <a:cubicBezTo>
                            <a:pt x="381667" y="250603"/>
                            <a:pt x="389668" y="254699"/>
                            <a:pt x="397478" y="258794"/>
                          </a:cubicBezTo>
                          <a:cubicBezTo>
                            <a:pt x="400145" y="260223"/>
                            <a:pt x="402622" y="261557"/>
                            <a:pt x="405289" y="262890"/>
                          </a:cubicBezTo>
                          <a:cubicBezTo>
                            <a:pt x="410432" y="265652"/>
                            <a:pt x="415576" y="268319"/>
                            <a:pt x="420624" y="270986"/>
                          </a:cubicBezTo>
                          <a:cubicBezTo>
                            <a:pt x="423577" y="272510"/>
                            <a:pt x="426530" y="274130"/>
                            <a:pt x="429387" y="275654"/>
                          </a:cubicBezTo>
                          <a:cubicBezTo>
                            <a:pt x="433959" y="278130"/>
                            <a:pt x="438531" y="280511"/>
                            <a:pt x="443103" y="282893"/>
                          </a:cubicBezTo>
                          <a:cubicBezTo>
                            <a:pt x="445960" y="284417"/>
                            <a:pt x="448818" y="285941"/>
                            <a:pt x="451675" y="287465"/>
                          </a:cubicBezTo>
                          <a:cubicBezTo>
                            <a:pt x="453200" y="288322"/>
                            <a:pt x="454819" y="289179"/>
                            <a:pt x="456438" y="289941"/>
                          </a:cubicBezTo>
                          <a:cubicBezTo>
                            <a:pt x="461296" y="292513"/>
                            <a:pt x="466058" y="295085"/>
                            <a:pt x="470821" y="297656"/>
                          </a:cubicBezTo>
                          <a:lnTo>
                            <a:pt x="839914" y="181832"/>
                          </a:lnTo>
                          <a:cubicBezTo>
                            <a:pt x="835152" y="179546"/>
                            <a:pt x="830294" y="176879"/>
                            <a:pt x="825532" y="174308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1356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6" name="AutoShape 106"/>
                    <p:cNvSpPr/>
                    <p:nvPr/>
                  </p:nvSpPr>
                  <p:spPr>
                    <a:xfrm>
                      <a:off x="5308187" y="2326005"/>
                      <a:ext cx="1218271" cy="21115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271" h="2111502">
                          <a:moveTo>
                            <a:pt x="902399" y="1810893"/>
                          </a:moveTo>
                          <a:cubicBezTo>
                            <a:pt x="907637" y="1809369"/>
                            <a:pt x="912686" y="1807655"/>
                            <a:pt x="917829" y="1805940"/>
                          </a:cubicBezTo>
                          <a:cubicBezTo>
                            <a:pt x="921163" y="1804797"/>
                            <a:pt x="924497" y="1803749"/>
                            <a:pt x="927735" y="1802606"/>
                          </a:cubicBezTo>
                          <a:cubicBezTo>
                            <a:pt x="931640" y="1801178"/>
                            <a:pt x="935450" y="1799749"/>
                            <a:pt x="939260" y="1798320"/>
                          </a:cubicBezTo>
                          <a:cubicBezTo>
                            <a:pt x="942499" y="1797082"/>
                            <a:pt x="945737" y="1795844"/>
                            <a:pt x="948881" y="1794605"/>
                          </a:cubicBezTo>
                          <a:cubicBezTo>
                            <a:pt x="952690" y="1793081"/>
                            <a:pt x="956405" y="1791367"/>
                            <a:pt x="960215" y="1789748"/>
                          </a:cubicBezTo>
                          <a:cubicBezTo>
                            <a:pt x="963263" y="1788414"/>
                            <a:pt x="966407" y="1787081"/>
                            <a:pt x="969455" y="1785652"/>
                          </a:cubicBezTo>
                          <a:cubicBezTo>
                            <a:pt x="973169" y="1783937"/>
                            <a:pt x="976884" y="1782032"/>
                            <a:pt x="980599" y="1780223"/>
                          </a:cubicBezTo>
                          <a:cubicBezTo>
                            <a:pt x="983552" y="1778794"/>
                            <a:pt x="986504" y="1777365"/>
                            <a:pt x="989362" y="1775841"/>
                          </a:cubicBezTo>
                          <a:cubicBezTo>
                            <a:pt x="993077" y="1773841"/>
                            <a:pt x="996696" y="1771841"/>
                            <a:pt x="1000411" y="1769745"/>
                          </a:cubicBezTo>
                          <a:cubicBezTo>
                            <a:pt x="1003173" y="1768221"/>
                            <a:pt x="1005935" y="1766697"/>
                            <a:pt x="1008698" y="1765078"/>
                          </a:cubicBezTo>
                          <a:cubicBezTo>
                            <a:pt x="1012507" y="1762887"/>
                            <a:pt x="1016222" y="1760506"/>
                            <a:pt x="1019937" y="1758125"/>
                          </a:cubicBezTo>
                          <a:cubicBezTo>
                            <a:pt x="1022414" y="1756601"/>
                            <a:pt x="1024985" y="1755077"/>
                            <a:pt x="1027462" y="1753457"/>
                          </a:cubicBezTo>
                          <a:cubicBezTo>
                            <a:pt x="1031557" y="1750790"/>
                            <a:pt x="1035558" y="1747933"/>
                            <a:pt x="1039558" y="1745171"/>
                          </a:cubicBezTo>
                          <a:cubicBezTo>
                            <a:pt x="1041559" y="1743742"/>
                            <a:pt x="1043654" y="1742408"/>
                            <a:pt x="1045655" y="1740980"/>
                          </a:cubicBezTo>
                          <a:cubicBezTo>
                            <a:pt x="1048417" y="1738979"/>
                            <a:pt x="1051179" y="1736788"/>
                            <a:pt x="1053941" y="1734693"/>
                          </a:cubicBezTo>
                          <a:cubicBezTo>
                            <a:pt x="1057085" y="1732312"/>
                            <a:pt x="1060228" y="1730026"/>
                            <a:pt x="1063276" y="1727645"/>
                          </a:cubicBezTo>
                          <a:cubicBezTo>
                            <a:pt x="1070896" y="1721549"/>
                            <a:pt x="1078135" y="1714976"/>
                            <a:pt x="1085279" y="1708309"/>
                          </a:cubicBezTo>
                          <a:cubicBezTo>
                            <a:pt x="1087183" y="1706499"/>
                            <a:pt x="1088993" y="1704784"/>
                            <a:pt x="1090803" y="1702975"/>
                          </a:cubicBezTo>
                          <a:cubicBezTo>
                            <a:pt x="1097090" y="1696784"/>
                            <a:pt x="1103186" y="1690497"/>
                            <a:pt x="1108996" y="1683830"/>
                          </a:cubicBezTo>
                          <a:cubicBezTo>
                            <a:pt x="1109758" y="1682972"/>
                            <a:pt x="1110615" y="1682115"/>
                            <a:pt x="1111472" y="1681163"/>
                          </a:cubicBezTo>
                          <a:cubicBezTo>
                            <a:pt x="1113949" y="1678305"/>
                            <a:pt x="1116425" y="1675162"/>
                            <a:pt x="1118807" y="1672209"/>
                          </a:cubicBezTo>
                          <a:cubicBezTo>
                            <a:pt x="1121188" y="1669256"/>
                            <a:pt x="1123664" y="1666304"/>
                            <a:pt x="1126046" y="1663256"/>
                          </a:cubicBezTo>
                          <a:cubicBezTo>
                            <a:pt x="1128427" y="1660208"/>
                            <a:pt x="1130618" y="1656969"/>
                            <a:pt x="1132904" y="1653826"/>
                          </a:cubicBezTo>
                          <a:cubicBezTo>
                            <a:pt x="1135190" y="1650683"/>
                            <a:pt x="1137571" y="1647539"/>
                            <a:pt x="1139762" y="1644301"/>
                          </a:cubicBezTo>
                          <a:cubicBezTo>
                            <a:pt x="1140714" y="1642872"/>
                            <a:pt x="1141666" y="1641348"/>
                            <a:pt x="1142714" y="1639824"/>
                          </a:cubicBezTo>
                          <a:cubicBezTo>
                            <a:pt x="1145762" y="1635157"/>
                            <a:pt x="1148810" y="1630490"/>
                            <a:pt x="1151763" y="1625632"/>
                          </a:cubicBezTo>
                          <a:cubicBezTo>
                            <a:pt x="1153097" y="1623441"/>
                            <a:pt x="1154430" y="1621060"/>
                            <a:pt x="1155764" y="1618869"/>
                          </a:cubicBezTo>
                          <a:cubicBezTo>
                            <a:pt x="1157859" y="1615250"/>
                            <a:pt x="1159955" y="1611535"/>
                            <a:pt x="1162050" y="1607820"/>
                          </a:cubicBezTo>
                          <a:cubicBezTo>
                            <a:pt x="1167003" y="1598867"/>
                            <a:pt x="1171766" y="1589723"/>
                            <a:pt x="1176242" y="1580102"/>
                          </a:cubicBezTo>
                          <a:cubicBezTo>
                            <a:pt x="1177862" y="1576578"/>
                            <a:pt x="1179290" y="1572863"/>
                            <a:pt x="1180910" y="1569244"/>
                          </a:cubicBezTo>
                          <a:cubicBezTo>
                            <a:pt x="1182910" y="1564577"/>
                            <a:pt x="1185005" y="1559814"/>
                            <a:pt x="1186815" y="1554956"/>
                          </a:cubicBezTo>
                          <a:cubicBezTo>
                            <a:pt x="1188149" y="1551432"/>
                            <a:pt x="1189291" y="1547813"/>
                            <a:pt x="1190625" y="1544193"/>
                          </a:cubicBezTo>
                          <a:cubicBezTo>
                            <a:pt x="1192340" y="1539335"/>
                            <a:pt x="1194054" y="1534573"/>
                            <a:pt x="1195578" y="1529620"/>
                          </a:cubicBezTo>
                          <a:cubicBezTo>
                            <a:pt x="1196721" y="1526000"/>
                            <a:pt x="1197674" y="1522190"/>
                            <a:pt x="1198721" y="1518476"/>
                          </a:cubicBezTo>
                          <a:cubicBezTo>
                            <a:pt x="1200245" y="1513142"/>
                            <a:pt x="1201674" y="1507903"/>
                            <a:pt x="1203008" y="1502378"/>
                          </a:cubicBezTo>
                          <a:cubicBezTo>
                            <a:pt x="1203865" y="1498663"/>
                            <a:pt x="1204627" y="1494854"/>
                            <a:pt x="1205484" y="1491044"/>
                          </a:cubicBezTo>
                          <a:cubicBezTo>
                            <a:pt x="1206818" y="1484948"/>
                            <a:pt x="1208056" y="1478852"/>
                            <a:pt x="1209104" y="1472660"/>
                          </a:cubicBezTo>
                          <a:cubicBezTo>
                            <a:pt x="1209770" y="1468850"/>
                            <a:pt x="1210342" y="1464945"/>
                            <a:pt x="1211008" y="1461040"/>
                          </a:cubicBezTo>
                          <a:cubicBezTo>
                            <a:pt x="1212152" y="1453706"/>
                            <a:pt x="1213104" y="1446181"/>
                            <a:pt x="1213961" y="1438561"/>
                          </a:cubicBezTo>
                          <a:cubicBezTo>
                            <a:pt x="1214342" y="1434846"/>
                            <a:pt x="1214819" y="1431131"/>
                            <a:pt x="1215200" y="1427321"/>
                          </a:cubicBezTo>
                          <a:cubicBezTo>
                            <a:pt x="1216343" y="1414844"/>
                            <a:pt x="1217295" y="1402175"/>
                            <a:pt x="1217771" y="1389031"/>
                          </a:cubicBezTo>
                          <a:cubicBezTo>
                            <a:pt x="1218152" y="1378744"/>
                            <a:pt x="1218343" y="1368266"/>
                            <a:pt x="1218248" y="1357598"/>
                          </a:cubicBezTo>
                          <a:cubicBezTo>
                            <a:pt x="1218248" y="1349407"/>
                            <a:pt x="1217962" y="1341406"/>
                            <a:pt x="1217676" y="1333500"/>
                          </a:cubicBezTo>
                          <a:cubicBezTo>
                            <a:pt x="1217581" y="1329881"/>
                            <a:pt x="1217295" y="1326356"/>
                            <a:pt x="1217105" y="1322832"/>
                          </a:cubicBezTo>
                          <a:cubicBezTo>
                            <a:pt x="1216819" y="1317879"/>
                            <a:pt x="1216533" y="1312926"/>
                            <a:pt x="1216152" y="1308068"/>
                          </a:cubicBezTo>
                          <a:cubicBezTo>
                            <a:pt x="1215866" y="1304449"/>
                            <a:pt x="1215581" y="1301020"/>
                            <a:pt x="1215200" y="1297496"/>
                          </a:cubicBezTo>
                          <a:cubicBezTo>
                            <a:pt x="1214723" y="1292828"/>
                            <a:pt x="1214342" y="1288066"/>
                            <a:pt x="1213771" y="1283494"/>
                          </a:cubicBezTo>
                          <a:cubicBezTo>
                            <a:pt x="1213390" y="1280065"/>
                            <a:pt x="1212914" y="1276731"/>
                            <a:pt x="1212533" y="1273397"/>
                          </a:cubicBezTo>
                          <a:cubicBezTo>
                            <a:pt x="1211961" y="1268825"/>
                            <a:pt x="1211294" y="1264349"/>
                            <a:pt x="1210532" y="1259872"/>
                          </a:cubicBezTo>
                          <a:cubicBezTo>
                            <a:pt x="1210056" y="1256633"/>
                            <a:pt x="1209485" y="1253395"/>
                            <a:pt x="1208913" y="1250156"/>
                          </a:cubicBezTo>
                          <a:cubicBezTo>
                            <a:pt x="1208151" y="1245965"/>
                            <a:pt x="1207389" y="1241965"/>
                            <a:pt x="1206532" y="1237869"/>
                          </a:cubicBezTo>
                          <a:cubicBezTo>
                            <a:pt x="1205770" y="1234250"/>
                            <a:pt x="1205008" y="1230535"/>
                            <a:pt x="1204151" y="1226915"/>
                          </a:cubicBezTo>
                          <a:cubicBezTo>
                            <a:pt x="1203293" y="1223010"/>
                            <a:pt x="1202246" y="1219200"/>
                            <a:pt x="1201293" y="1215485"/>
                          </a:cubicBezTo>
                          <a:cubicBezTo>
                            <a:pt x="1200341" y="1211961"/>
                            <a:pt x="1199483" y="1208437"/>
                            <a:pt x="1198531" y="1205008"/>
                          </a:cubicBezTo>
                          <a:cubicBezTo>
                            <a:pt x="1197864" y="1202627"/>
                            <a:pt x="1197102" y="1200245"/>
                            <a:pt x="1196340" y="1197864"/>
                          </a:cubicBezTo>
                          <a:cubicBezTo>
                            <a:pt x="1193102" y="1187196"/>
                            <a:pt x="1189577" y="1176814"/>
                            <a:pt x="1185577" y="1166908"/>
                          </a:cubicBezTo>
                          <a:cubicBezTo>
                            <a:pt x="1181957" y="1158050"/>
                            <a:pt x="1178052" y="1149477"/>
                            <a:pt x="1173956" y="1141095"/>
                          </a:cubicBezTo>
                          <a:cubicBezTo>
                            <a:pt x="1173004" y="1139095"/>
                            <a:pt x="1172051" y="1137095"/>
                            <a:pt x="1171004" y="1135190"/>
                          </a:cubicBezTo>
                          <a:cubicBezTo>
                            <a:pt x="1166432" y="1126236"/>
                            <a:pt x="1161669" y="1117473"/>
                            <a:pt x="1156621" y="1108996"/>
                          </a:cubicBezTo>
                          <a:cubicBezTo>
                            <a:pt x="1155954" y="1107853"/>
                            <a:pt x="1155192" y="1106805"/>
                            <a:pt x="1154525" y="1105662"/>
                          </a:cubicBezTo>
                          <a:cubicBezTo>
                            <a:pt x="1149668" y="1097756"/>
                            <a:pt x="1144429" y="1090041"/>
                            <a:pt x="1139000" y="1082516"/>
                          </a:cubicBezTo>
                          <a:cubicBezTo>
                            <a:pt x="1138142" y="1081278"/>
                            <a:pt x="1137285" y="1080040"/>
                            <a:pt x="1136333" y="1078802"/>
                          </a:cubicBezTo>
                          <a:cubicBezTo>
                            <a:pt x="1130713" y="1071182"/>
                            <a:pt x="1124712" y="1063847"/>
                            <a:pt x="1118521" y="1056704"/>
                          </a:cubicBezTo>
                          <a:cubicBezTo>
                            <a:pt x="1117187" y="1055180"/>
                            <a:pt x="1115758" y="1053560"/>
                            <a:pt x="1114425" y="1052036"/>
                          </a:cubicBezTo>
                          <a:cubicBezTo>
                            <a:pt x="1107948" y="1044797"/>
                            <a:pt x="1101281" y="1037749"/>
                            <a:pt x="1094232" y="1030986"/>
                          </a:cubicBezTo>
                          <a:cubicBezTo>
                            <a:pt x="1092899" y="1029653"/>
                            <a:pt x="1091470" y="1028414"/>
                            <a:pt x="1090041" y="1027176"/>
                          </a:cubicBezTo>
                          <a:cubicBezTo>
                            <a:pt x="1085088" y="1022509"/>
                            <a:pt x="1079945" y="1017937"/>
                            <a:pt x="1074801" y="1013460"/>
                          </a:cubicBezTo>
                          <a:cubicBezTo>
                            <a:pt x="1072801" y="1011746"/>
                            <a:pt x="1070801" y="1010126"/>
                            <a:pt x="1068800" y="1008412"/>
                          </a:cubicBezTo>
                          <a:cubicBezTo>
                            <a:pt x="1064038" y="1004411"/>
                            <a:pt x="1059085" y="1000411"/>
                            <a:pt x="1054132" y="996506"/>
                          </a:cubicBezTo>
                          <a:cubicBezTo>
                            <a:pt x="1052227" y="995077"/>
                            <a:pt x="1050417" y="993553"/>
                            <a:pt x="1048512" y="992124"/>
                          </a:cubicBezTo>
                          <a:cubicBezTo>
                            <a:pt x="1042987" y="987933"/>
                            <a:pt x="1037273" y="983742"/>
                            <a:pt x="1031557" y="979646"/>
                          </a:cubicBezTo>
                          <a:cubicBezTo>
                            <a:pt x="1030700" y="979075"/>
                            <a:pt x="1029938" y="978503"/>
                            <a:pt x="1029176" y="977932"/>
                          </a:cubicBezTo>
                          <a:cubicBezTo>
                            <a:pt x="1022509" y="973264"/>
                            <a:pt x="1015746" y="968788"/>
                            <a:pt x="1008793" y="964311"/>
                          </a:cubicBezTo>
                          <a:cubicBezTo>
                            <a:pt x="1006602" y="962882"/>
                            <a:pt x="1004411" y="961549"/>
                            <a:pt x="1002220" y="960215"/>
                          </a:cubicBezTo>
                          <a:cubicBezTo>
                            <a:pt x="997458" y="957167"/>
                            <a:pt x="992600" y="954214"/>
                            <a:pt x="987647" y="951262"/>
                          </a:cubicBezTo>
                          <a:cubicBezTo>
                            <a:pt x="984980" y="949643"/>
                            <a:pt x="982218" y="948119"/>
                            <a:pt x="979551" y="946595"/>
                          </a:cubicBezTo>
                          <a:cubicBezTo>
                            <a:pt x="974884" y="943928"/>
                            <a:pt x="970216" y="941260"/>
                            <a:pt x="965454" y="938689"/>
                          </a:cubicBezTo>
                          <a:cubicBezTo>
                            <a:pt x="960787" y="936117"/>
                            <a:pt x="956215" y="933641"/>
                            <a:pt x="951452" y="931164"/>
                          </a:cubicBezTo>
                          <a:cubicBezTo>
                            <a:pt x="938784" y="924592"/>
                            <a:pt x="925640" y="918210"/>
                            <a:pt x="912305" y="911828"/>
                          </a:cubicBezTo>
                          <a:cubicBezTo>
                            <a:pt x="908209" y="909828"/>
                            <a:pt x="903923" y="907923"/>
                            <a:pt x="899732" y="906018"/>
                          </a:cubicBezTo>
                          <a:cubicBezTo>
                            <a:pt x="888873" y="900970"/>
                            <a:pt x="877919" y="896017"/>
                            <a:pt x="866584" y="891159"/>
                          </a:cubicBezTo>
                          <a:cubicBezTo>
                            <a:pt x="864680" y="890302"/>
                            <a:pt x="862775" y="889540"/>
                            <a:pt x="860870" y="888683"/>
                          </a:cubicBezTo>
                          <a:cubicBezTo>
                            <a:pt x="847249" y="882872"/>
                            <a:pt x="833152" y="877157"/>
                            <a:pt x="818864" y="871442"/>
                          </a:cubicBezTo>
                          <a:cubicBezTo>
                            <a:pt x="816388" y="870490"/>
                            <a:pt x="813816" y="869442"/>
                            <a:pt x="811244" y="868489"/>
                          </a:cubicBezTo>
                          <a:cubicBezTo>
                            <a:pt x="796004" y="862584"/>
                            <a:pt x="780479" y="856679"/>
                            <a:pt x="764477" y="850964"/>
                          </a:cubicBezTo>
                          <a:cubicBezTo>
                            <a:pt x="756476" y="848392"/>
                            <a:pt x="748665" y="845725"/>
                            <a:pt x="741045" y="842962"/>
                          </a:cubicBezTo>
                          <a:cubicBezTo>
                            <a:pt x="740855" y="842867"/>
                            <a:pt x="740569" y="842772"/>
                            <a:pt x="740378" y="842677"/>
                          </a:cubicBezTo>
                          <a:cubicBezTo>
                            <a:pt x="733520" y="840200"/>
                            <a:pt x="726757" y="837629"/>
                            <a:pt x="720185" y="834962"/>
                          </a:cubicBezTo>
                          <a:cubicBezTo>
                            <a:pt x="714470" y="832580"/>
                            <a:pt x="708946" y="830580"/>
                            <a:pt x="703517" y="828675"/>
                          </a:cubicBezTo>
                          <a:cubicBezTo>
                            <a:pt x="698182" y="826770"/>
                            <a:pt x="693039" y="825151"/>
                            <a:pt x="687991" y="823627"/>
                          </a:cubicBezTo>
                          <a:cubicBezTo>
                            <a:pt x="685419" y="822865"/>
                            <a:pt x="682657" y="821912"/>
                            <a:pt x="680180" y="821150"/>
                          </a:cubicBezTo>
                          <a:lnTo>
                            <a:pt x="679132" y="620458"/>
                          </a:lnTo>
                          <a:cubicBezTo>
                            <a:pt x="718471" y="629412"/>
                            <a:pt x="757523" y="641509"/>
                            <a:pt x="796290" y="657035"/>
                          </a:cubicBezTo>
                          <a:cubicBezTo>
                            <a:pt x="834961" y="672560"/>
                            <a:pt x="869823" y="689039"/>
                            <a:pt x="900779" y="706564"/>
                          </a:cubicBezTo>
                          <a:cubicBezTo>
                            <a:pt x="918686" y="715899"/>
                            <a:pt x="935927" y="725614"/>
                            <a:pt x="952500" y="735711"/>
                          </a:cubicBezTo>
                          <a:cubicBezTo>
                            <a:pt x="953167" y="736092"/>
                            <a:pt x="953833" y="736568"/>
                            <a:pt x="954500" y="736949"/>
                          </a:cubicBezTo>
                          <a:cubicBezTo>
                            <a:pt x="959930" y="740283"/>
                            <a:pt x="965264" y="743712"/>
                            <a:pt x="970502" y="747046"/>
                          </a:cubicBezTo>
                          <a:cubicBezTo>
                            <a:pt x="978694" y="752285"/>
                            <a:pt x="986695" y="757619"/>
                            <a:pt x="994505" y="762953"/>
                          </a:cubicBezTo>
                          <a:cubicBezTo>
                            <a:pt x="997077" y="764667"/>
                            <a:pt x="999649" y="766382"/>
                            <a:pt x="1002125" y="768096"/>
                          </a:cubicBezTo>
                          <a:lnTo>
                            <a:pt x="1177195" y="415481"/>
                          </a:lnTo>
                          <a:cubicBezTo>
                            <a:pt x="1171004" y="412147"/>
                            <a:pt x="1164527" y="408718"/>
                            <a:pt x="1158145" y="405194"/>
                          </a:cubicBezTo>
                          <a:cubicBezTo>
                            <a:pt x="1155287" y="403670"/>
                            <a:pt x="1152430" y="402145"/>
                            <a:pt x="1149572" y="400621"/>
                          </a:cubicBezTo>
                          <a:cubicBezTo>
                            <a:pt x="1145096" y="398240"/>
                            <a:pt x="1140524" y="395764"/>
                            <a:pt x="1135856" y="393383"/>
                          </a:cubicBezTo>
                          <a:cubicBezTo>
                            <a:pt x="1132904" y="391859"/>
                            <a:pt x="1130046" y="390239"/>
                            <a:pt x="1127093" y="388715"/>
                          </a:cubicBezTo>
                          <a:cubicBezTo>
                            <a:pt x="1122045" y="386048"/>
                            <a:pt x="1116902" y="383381"/>
                            <a:pt x="1111758" y="380619"/>
                          </a:cubicBezTo>
                          <a:cubicBezTo>
                            <a:pt x="1109186" y="379286"/>
                            <a:pt x="1106615" y="377857"/>
                            <a:pt x="1103948" y="376523"/>
                          </a:cubicBezTo>
                          <a:cubicBezTo>
                            <a:pt x="1096137" y="372428"/>
                            <a:pt x="1088231" y="368237"/>
                            <a:pt x="1080040" y="364045"/>
                          </a:cubicBezTo>
                          <a:cubicBezTo>
                            <a:pt x="1068419" y="357949"/>
                            <a:pt x="1056418" y="352044"/>
                            <a:pt x="1044321" y="346139"/>
                          </a:cubicBezTo>
                          <a:cubicBezTo>
                            <a:pt x="1041178" y="344615"/>
                            <a:pt x="1038130" y="343091"/>
                            <a:pt x="1034986" y="341662"/>
                          </a:cubicBezTo>
                          <a:cubicBezTo>
                            <a:pt x="1023366" y="336137"/>
                            <a:pt x="1011555" y="330613"/>
                            <a:pt x="999363" y="325184"/>
                          </a:cubicBezTo>
                          <a:cubicBezTo>
                            <a:pt x="998601" y="324898"/>
                            <a:pt x="997934" y="324517"/>
                            <a:pt x="997172" y="324136"/>
                          </a:cubicBezTo>
                          <a:cubicBezTo>
                            <a:pt x="987266" y="319754"/>
                            <a:pt x="977170" y="315373"/>
                            <a:pt x="966978" y="310991"/>
                          </a:cubicBezTo>
                          <a:cubicBezTo>
                            <a:pt x="947452" y="302705"/>
                            <a:pt x="927545" y="294799"/>
                            <a:pt x="907256" y="287369"/>
                          </a:cubicBezTo>
                          <a:cubicBezTo>
                            <a:pt x="906875" y="287179"/>
                            <a:pt x="906494" y="287084"/>
                            <a:pt x="906113" y="286893"/>
                          </a:cubicBezTo>
                          <a:cubicBezTo>
                            <a:pt x="884968" y="279178"/>
                            <a:pt x="863441" y="271939"/>
                            <a:pt x="841343" y="265081"/>
                          </a:cubicBezTo>
                          <a:cubicBezTo>
                            <a:pt x="833438" y="262604"/>
                            <a:pt x="825341" y="260414"/>
                            <a:pt x="817340" y="258127"/>
                          </a:cubicBezTo>
                          <a:cubicBezTo>
                            <a:pt x="811721" y="256603"/>
                            <a:pt x="806101" y="254984"/>
                            <a:pt x="800481" y="253555"/>
                          </a:cubicBezTo>
                          <a:cubicBezTo>
                            <a:pt x="794957" y="252127"/>
                            <a:pt x="789432" y="250698"/>
                            <a:pt x="783907" y="249365"/>
                          </a:cubicBezTo>
                          <a:cubicBezTo>
                            <a:pt x="778193" y="247936"/>
                            <a:pt x="772478" y="246602"/>
                            <a:pt x="766763" y="245364"/>
                          </a:cubicBezTo>
                          <a:cubicBezTo>
                            <a:pt x="762190" y="244316"/>
                            <a:pt x="757523" y="243364"/>
                            <a:pt x="752951" y="242411"/>
                          </a:cubicBezTo>
                          <a:cubicBezTo>
                            <a:pt x="737616" y="239173"/>
                            <a:pt x="722186" y="236125"/>
                            <a:pt x="706469" y="233553"/>
                          </a:cubicBezTo>
                          <a:lnTo>
                            <a:pt x="705231" y="6096"/>
                          </a:lnTo>
                          <a:lnTo>
                            <a:pt x="536638" y="0"/>
                          </a:lnTo>
                          <a:lnTo>
                            <a:pt x="537782" y="208597"/>
                          </a:lnTo>
                          <a:lnTo>
                            <a:pt x="537782" y="208597"/>
                          </a:lnTo>
                          <a:lnTo>
                            <a:pt x="537782" y="213074"/>
                          </a:lnTo>
                          <a:lnTo>
                            <a:pt x="537877" y="223456"/>
                          </a:lnTo>
                          <a:lnTo>
                            <a:pt x="537877" y="225362"/>
                          </a:lnTo>
                          <a:cubicBezTo>
                            <a:pt x="533114" y="225743"/>
                            <a:pt x="528352" y="226219"/>
                            <a:pt x="523589" y="226695"/>
                          </a:cubicBezTo>
                          <a:cubicBezTo>
                            <a:pt x="518065" y="227267"/>
                            <a:pt x="512445" y="227838"/>
                            <a:pt x="506921" y="228505"/>
                          </a:cubicBezTo>
                          <a:cubicBezTo>
                            <a:pt x="503111" y="228981"/>
                            <a:pt x="499396" y="229457"/>
                            <a:pt x="495586" y="230029"/>
                          </a:cubicBezTo>
                          <a:cubicBezTo>
                            <a:pt x="489585" y="230886"/>
                            <a:pt x="483584" y="231839"/>
                            <a:pt x="477679" y="232886"/>
                          </a:cubicBezTo>
                          <a:cubicBezTo>
                            <a:pt x="474345" y="233458"/>
                            <a:pt x="470916" y="234029"/>
                            <a:pt x="467582" y="234696"/>
                          </a:cubicBezTo>
                          <a:cubicBezTo>
                            <a:pt x="457962" y="236506"/>
                            <a:pt x="448342" y="238601"/>
                            <a:pt x="438912" y="240983"/>
                          </a:cubicBezTo>
                          <a:cubicBezTo>
                            <a:pt x="436340" y="241649"/>
                            <a:pt x="433769" y="242316"/>
                            <a:pt x="431197" y="242983"/>
                          </a:cubicBezTo>
                          <a:cubicBezTo>
                            <a:pt x="423482" y="244983"/>
                            <a:pt x="415766" y="247174"/>
                            <a:pt x="408146" y="249460"/>
                          </a:cubicBezTo>
                          <a:cubicBezTo>
                            <a:pt x="388906" y="255365"/>
                            <a:pt x="370046" y="262033"/>
                            <a:pt x="351568" y="269939"/>
                          </a:cubicBezTo>
                          <a:cubicBezTo>
                            <a:pt x="293370" y="294513"/>
                            <a:pt x="242697" y="328422"/>
                            <a:pt x="199358" y="371475"/>
                          </a:cubicBezTo>
                          <a:cubicBezTo>
                            <a:pt x="156019" y="414433"/>
                            <a:pt x="121920" y="466439"/>
                            <a:pt x="97060" y="527114"/>
                          </a:cubicBezTo>
                          <a:cubicBezTo>
                            <a:pt x="72104" y="587978"/>
                            <a:pt x="59817" y="658463"/>
                            <a:pt x="60293" y="738759"/>
                          </a:cubicBezTo>
                          <a:cubicBezTo>
                            <a:pt x="60579" y="796671"/>
                            <a:pt x="68294" y="848201"/>
                            <a:pt x="83248" y="893350"/>
                          </a:cubicBezTo>
                          <a:cubicBezTo>
                            <a:pt x="98298" y="938594"/>
                            <a:pt x="121253" y="979075"/>
                            <a:pt x="152400" y="1015175"/>
                          </a:cubicBezTo>
                          <a:cubicBezTo>
                            <a:pt x="183451" y="1051274"/>
                            <a:pt x="222980" y="1083850"/>
                            <a:pt x="270891" y="1113092"/>
                          </a:cubicBezTo>
                          <a:cubicBezTo>
                            <a:pt x="311182" y="1137666"/>
                            <a:pt x="358140" y="1161193"/>
                            <a:pt x="411385" y="1183577"/>
                          </a:cubicBezTo>
                          <a:cubicBezTo>
                            <a:pt x="421386" y="1187767"/>
                            <a:pt x="431578" y="1191959"/>
                            <a:pt x="442055" y="1196150"/>
                          </a:cubicBezTo>
                          <a:cubicBezTo>
                            <a:pt x="451009" y="1199864"/>
                            <a:pt x="459962" y="1203388"/>
                            <a:pt x="468916" y="1206913"/>
                          </a:cubicBezTo>
                          <a:cubicBezTo>
                            <a:pt x="503587" y="1220438"/>
                            <a:pt x="538353" y="1232535"/>
                            <a:pt x="573024" y="1243298"/>
                          </a:cubicBezTo>
                          <a:lnTo>
                            <a:pt x="573119" y="1261777"/>
                          </a:lnTo>
                          <a:lnTo>
                            <a:pt x="573500" y="1323308"/>
                          </a:lnTo>
                          <a:lnTo>
                            <a:pt x="573786" y="1371409"/>
                          </a:lnTo>
                          <a:lnTo>
                            <a:pt x="573977" y="1401223"/>
                          </a:lnTo>
                          <a:lnTo>
                            <a:pt x="574072" y="1427607"/>
                          </a:lnTo>
                          <a:lnTo>
                            <a:pt x="574167" y="1439513"/>
                          </a:lnTo>
                          <a:cubicBezTo>
                            <a:pt x="566547" y="1438084"/>
                            <a:pt x="559022" y="1436370"/>
                            <a:pt x="551402" y="1434751"/>
                          </a:cubicBezTo>
                          <a:cubicBezTo>
                            <a:pt x="547688" y="1433989"/>
                            <a:pt x="543973" y="1433322"/>
                            <a:pt x="540353" y="1432465"/>
                          </a:cubicBezTo>
                          <a:cubicBezTo>
                            <a:pt x="538067" y="1431893"/>
                            <a:pt x="535686" y="1431417"/>
                            <a:pt x="533400" y="1430846"/>
                          </a:cubicBezTo>
                          <a:cubicBezTo>
                            <a:pt x="523780" y="1428464"/>
                            <a:pt x="514159" y="1425892"/>
                            <a:pt x="504539" y="1423130"/>
                          </a:cubicBezTo>
                          <a:cubicBezTo>
                            <a:pt x="503301" y="1422749"/>
                            <a:pt x="502063" y="1422463"/>
                            <a:pt x="500920" y="1422178"/>
                          </a:cubicBezTo>
                          <a:cubicBezTo>
                            <a:pt x="500253" y="1421987"/>
                            <a:pt x="499586" y="1421892"/>
                            <a:pt x="498919" y="1421606"/>
                          </a:cubicBezTo>
                          <a:cubicBezTo>
                            <a:pt x="497586" y="1421225"/>
                            <a:pt x="496253" y="1420749"/>
                            <a:pt x="495014" y="1420273"/>
                          </a:cubicBezTo>
                          <a:cubicBezTo>
                            <a:pt x="485204" y="1417225"/>
                            <a:pt x="475393" y="1414082"/>
                            <a:pt x="465582" y="1410653"/>
                          </a:cubicBezTo>
                          <a:cubicBezTo>
                            <a:pt x="463867" y="1410081"/>
                            <a:pt x="462153" y="1409509"/>
                            <a:pt x="460438" y="1408843"/>
                          </a:cubicBezTo>
                          <a:cubicBezTo>
                            <a:pt x="459581" y="1408557"/>
                            <a:pt x="458724" y="1408176"/>
                            <a:pt x="457867" y="1407890"/>
                          </a:cubicBezTo>
                          <a:cubicBezTo>
                            <a:pt x="447008" y="1403890"/>
                            <a:pt x="436150" y="1399794"/>
                            <a:pt x="425291" y="1395222"/>
                          </a:cubicBezTo>
                          <a:cubicBezTo>
                            <a:pt x="413671" y="1390364"/>
                            <a:pt x="402336" y="1385411"/>
                            <a:pt x="391382" y="1380554"/>
                          </a:cubicBezTo>
                          <a:cubicBezTo>
                            <a:pt x="391096" y="1380458"/>
                            <a:pt x="390811" y="1380268"/>
                            <a:pt x="390525" y="1380173"/>
                          </a:cubicBezTo>
                          <a:cubicBezTo>
                            <a:pt x="389763" y="1379887"/>
                            <a:pt x="389096" y="1379506"/>
                            <a:pt x="388430" y="1379220"/>
                          </a:cubicBezTo>
                          <a:cubicBezTo>
                            <a:pt x="378809" y="1374934"/>
                            <a:pt x="369475" y="1370552"/>
                            <a:pt x="360331" y="1366171"/>
                          </a:cubicBezTo>
                          <a:cubicBezTo>
                            <a:pt x="358616" y="1365313"/>
                            <a:pt x="356807" y="1364456"/>
                            <a:pt x="355092" y="1363694"/>
                          </a:cubicBezTo>
                          <a:cubicBezTo>
                            <a:pt x="345853" y="1359217"/>
                            <a:pt x="336994" y="1354836"/>
                            <a:pt x="328327" y="1350359"/>
                          </a:cubicBezTo>
                          <a:cubicBezTo>
                            <a:pt x="326612" y="1349502"/>
                            <a:pt x="324898" y="1348550"/>
                            <a:pt x="323183" y="1347692"/>
                          </a:cubicBezTo>
                          <a:cubicBezTo>
                            <a:pt x="320231" y="1346168"/>
                            <a:pt x="317468" y="1344644"/>
                            <a:pt x="314611" y="1343025"/>
                          </a:cubicBezTo>
                          <a:cubicBezTo>
                            <a:pt x="308896" y="1339977"/>
                            <a:pt x="303086" y="1336929"/>
                            <a:pt x="297656" y="1333881"/>
                          </a:cubicBezTo>
                          <a:cubicBezTo>
                            <a:pt x="284893" y="1326928"/>
                            <a:pt x="272510" y="1319784"/>
                            <a:pt x="260223" y="1312640"/>
                          </a:cubicBezTo>
                          <a:cubicBezTo>
                            <a:pt x="256508" y="1310450"/>
                            <a:pt x="252794" y="1308163"/>
                            <a:pt x="249079" y="1305973"/>
                          </a:cubicBezTo>
                          <a:cubicBezTo>
                            <a:pt x="240411" y="1300829"/>
                            <a:pt x="231934" y="1295591"/>
                            <a:pt x="223552" y="1290257"/>
                          </a:cubicBezTo>
                          <a:cubicBezTo>
                            <a:pt x="221361" y="1288923"/>
                            <a:pt x="219266" y="1287494"/>
                            <a:pt x="217170" y="1286161"/>
                          </a:cubicBezTo>
                          <a:cubicBezTo>
                            <a:pt x="215551" y="1285113"/>
                            <a:pt x="213931" y="1284161"/>
                            <a:pt x="212408" y="1283113"/>
                          </a:cubicBezTo>
                          <a:cubicBezTo>
                            <a:pt x="199644" y="1274921"/>
                            <a:pt x="187166" y="1266634"/>
                            <a:pt x="174974" y="1258062"/>
                          </a:cubicBezTo>
                          <a:lnTo>
                            <a:pt x="0" y="1633061"/>
                          </a:lnTo>
                          <a:cubicBezTo>
                            <a:pt x="76105" y="1683353"/>
                            <a:pt x="162020" y="1725835"/>
                            <a:pt x="257746" y="1760506"/>
                          </a:cubicBezTo>
                          <a:cubicBezTo>
                            <a:pt x="353473" y="1795177"/>
                            <a:pt x="449866" y="1818704"/>
                            <a:pt x="546830" y="1831181"/>
                          </a:cubicBezTo>
                          <a:lnTo>
                            <a:pt x="548354" y="2105406"/>
                          </a:lnTo>
                          <a:lnTo>
                            <a:pt x="716947" y="2111502"/>
                          </a:lnTo>
                          <a:lnTo>
                            <a:pt x="715518" y="1841659"/>
                          </a:lnTo>
                          <a:cubicBezTo>
                            <a:pt x="779526" y="1838801"/>
                            <a:pt x="842010" y="1828800"/>
                            <a:pt x="902399" y="1810893"/>
                          </a:cubicBezTo>
                          <a:close/>
                          <a:moveTo>
                            <a:pt x="569595" y="665893"/>
                          </a:moveTo>
                          <a:lnTo>
                            <a:pt x="569595" y="673322"/>
                          </a:lnTo>
                          <a:lnTo>
                            <a:pt x="569595" y="681704"/>
                          </a:lnTo>
                          <a:lnTo>
                            <a:pt x="569690" y="695135"/>
                          </a:lnTo>
                          <a:lnTo>
                            <a:pt x="569786" y="707708"/>
                          </a:lnTo>
                          <a:lnTo>
                            <a:pt x="569881" y="722281"/>
                          </a:lnTo>
                          <a:lnTo>
                            <a:pt x="569976" y="735330"/>
                          </a:lnTo>
                          <a:lnTo>
                            <a:pt x="570071" y="748760"/>
                          </a:lnTo>
                          <a:lnTo>
                            <a:pt x="570167" y="763810"/>
                          </a:lnTo>
                          <a:lnTo>
                            <a:pt x="570262" y="779050"/>
                          </a:lnTo>
                          <a:cubicBezTo>
                            <a:pt x="563594" y="776002"/>
                            <a:pt x="557403" y="772858"/>
                            <a:pt x="551498" y="769715"/>
                          </a:cubicBezTo>
                          <a:cubicBezTo>
                            <a:pt x="551307" y="769620"/>
                            <a:pt x="551117" y="769525"/>
                            <a:pt x="550926" y="769430"/>
                          </a:cubicBezTo>
                          <a:cubicBezTo>
                            <a:pt x="548640" y="768191"/>
                            <a:pt x="546735" y="766953"/>
                            <a:pt x="544544" y="765715"/>
                          </a:cubicBezTo>
                          <a:cubicBezTo>
                            <a:pt x="541211" y="763810"/>
                            <a:pt x="537782" y="761905"/>
                            <a:pt x="534734" y="759905"/>
                          </a:cubicBezTo>
                          <a:cubicBezTo>
                            <a:pt x="534448" y="759714"/>
                            <a:pt x="534162" y="759619"/>
                            <a:pt x="533972" y="759428"/>
                          </a:cubicBezTo>
                          <a:cubicBezTo>
                            <a:pt x="532448" y="758476"/>
                            <a:pt x="531114" y="757428"/>
                            <a:pt x="529685" y="756476"/>
                          </a:cubicBezTo>
                          <a:cubicBezTo>
                            <a:pt x="526828" y="754571"/>
                            <a:pt x="524161" y="752570"/>
                            <a:pt x="521589" y="750665"/>
                          </a:cubicBezTo>
                          <a:cubicBezTo>
                            <a:pt x="521113" y="750284"/>
                            <a:pt x="520541" y="749903"/>
                            <a:pt x="520065" y="749522"/>
                          </a:cubicBezTo>
                          <a:cubicBezTo>
                            <a:pt x="519684" y="749141"/>
                            <a:pt x="519113" y="748856"/>
                            <a:pt x="518732" y="748570"/>
                          </a:cubicBezTo>
                          <a:cubicBezTo>
                            <a:pt x="517493" y="747617"/>
                            <a:pt x="516636" y="746570"/>
                            <a:pt x="515493" y="745617"/>
                          </a:cubicBezTo>
                          <a:cubicBezTo>
                            <a:pt x="513779" y="744093"/>
                            <a:pt x="512064" y="742569"/>
                            <a:pt x="510445" y="741045"/>
                          </a:cubicBezTo>
                          <a:cubicBezTo>
                            <a:pt x="509302" y="739902"/>
                            <a:pt x="507873" y="738854"/>
                            <a:pt x="506730" y="737711"/>
                          </a:cubicBezTo>
                          <a:cubicBezTo>
                            <a:pt x="504254" y="735139"/>
                            <a:pt x="502348" y="732377"/>
                            <a:pt x="500348" y="729615"/>
                          </a:cubicBezTo>
                          <a:cubicBezTo>
                            <a:pt x="499872" y="728948"/>
                            <a:pt x="499205" y="728282"/>
                            <a:pt x="498729" y="727520"/>
                          </a:cubicBezTo>
                          <a:cubicBezTo>
                            <a:pt x="497777" y="726091"/>
                            <a:pt x="496919" y="724662"/>
                            <a:pt x="496062" y="723233"/>
                          </a:cubicBezTo>
                          <a:cubicBezTo>
                            <a:pt x="495300" y="721900"/>
                            <a:pt x="494633" y="720471"/>
                            <a:pt x="493967" y="719042"/>
                          </a:cubicBezTo>
                          <a:cubicBezTo>
                            <a:pt x="493395" y="717899"/>
                            <a:pt x="492728" y="716756"/>
                            <a:pt x="492157" y="715518"/>
                          </a:cubicBezTo>
                          <a:cubicBezTo>
                            <a:pt x="491395" y="713804"/>
                            <a:pt x="490728" y="712089"/>
                            <a:pt x="490157" y="710279"/>
                          </a:cubicBezTo>
                          <a:cubicBezTo>
                            <a:pt x="489775" y="709232"/>
                            <a:pt x="489585" y="708089"/>
                            <a:pt x="489299" y="707041"/>
                          </a:cubicBezTo>
                          <a:cubicBezTo>
                            <a:pt x="488537" y="704469"/>
                            <a:pt x="487680" y="701993"/>
                            <a:pt x="487204" y="699230"/>
                          </a:cubicBezTo>
                          <a:cubicBezTo>
                            <a:pt x="487204" y="698945"/>
                            <a:pt x="487013" y="698754"/>
                            <a:pt x="487013" y="698564"/>
                          </a:cubicBezTo>
                          <a:cubicBezTo>
                            <a:pt x="486918" y="698278"/>
                            <a:pt x="486918" y="697992"/>
                            <a:pt x="486918" y="697611"/>
                          </a:cubicBezTo>
                          <a:cubicBezTo>
                            <a:pt x="486632" y="695801"/>
                            <a:pt x="486632" y="693896"/>
                            <a:pt x="486442" y="691991"/>
                          </a:cubicBezTo>
                          <a:cubicBezTo>
                            <a:pt x="486156" y="689705"/>
                            <a:pt x="485870" y="687419"/>
                            <a:pt x="485870" y="684943"/>
                          </a:cubicBezTo>
                          <a:cubicBezTo>
                            <a:pt x="485870" y="683990"/>
                            <a:pt x="485680" y="683133"/>
                            <a:pt x="485584" y="682181"/>
                          </a:cubicBezTo>
                          <a:cubicBezTo>
                            <a:pt x="485584" y="680847"/>
                            <a:pt x="485870" y="679609"/>
                            <a:pt x="485870" y="678275"/>
                          </a:cubicBezTo>
                          <a:cubicBezTo>
                            <a:pt x="485965" y="676370"/>
                            <a:pt x="486156" y="674465"/>
                            <a:pt x="486346" y="672560"/>
                          </a:cubicBezTo>
                          <a:cubicBezTo>
                            <a:pt x="486537" y="671132"/>
                            <a:pt x="486442" y="669608"/>
                            <a:pt x="486728" y="668274"/>
                          </a:cubicBezTo>
                          <a:cubicBezTo>
                            <a:pt x="486918" y="666941"/>
                            <a:pt x="487299" y="665607"/>
                            <a:pt x="487585" y="664369"/>
                          </a:cubicBezTo>
                          <a:cubicBezTo>
                            <a:pt x="487680" y="663893"/>
                            <a:pt x="487871" y="663512"/>
                            <a:pt x="487966" y="663131"/>
                          </a:cubicBezTo>
                          <a:cubicBezTo>
                            <a:pt x="488347" y="661702"/>
                            <a:pt x="488728" y="660273"/>
                            <a:pt x="489204" y="658939"/>
                          </a:cubicBezTo>
                          <a:cubicBezTo>
                            <a:pt x="489490" y="657892"/>
                            <a:pt x="489775" y="656749"/>
                            <a:pt x="490157" y="655701"/>
                          </a:cubicBezTo>
                          <a:cubicBezTo>
                            <a:pt x="490633" y="654368"/>
                            <a:pt x="491109" y="653129"/>
                            <a:pt x="491681" y="651891"/>
                          </a:cubicBezTo>
                          <a:cubicBezTo>
                            <a:pt x="491776" y="651605"/>
                            <a:pt x="492061" y="651320"/>
                            <a:pt x="492157" y="651034"/>
                          </a:cubicBezTo>
                          <a:cubicBezTo>
                            <a:pt x="492823" y="649605"/>
                            <a:pt x="493681" y="648272"/>
                            <a:pt x="494443" y="646938"/>
                          </a:cubicBezTo>
                          <a:cubicBezTo>
                            <a:pt x="495014" y="645890"/>
                            <a:pt x="495490" y="644747"/>
                            <a:pt x="496157" y="643795"/>
                          </a:cubicBezTo>
                          <a:cubicBezTo>
                            <a:pt x="496729" y="642937"/>
                            <a:pt x="497205" y="642080"/>
                            <a:pt x="497777" y="641223"/>
                          </a:cubicBezTo>
                          <a:cubicBezTo>
                            <a:pt x="498824" y="639794"/>
                            <a:pt x="500253" y="638556"/>
                            <a:pt x="501396" y="637223"/>
                          </a:cubicBezTo>
                          <a:cubicBezTo>
                            <a:pt x="502634" y="635794"/>
                            <a:pt x="503777" y="634365"/>
                            <a:pt x="505206" y="633032"/>
                          </a:cubicBezTo>
                          <a:cubicBezTo>
                            <a:pt x="506159" y="632079"/>
                            <a:pt x="507206" y="631222"/>
                            <a:pt x="508254" y="630364"/>
                          </a:cubicBezTo>
                          <a:cubicBezTo>
                            <a:pt x="510826" y="628269"/>
                            <a:pt x="513588" y="626364"/>
                            <a:pt x="516636" y="624554"/>
                          </a:cubicBezTo>
                          <a:cubicBezTo>
                            <a:pt x="517874" y="623792"/>
                            <a:pt x="519303" y="623126"/>
                            <a:pt x="520636" y="622364"/>
                          </a:cubicBezTo>
                          <a:cubicBezTo>
                            <a:pt x="523589" y="620839"/>
                            <a:pt x="526637" y="619506"/>
                            <a:pt x="529971" y="618173"/>
                          </a:cubicBezTo>
                          <a:cubicBezTo>
                            <a:pt x="531400" y="617601"/>
                            <a:pt x="532829" y="617030"/>
                            <a:pt x="534353" y="616553"/>
                          </a:cubicBezTo>
                          <a:cubicBezTo>
                            <a:pt x="544544" y="613124"/>
                            <a:pt x="556165" y="610648"/>
                            <a:pt x="569500" y="609410"/>
                          </a:cubicBezTo>
                          <a:lnTo>
                            <a:pt x="569500" y="615791"/>
                          </a:lnTo>
                          <a:lnTo>
                            <a:pt x="569500" y="619792"/>
                          </a:lnTo>
                          <a:lnTo>
                            <a:pt x="569500" y="623316"/>
                          </a:lnTo>
                          <a:lnTo>
                            <a:pt x="569500" y="626745"/>
                          </a:lnTo>
                          <a:lnTo>
                            <a:pt x="569500" y="630174"/>
                          </a:lnTo>
                          <a:lnTo>
                            <a:pt x="569500" y="633794"/>
                          </a:lnTo>
                          <a:lnTo>
                            <a:pt x="569500" y="637604"/>
                          </a:lnTo>
                          <a:lnTo>
                            <a:pt x="569500" y="641795"/>
                          </a:lnTo>
                          <a:lnTo>
                            <a:pt x="569500" y="646557"/>
                          </a:lnTo>
                          <a:lnTo>
                            <a:pt x="569500" y="652082"/>
                          </a:lnTo>
                          <a:lnTo>
                            <a:pt x="569500" y="658654"/>
                          </a:lnTo>
                          <a:lnTo>
                            <a:pt x="569595" y="665893"/>
                          </a:lnTo>
                          <a:close/>
                          <a:moveTo>
                            <a:pt x="682561" y="1284637"/>
                          </a:moveTo>
                          <a:cubicBezTo>
                            <a:pt x="710660" y="1297591"/>
                            <a:pt x="733234" y="1312069"/>
                            <a:pt x="750189" y="1328357"/>
                          </a:cubicBezTo>
                          <a:cubicBezTo>
                            <a:pt x="767048" y="1344549"/>
                            <a:pt x="775621" y="1363123"/>
                            <a:pt x="775716" y="1383887"/>
                          </a:cubicBezTo>
                          <a:cubicBezTo>
                            <a:pt x="775811" y="1401128"/>
                            <a:pt x="770001" y="1415129"/>
                            <a:pt x="758857" y="1426083"/>
                          </a:cubicBezTo>
                          <a:cubicBezTo>
                            <a:pt x="757619" y="1427321"/>
                            <a:pt x="756571" y="1428655"/>
                            <a:pt x="755237" y="1429798"/>
                          </a:cubicBezTo>
                          <a:cubicBezTo>
                            <a:pt x="755142" y="1429893"/>
                            <a:pt x="755047" y="1429988"/>
                            <a:pt x="754952" y="1430084"/>
                          </a:cubicBezTo>
                          <a:cubicBezTo>
                            <a:pt x="751713" y="1432655"/>
                            <a:pt x="747998" y="1435037"/>
                            <a:pt x="743807" y="1437132"/>
                          </a:cubicBezTo>
                          <a:cubicBezTo>
                            <a:pt x="739331" y="1439323"/>
                            <a:pt x="734378" y="1441228"/>
                            <a:pt x="728758" y="1442942"/>
                          </a:cubicBezTo>
                          <a:cubicBezTo>
                            <a:pt x="726948" y="1443514"/>
                            <a:pt x="725043" y="1443990"/>
                            <a:pt x="723138" y="1444466"/>
                          </a:cubicBezTo>
                          <a:cubicBezTo>
                            <a:pt x="721900" y="1444752"/>
                            <a:pt x="720757" y="1445038"/>
                            <a:pt x="719519" y="1445324"/>
                          </a:cubicBezTo>
                          <a:cubicBezTo>
                            <a:pt x="717232" y="1445800"/>
                            <a:pt x="714947" y="1446276"/>
                            <a:pt x="712470" y="1446657"/>
                          </a:cubicBezTo>
                          <a:cubicBezTo>
                            <a:pt x="711708" y="1446752"/>
                            <a:pt x="710851" y="1446943"/>
                            <a:pt x="710089" y="1447038"/>
                          </a:cubicBezTo>
                          <a:cubicBezTo>
                            <a:pt x="706946" y="1447514"/>
                            <a:pt x="703707" y="1447991"/>
                            <a:pt x="700278" y="1448372"/>
                          </a:cubicBezTo>
                          <a:cubicBezTo>
                            <a:pt x="699897" y="1448372"/>
                            <a:pt x="699611" y="1448467"/>
                            <a:pt x="699230" y="1448467"/>
                          </a:cubicBezTo>
                          <a:cubicBezTo>
                            <a:pt x="694182" y="1449038"/>
                            <a:pt x="689038" y="1449515"/>
                            <a:pt x="683514" y="1449800"/>
                          </a:cubicBezTo>
                          <a:lnTo>
                            <a:pt x="682561" y="128463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6EA6FF">
                            <a:alpha val="100000"/>
                          </a:srgbClr>
                        </a:gs>
                        <a:gs pos="49610">
                          <a:srgbClr val="387BFF">
                            <a:alpha val="100000"/>
                          </a:srgbClr>
                        </a:gs>
                        <a:gs pos="97140">
                          <a:srgbClr val="105EDD">
                            <a:alpha val="100000"/>
                          </a:srgbClr>
                        </a:gs>
                      </a:gsLst>
                      <a:lin ang="564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7" name="AutoShape 107"/>
                    <p:cNvSpPr/>
                    <p:nvPr/>
                  </p:nvSpPr>
                  <p:spPr>
                    <a:xfrm>
                      <a:off x="5339238" y="2351055"/>
                      <a:ext cx="1162169" cy="20600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62169" h="2060067">
                          <a:moveTo>
                            <a:pt x="541401" y="2055781"/>
                          </a:moveTo>
                          <a:lnTo>
                            <a:pt x="540068" y="1805178"/>
                          </a:lnTo>
                          <a:cubicBezTo>
                            <a:pt x="539972" y="1792796"/>
                            <a:pt x="530828" y="1782413"/>
                            <a:pt x="518541" y="1780889"/>
                          </a:cubicBezTo>
                          <a:cubicBezTo>
                            <a:pt x="423863" y="1768793"/>
                            <a:pt x="328327" y="1745456"/>
                            <a:pt x="234696" y="1711547"/>
                          </a:cubicBezTo>
                          <a:cubicBezTo>
                            <a:pt x="148685" y="1680401"/>
                            <a:pt x="69914" y="1642301"/>
                            <a:pt x="0" y="1598295"/>
                          </a:cubicBezTo>
                          <a:lnTo>
                            <a:pt x="153638" y="1269016"/>
                          </a:lnTo>
                          <a:cubicBezTo>
                            <a:pt x="158020" y="1271873"/>
                            <a:pt x="172403" y="1281208"/>
                            <a:pt x="172403" y="1281208"/>
                          </a:cubicBezTo>
                          <a:lnTo>
                            <a:pt x="178975" y="1285399"/>
                          </a:lnTo>
                          <a:cubicBezTo>
                            <a:pt x="187452" y="1290733"/>
                            <a:pt x="196120" y="1296067"/>
                            <a:pt x="204978" y="1301401"/>
                          </a:cubicBezTo>
                          <a:lnTo>
                            <a:pt x="216313" y="1308164"/>
                          </a:lnTo>
                          <a:cubicBezTo>
                            <a:pt x="228791" y="1315498"/>
                            <a:pt x="241459" y="1322737"/>
                            <a:pt x="254413" y="1329785"/>
                          </a:cubicBezTo>
                          <a:cubicBezTo>
                            <a:pt x="258318" y="1331976"/>
                            <a:pt x="262890" y="1334452"/>
                            <a:pt x="267367" y="1336834"/>
                          </a:cubicBezTo>
                          <a:cubicBezTo>
                            <a:pt x="267367" y="1336834"/>
                            <a:pt x="278225" y="1342739"/>
                            <a:pt x="280321" y="1343787"/>
                          </a:cubicBezTo>
                          <a:lnTo>
                            <a:pt x="285655" y="1346549"/>
                          </a:lnTo>
                          <a:cubicBezTo>
                            <a:pt x="294418" y="1351121"/>
                            <a:pt x="303562" y="1355598"/>
                            <a:pt x="312992" y="1360170"/>
                          </a:cubicBezTo>
                          <a:lnTo>
                            <a:pt x="318421" y="1362742"/>
                          </a:lnTo>
                          <a:cubicBezTo>
                            <a:pt x="327660" y="1367123"/>
                            <a:pt x="337090" y="1371600"/>
                            <a:pt x="346901" y="1375981"/>
                          </a:cubicBezTo>
                          <a:lnTo>
                            <a:pt x="348996" y="1376934"/>
                          </a:lnTo>
                          <a:cubicBezTo>
                            <a:pt x="360997" y="1382268"/>
                            <a:pt x="372523" y="1387316"/>
                            <a:pt x="384334" y="1392269"/>
                          </a:cubicBezTo>
                          <a:cubicBezTo>
                            <a:pt x="394335" y="1396460"/>
                            <a:pt x="405384" y="1400747"/>
                            <a:pt x="417957" y="1405319"/>
                          </a:cubicBezTo>
                          <a:lnTo>
                            <a:pt x="420338" y="1406271"/>
                          </a:lnTo>
                          <a:lnTo>
                            <a:pt x="425863" y="1408176"/>
                          </a:lnTo>
                          <a:cubicBezTo>
                            <a:pt x="436055" y="1411796"/>
                            <a:pt x="446151" y="1415034"/>
                            <a:pt x="456343" y="1418177"/>
                          </a:cubicBezTo>
                          <a:lnTo>
                            <a:pt x="460439" y="1419511"/>
                          </a:lnTo>
                          <a:cubicBezTo>
                            <a:pt x="460724" y="1419606"/>
                            <a:pt x="465201" y="1420749"/>
                            <a:pt x="465201" y="1420749"/>
                          </a:cubicBezTo>
                          <a:cubicBezTo>
                            <a:pt x="476155" y="1423892"/>
                            <a:pt x="486156" y="1426655"/>
                            <a:pt x="496157" y="1429036"/>
                          </a:cubicBezTo>
                          <a:lnTo>
                            <a:pt x="503396" y="1430750"/>
                          </a:lnTo>
                          <a:cubicBezTo>
                            <a:pt x="505873" y="1431322"/>
                            <a:pt x="508254" y="1431798"/>
                            <a:pt x="510731" y="1432370"/>
                          </a:cubicBezTo>
                          <a:lnTo>
                            <a:pt x="520256" y="1434370"/>
                          </a:lnTo>
                          <a:cubicBezTo>
                            <a:pt x="526256" y="1435703"/>
                            <a:pt x="532257" y="1437037"/>
                            <a:pt x="538353" y="1438085"/>
                          </a:cubicBezTo>
                          <a:cubicBezTo>
                            <a:pt x="539782" y="1438370"/>
                            <a:pt x="541306" y="1438466"/>
                            <a:pt x="542735" y="1438466"/>
                          </a:cubicBezTo>
                          <a:cubicBezTo>
                            <a:pt x="548450" y="1438466"/>
                            <a:pt x="554165" y="1436465"/>
                            <a:pt x="558641" y="1432655"/>
                          </a:cubicBezTo>
                          <a:cubicBezTo>
                            <a:pt x="564261" y="1427893"/>
                            <a:pt x="567500" y="1420940"/>
                            <a:pt x="567404" y="1413605"/>
                          </a:cubicBezTo>
                          <a:lnTo>
                            <a:pt x="566357" y="1217390"/>
                          </a:lnTo>
                          <a:cubicBezTo>
                            <a:pt x="566261" y="1206627"/>
                            <a:pt x="559213" y="1197102"/>
                            <a:pt x="548926" y="1193959"/>
                          </a:cubicBezTo>
                          <a:cubicBezTo>
                            <a:pt x="514826" y="1183481"/>
                            <a:pt x="480441" y="1171385"/>
                            <a:pt x="446532" y="1158240"/>
                          </a:cubicBezTo>
                          <a:cubicBezTo>
                            <a:pt x="437769" y="1154811"/>
                            <a:pt x="428911" y="1151382"/>
                            <a:pt x="420148" y="1147667"/>
                          </a:cubicBezTo>
                          <a:cubicBezTo>
                            <a:pt x="409480" y="1143476"/>
                            <a:pt x="399479" y="1139381"/>
                            <a:pt x="389668" y="1135190"/>
                          </a:cubicBezTo>
                          <a:cubicBezTo>
                            <a:pt x="337661" y="1113282"/>
                            <a:pt x="291465" y="1090136"/>
                            <a:pt x="252508" y="1066324"/>
                          </a:cubicBezTo>
                          <a:cubicBezTo>
                            <a:pt x="206883" y="1038511"/>
                            <a:pt x="168974" y="1007269"/>
                            <a:pt x="139827" y="973360"/>
                          </a:cubicBezTo>
                          <a:cubicBezTo>
                            <a:pt x="111062" y="940022"/>
                            <a:pt x="89345" y="901827"/>
                            <a:pt x="75438" y="859822"/>
                          </a:cubicBezTo>
                          <a:cubicBezTo>
                            <a:pt x="61341" y="817340"/>
                            <a:pt x="54102" y="767906"/>
                            <a:pt x="53721" y="712946"/>
                          </a:cubicBezTo>
                          <a:cubicBezTo>
                            <a:pt x="53340" y="636270"/>
                            <a:pt x="65056" y="568262"/>
                            <a:pt x="88678" y="510826"/>
                          </a:cubicBezTo>
                          <a:cubicBezTo>
                            <a:pt x="112205" y="453295"/>
                            <a:pt x="144875" y="403670"/>
                            <a:pt x="185547" y="363284"/>
                          </a:cubicBezTo>
                          <a:cubicBezTo>
                            <a:pt x="226600" y="322517"/>
                            <a:pt x="275273" y="290132"/>
                            <a:pt x="330041" y="266986"/>
                          </a:cubicBezTo>
                          <a:cubicBezTo>
                            <a:pt x="346901" y="259842"/>
                            <a:pt x="365093" y="253270"/>
                            <a:pt x="384239" y="247460"/>
                          </a:cubicBezTo>
                          <a:cubicBezTo>
                            <a:pt x="391478" y="245269"/>
                            <a:pt x="398812" y="243173"/>
                            <a:pt x="406241" y="241268"/>
                          </a:cubicBezTo>
                          <a:lnTo>
                            <a:pt x="413576" y="239363"/>
                          </a:lnTo>
                          <a:cubicBezTo>
                            <a:pt x="422720" y="237077"/>
                            <a:pt x="431864" y="235077"/>
                            <a:pt x="441103" y="233363"/>
                          </a:cubicBezTo>
                          <a:cubicBezTo>
                            <a:pt x="443103" y="232982"/>
                            <a:pt x="450818" y="231648"/>
                            <a:pt x="450818" y="231648"/>
                          </a:cubicBezTo>
                          <a:cubicBezTo>
                            <a:pt x="456533" y="230696"/>
                            <a:pt x="462248" y="229743"/>
                            <a:pt x="467963" y="228886"/>
                          </a:cubicBezTo>
                          <a:cubicBezTo>
                            <a:pt x="471583" y="228410"/>
                            <a:pt x="475202" y="227933"/>
                            <a:pt x="478822" y="227457"/>
                          </a:cubicBezTo>
                          <a:cubicBezTo>
                            <a:pt x="484156" y="226790"/>
                            <a:pt x="489490" y="226219"/>
                            <a:pt x="494824" y="225647"/>
                          </a:cubicBezTo>
                          <a:lnTo>
                            <a:pt x="498634" y="225266"/>
                          </a:lnTo>
                          <a:cubicBezTo>
                            <a:pt x="501872" y="224885"/>
                            <a:pt x="505206" y="224600"/>
                            <a:pt x="508540" y="224314"/>
                          </a:cubicBezTo>
                          <a:cubicBezTo>
                            <a:pt x="521494" y="223361"/>
                            <a:pt x="531400" y="212503"/>
                            <a:pt x="531400" y="199549"/>
                          </a:cubicBezTo>
                          <a:lnTo>
                            <a:pt x="530352" y="0"/>
                          </a:lnTo>
                          <a:lnTo>
                            <a:pt x="649605" y="4286"/>
                          </a:lnTo>
                          <a:lnTo>
                            <a:pt x="650748" y="208026"/>
                          </a:lnTo>
                          <a:cubicBezTo>
                            <a:pt x="650843" y="220028"/>
                            <a:pt x="659511" y="230314"/>
                            <a:pt x="671417" y="232219"/>
                          </a:cubicBezTo>
                          <a:cubicBezTo>
                            <a:pt x="685038" y="234506"/>
                            <a:pt x="699421" y="237173"/>
                            <a:pt x="716756" y="240887"/>
                          </a:cubicBezTo>
                          <a:cubicBezTo>
                            <a:pt x="721328" y="241840"/>
                            <a:pt x="725805" y="242792"/>
                            <a:pt x="730187" y="243745"/>
                          </a:cubicBezTo>
                          <a:cubicBezTo>
                            <a:pt x="735806" y="244983"/>
                            <a:pt x="741426" y="246316"/>
                            <a:pt x="747046" y="247650"/>
                          </a:cubicBezTo>
                          <a:cubicBezTo>
                            <a:pt x="752475" y="248984"/>
                            <a:pt x="757809" y="250317"/>
                            <a:pt x="763238" y="251746"/>
                          </a:cubicBezTo>
                          <a:cubicBezTo>
                            <a:pt x="768763" y="253175"/>
                            <a:pt x="774192" y="254699"/>
                            <a:pt x="779621" y="256223"/>
                          </a:cubicBezTo>
                          <a:cubicBezTo>
                            <a:pt x="787813" y="258509"/>
                            <a:pt x="795433" y="260604"/>
                            <a:pt x="803053" y="262985"/>
                          </a:cubicBezTo>
                          <a:cubicBezTo>
                            <a:pt x="824675" y="269748"/>
                            <a:pt x="846011" y="276892"/>
                            <a:pt x="866585" y="284417"/>
                          </a:cubicBezTo>
                          <a:cubicBezTo>
                            <a:pt x="888206" y="292322"/>
                            <a:pt x="907923" y="300133"/>
                            <a:pt x="926211" y="307943"/>
                          </a:cubicBezTo>
                          <a:cubicBezTo>
                            <a:pt x="936308" y="312230"/>
                            <a:pt x="946309" y="316516"/>
                            <a:pt x="956024" y="320897"/>
                          </a:cubicBezTo>
                          <a:lnTo>
                            <a:pt x="958120" y="321850"/>
                          </a:lnTo>
                          <a:cubicBezTo>
                            <a:pt x="970121" y="327184"/>
                            <a:pt x="981742" y="332613"/>
                            <a:pt x="993267" y="338138"/>
                          </a:cubicBezTo>
                          <a:lnTo>
                            <a:pt x="1002506" y="342614"/>
                          </a:lnTo>
                          <a:cubicBezTo>
                            <a:pt x="1014413" y="348425"/>
                            <a:pt x="1026223" y="354235"/>
                            <a:pt x="1037558" y="360236"/>
                          </a:cubicBezTo>
                          <a:lnTo>
                            <a:pt x="1113377" y="400241"/>
                          </a:lnTo>
                          <a:lnTo>
                            <a:pt x="961358" y="706469"/>
                          </a:lnTo>
                          <a:cubicBezTo>
                            <a:pt x="958501" y="704564"/>
                            <a:pt x="949643" y="698945"/>
                            <a:pt x="949643" y="698945"/>
                          </a:cubicBezTo>
                          <a:cubicBezTo>
                            <a:pt x="945166" y="696087"/>
                            <a:pt x="940689" y="693230"/>
                            <a:pt x="936022" y="690372"/>
                          </a:cubicBezTo>
                          <a:lnTo>
                            <a:pt x="934022" y="689134"/>
                          </a:lnTo>
                          <a:cubicBezTo>
                            <a:pt x="916781" y="678656"/>
                            <a:pt x="898874" y="668655"/>
                            <a:pt x="880777" y="659225"/>
                          </a:cubicBezTo>
                          <a:cubicBezTo>
                            <a:pt x="850106" y="641890"/>
                            <a:pt x="814007" y="624745"/>
                            <a:pt x="774097" y="608648"/>
                          </a:cubicBezTo>
                          <a:cubicBezTo>
                            <a:pt x="734663" y="592931"/>
                            <a:pt x="693992" y="580168"/>
                            <a:pt x="653225" y="570929"/>
                          </a:cubicBezTo>
                          <a:cubicBezTo>
                            <a:pt x="651415" y="570548"/>
                            <a:pt x="649605" y="570357"/>
                            <a:pt x="647795" y="570357"/>
                          </a:cubicBezTo>
                          <a:cubicBezTo>
                            <a:pt x="642271" y="570357"/>
                            <a:pt x="636746" y="572262"/>
                            <a:pt x="632365" y="575786"/>
                          </a:cubicBezTo>
                          <a:cubicBezTo>
                            <a:pt x="626459" y="580454"/>
                            <a:pt x="623126" y="587597"/>
                            <a:pt x="623126" y="595122"/>
                          </a:cubicBezTo>
                          <a:lnTo>
                            <a:pt x="624173" y="795814"/>
                          </a:lnTo>
                          <a:cubicBezTo>
                            <a:pt x="624269" y="806863"/>
                            <a:pt x="631603" y="816483"/>
                            <a:pt x="642176" y="819436"/>
                          </a:cubicBezTo>
                          <a:cubicBezTo>
                            <a:pt x="643509" y="819817"/>
                            <a:pt x="649415" y="821722"/>
                            <a:pt x="649415" y="821722"/>
                          </a:cubicBezTo>
                          <a:cubicBezTo>
                            <a:pt x="654177" y="823151"/>
                            <a:pt x="659035" y="824675"/>
                            <a:pt x="663988" y="826484"/>
                          </a:cubicBezTo>
                          <a:cubicBezTo>
                            <a:pt x="669036" y="828294"/>
                            <a:pt x="674180" y="830104"/>
                            <a:pt x="679514" y="832295"/>
                          </a:cubicBezTo>
                          <a:cubicBezTo>
                            <a:pt x="686372" y="835057"/>
                            <a:pt x="693420" y="837819"/>
                            <a:pt x="700564" y="840391"/>
                          </a:cubicBezTo>
                          <a:cubicBezTo>
                            <a:pt x="709232" y="843534"/>
                            <a:pt x="717328" y="846392"/>
                            <a:pt x="725615" y="849059"/>
                          </a:cubicBezTo>
                          <a:cubicBezTo>
                            <a:pt x="740569" y="854488"/>
                            <a:pt x="755904" y="860203"/>
                            <a:pt x="770954" y="866108"/>
                          </a:cubicBezTo>
                          <a:lnTo>
                            <a:pt x="778383" y="869061"/>
                          </a:lnTo>
                          <a:cubicBezTo>
                            <a:pt x="792575" y="874681"/>
                            <a:pt x="806387" y="880301"/>
                            <a:pt x="819817" y="886016"/>
                          </a:cubicBezTo>
                          <a:lnTo>
                            <a:pt x="825532" y="888492"/>
                          </a:lnTo>
                          <a:cubicBezTo>
                            <a:pt x="836581" y="893255"/>
                            <a:pt x="847344" y="898208"/>
                            <a:pt x="858012" y="903065"/>
                          </a:cubicBezTo>
                          <a:lnTo>
                            <a:pt x="870395" y="908780"/>
                          </a:lnTo>
                          <a:cubicBezTo>
                            <a:pt x="883444" y="914972"/>
                            <a:pt x="896303" y="921258"/>
                            <a:pt x="908685" y="927735"/>
                          </a:cubicBezTo>
                          <a:cubicBezTo>
                            <a:pt x="912685" y="929831"/>
                            <a:pt x="916686" y="932021"/>
                            <a:pt x="920687" y="934117"/>
                          </a:cubicBezTo>
                          <a:lnTo>
                            <a:pt x="922306" y="934974"/>
                          </a:lnTo>
                          <a:cubicBezTo>
                            <a:pt x="926973" y="937451"/>
                            <a:pt x="931450" y="940022"/>
                            <a:pt x="935927" y="942594"/>
                          </a:cubicBezTo>
                          <a:lnTo>
                            <a:pt x="943832" y="947166"/>
                          </a:lnTo>
                          <a:cubicBezTo>
                            <a:pt x="948500" y="949928"/>
                            <a:pt x="953167" y="952786"/>
                            <a:pt x="957739" y="955739"/>
                          </a:cubicBezTo>
                          <a:lnTo>
                            <a:pt x="964121" y="959644"/>
                          </a:lnTo>
                          <a:cubicBezTo>
                            <a:pt x="970788" y="963930"/>
                            <a:pt x="977265" y="968312"/>
                            <a:pt x="983647" y="972693"/>
                          </a:cubicBezTo>
                          <a:lnTo>
                            <a:pt x="986028" y="974408"/>
                          </a:lnTo>
                          <a:cubicBezTo>
                            <a:pt x="991552" y="978313"/>
                            <a:pt x="996982" y="982313"/>
                            <a:pt x="1002316" y="986314"/>
                          </a:cubicBezTo>
                          <a:lnTo>
                            <a:pt x="1007650" y="990505"/>
                          </a:lnTo>
                          <a:cubicBezTo>
                            <a:pt x="1012412" y="994220"/>
                            <a:pt x="1017080" y="998030"/>
                            <a:pt x="1021652" y="1001839"/>
                          </a:cubicBezTo>
                          <a:lnTo>
                            <a:pt x="1027367" y="1006697"/>
                          </a:lnTo>
                          <a:cubicBezTo>
                            <a:pt x="1032319" y="1010984"/>
                            <a:pt x="1037177" y="1015365"/>
                            <a:pt x="1041940" y="1019747"/>
                          </a:cubicBezTo>
                          <a:lnTo>
                            <a:pt x="1045845" y="1023366"/>
                          </a:lnTo>
                          <a:cubicBezTo>
                            <a:pt x="1051751" y="1028986"/>
                            <a:pt x="1057751" y="1035272"/>
                            <a:pt x="1064705" y="1043083"/>
                          </a:cubicBezTo>
                          <a:lnTo>
                            <a:pt x="1068515" y="1047464"/>
                          </a:lnTo>
                          <a:cubicBezTo>
                            <a:pt x="1074611" y="1054418"/>
                            <a:pt x="1080135" y="1061371"/>
                            <a:pt x="1085183" y="1068229"/>
                          </a:cubicBezTo>
                          <a:lnTo>
                            <a:pt x="1087660" y="1071658"/>
                          </a:lnTo>
                          <a:cubicBezTo>
                            <a:pt x="1092803" y="1078706"/>
                            <a:pt x="1097661" y="1086041"/>
                            <a:pt x="1102233" y="1093375"/>
                          </a:cubicBezTo>
                          <a:lnTo>
                            <a:pt x="1104138" y="1096423"/>
                          </a:lnTo>
                          <a:cubicBezTo>
                            <a:pt x="1108615" y="1103852"/>
                            <a:pt x="1113092" y="1111853"/>
                            <a:pt x="1117664" y="1120997"/>
                          </a:cubicBezTo>
                          <a:lnTo>
                            <a:pt x="1120426" y="1126522"/>
                          </a:lnTo>
                          <a:cubicBezTo>
                            <a:pt x="1124903" y="1135761"/>
                            <a:pt x="1128332" y="1143476"/>
                            <a:pt x="1131284" y="1150811"/>
                          </a:cubicBezTo>
                          <a:cubicBezTo>
                            <a:pt x="1134618" y="1159002"/>
                            <a:pt x="1137857" y="1168241"/>
                            <a:pt x="1141381" y="1179862"/>
                          </a:cubicBezTo>
                          <a:lnTo>
                            <a:pt x="1143381" y="1186529"/>
                          </a:lnTo>
                          <a:cubicBezTo>
                            <a:pt x="1144238" y="1189577"/>
                            <a:pt x="1145000" y="1192625"/>
                            <a:pt x="1145858" y="1195673"/>
                          </a:cubicBezTo>
                          <a:cubicBezTo>
                            <a:pt x="1147001" y="1200055"/>
                            <a:pt x="1147953" y="1203579"/>
                            <a:pt x="1148715" y="1207294"/>
                          </a:cubicBezTo>
                          <a:cubicBezTo>
                            <a:pt x="1149477" y="1210723"/>
                            <a:pt x="1150239" y="1214247"/>
                            <a:pt x="1151001" y="1217676"/>
                          </a:cubicBezTo>
                          <a:cubicBezTo>
                            <a:pt x="1151763" y="1221486"/>
                            <a:pt x="1152525" y="1225296"/>
                            <a:pt x="1153287" y="1229201"/>
                          </a:cubicBezTo>
                          <a:cubicBezTo>
                            <a:pt x="1153859" y="1232345"/>
                            <a:pt x="1154335" y="1235393"/>
                            <a:pt x="1154811" y="1238441"/>
                          </a:cubicBezTo>
                          <a:cubicBezTo>
                            <a:pt x="1155478" y="1242727"/>
                            <a:pt x="1156145" y="1247013"/>
                            <a:pt x="1156716" y="1251299"/>
                          </a:cubicBezTo>
                          <a:cubicBezTo>
                            <a:pt x="1157097" y="1254443"/>
                            <a:pt x="1157573" y="1257681"/>
                            <a:pt x="1157954" y="1260920"/>
                          </a:cubicBezTo>
                          <a:cubicBezTo>
                            <a:pt x="1158526" y="1265396"/>
                            <a:pt x="1158907" y="1269873"/>
                            <a:pt x="1159383" y="1274445"/>
                          </a:cubicBezTo>
                          <a:cubicBezTo>
                            <a:pt x="1159669" y="1277874"/>
                            <a:pt x="1160050" y="1281208"/>
                            <a:pt x="1160240" y="1284637"/>
                          </a:cubicBezTo>
                          <a:cubicBezTo>
                            <a:pt x="1160621" y="1289399"/>
                            <a:pt x="1160907" y="1294162"/>
                            <a:pt x="1161098" y="1298924"/>
                          </a:cubicBezTo>
                          <a:lnTo>
                            <a:pt x="1161574" y="1309211"/>
                          </a:lnTo>
                          <a:cubicBezTo>
                            <a:pt x="1161860" y="1316927"/>
                            <a:pt x="1162050" y="1324642"/>
                            <a:pt x="1162145" y="1332548"/>
                          </a:cubicBezTo>
                          <a:cubicBezTo>
                            <a:pt x="1162241" y="1342835"/>
                            <a:pt x="1162050" y="1353026"/>
                            <a:pt x="1161669" y="1362932"/>
                          </a:cubicBezTo>
                          <a:cubicBezTo>
                            <a:pt x="1161288" y="1374553"/>
                            <a:pt x="1160431" y="1386650"/>
                            <a:pt x="1159193" y="1399794"/>
                          </a:cubicBezTo>
                          <a:cubicBezTo>
                            <a:pt x="1158907" y="1402937"/>
                            <a:pt x="1158526" y="1405985"/>
                            <a:pt x="1158240" y="1409033"/>
                          </a:cubicBezTo>
                          <a:lnTo>
                            <a:pt x="1158050" y="1410557"/>
                          </a:lnTo>
                          <a:cubicBezTo>
                            <a:pt x="1157192" y="1417892"/>
                            <a:pt x="1156335" y="1425035"/>
                            <a:pt x="1155192" y="1431989"/>
                          </a:cubicBezTo>
                          <a:lnTo>
                            <a:pt x="1155002" y="1433322"/>
                          </a:lnTo>
                          <a:cubicBezTo>
                            <a:pt x="1154525" y="1436656"/>
                            <a:pt x="1153954" y="1439894"/>
                            <a:pt x="1153382" y="1443133"/>
                          </a:cubicBezTo>
                          <a:cubicBezTo>
                            <a:pt x="1152335" y="1449038"/>
                            <a:pt x="1151096" y="1454849"/>
                            <a:pt x="1149953" y="1460659"/>
                          </a:cubicBezTo>
                          <a:lnTo>
                            <a:pt x="1149382" y="1463421"/>
                          </a:lnTo>
                          <a:cubicBezTo>
                            <a:pt x="1148810" y="1466088"/>
                            <a:pt x="1148239" y="1468850"/>
                            <a:pt x="1147667" y="1471422"/>
                          </a:cubicBezTo>
                          <a:cubicBezTo>
                            <a:pt x="1146429" y="1476566"/>
                            <a:pt x="1145000" y="1481519"/>
                            <a:pt x="1143667" y="1486567"/>
                          </a:cubicBezTo>
                          <a:lnTo>
                            <a:pt x="1142619" y="1490281"/>
                          </a:lnTo>
                          <a:cubicBezTo>
                            <a:pt x="1141952" y="1492568"/>
                            <a:pt x="1141381" y="1494854"/>
                            <a:pt x="1140714" y="1497044"/>
                          </a:cubicBezTo>
                          <a:cubicBezTo>
                            <a:pt x="1139476" y="1500950"/>
                            <a:pt x="1138142" y="1504760"/>
                            <a:pt x="1136809" y="1508570"/>
                          </a:cubicBezTo>
                          <a:lnTo>
                            <a:pt x="1134618" y="1514761"/>
                          </a:lnTo>
                          <a:cubicBezTo>
                            <a:pt x="1133951" y="1516761"/>
                            <a:pt x="1133189" y="1518856"/>
                            <a:pt x="1132427" y="1520857"/>
                          </a:cubicBezTo>
                          <a:cubicBezTo>
                            <a:pt x="1130999" y="1524476"/>
                            <a:pt x="1129475" y="1528096"/>
                            <a:pt x="1127951" y="1531715"/>
                          </a:cubicBezTo>
                          <a:lnTo>
                            <a:pt x="1125093" y="1538478"/>
                          </a:lnTo>
                          <a:cubicBezTo>
                            <a:pt x="1124331" y="1540478"/>
                            <a:pt x="1123474" y="1542383"/>
                            <a:pt x="1122617" y="1544384"/>
                          </a:cubicBezTo>
                          <a:cubicBezTo>
                            <a:pt x="1118807" y="1552385"/>
                            <a:pt x="1114520" y="1560767"/>
                            <a:pt x="1109091" y="1570673"/>
                          </a:cubicBezTo>
                          <a:cubicBezTo>
                            <a:pt x="1107091" y="1574197"/>
                            <a:pt x="1105186" y="1577721"/>
                            <a:pt x="1103186" y="1581150"/>
                          </a:cubicBezTo>
                          <a:lnTo>
                            <a:pt x="1099376" y="1587532"/>
                          </a:lnTo>
                          <a:cubicBezTo>
                            <a:pt x="1096613" y="1592104"/>
                            <a:pt x="1093756" y="1596485"/>
                            <a:pt x="1090803" y="1600867"/>
                          </a:cubicBezTo>
                          <a:lnTo>
                            <a:pt x="1088041" y="1605153"/>
                          </a:lnTo>
                          <a:cubicBezTo>
                            <a:pt x="1086612" y="1607153"/>
                            <a:pt x="1085183" y="1609154"/>
                            <a:pt x="1083659" y="1611154"/>
                          </a:cubicBezTo>
                          <a:lnTo>
                            <a:pt x="1079278" y="1617155"/>
                          </a:lnTo>
                          <a:cubicBezTo>
                            <a:pt x="1077849" y="1619060"/>
                            <a:pt x="1076516" y="1621060"/>
                            <a:pt x="1075087" y="1622965"/>
                          </a:cubicBezTo>
                          <a:cubicBezTo>
                            <a:pt x="1073658" y="1624775"/>
                            <a:pt x="1072229" y="1626584"/>
                            <a:pt x="1070705" y="1628394"/>
                          </a:cubicBezTo>
                          <a:lnTo>
                            <a:pt x="1066324" y="1633823"/>
                          </a:lnTo>
                          <a:cubicBezTo>
                            <a:pt x="1064705" y="1635824"/>
                            <a:pt x="1063085" y="1637824"/>
                            <a:pt x="1061466" y="1639729"/>
                          </a:cubicBezTo>
                          <a:lnTo>
                            <a:pt x="1059275" y="1642110"/>
                          </a:lnTo>
                          <a:cubicBezTo>
                            <a:pt x="1053941" y="1648111"/>
                            <a:pt x="1048226" y="1654112"/>
                            <a:pt x="1042130" y="1660112"/>
                          </a:cubicBezTo>
                          <a:cubicBezTo>
                            <a:pt x="1040416" y="1661827"/>
                            <a:pt x="1038701" y="1663446"/>
                            <a:pt x="1036987" y="1665065"/>
                          </a:cubicBezTo>
                          <a:cubicBezTo>
                            <a:pt x="1029462" y="1672209"/>
                            <a:pt x="1022699" y="1678115"/>
                            <a:pt x="1016413" y="1683163"/>
                          </a:cubicBezTo>
                          <a:cubicBezTo>
                            <a:pt x="1014603" y="1684592"/>
                            <a:pt x="1012698" y="1686020"/>
                            <a:pt x="1010793" y="1687449"/>
                          </a:cubicBezTo>
                          <a:lnTo>
                            <a:pt x="1004602" y="1692116"/>
                          </a:lnTo>
                          <a:cubicBezTo>
                            <a:pt x="1003078" y="1693355"/>
                            <a:pt x="1001459" y="1694498"/>
                            <a:pt x="999935" y="1695736"/>
                          </a:cubicBezTo>
                          <a:lnTo>
                            <a:pt x="994124" y="1699736"/>
                          </a:lnTo>
                          <a:cubicBezTo>
                            <a:pt x="990029" y="1702594"/>
                            <a:pt x="986504" y="1705166"/>
                            <a:pt x="982789" y="1707547"/>
                          </a:cubicBezTo>
                          <a:cubicBezTo>
                            <a:pt x="981361" y="1708499"/>
                            <a:pt x="980027" y="1709356"/>
                            <a:pt x="978598" y="1710119"/>
                          </a:cubicBezTo>
                          <a:lnTo>
                            <a:pt x="973074" y="1713548"/>
                          </a:lnTo>
                          <a:cubicBezTo>
                            <a:pt x="970407" y="1715262"/>
                            <a:pt x="967740" y="1716881"/>
                            <a:pt x="965073" y="1718501"/>
                          </a:cubicBezTo>
                          <a:cubicBezTo>
                            <a:pt x="963168" y="1719644"/>
                            <a:pt x="961454" y="1720596"/>
                            <a:pt x="959644" y="1721549"/>
                          </a:cubicBezTo>
                          <a:lnTo>
                            <a:pt x="955929" y="1723644"/>
                          </a:lnTo>
                          <a:cubicBezTo>
                            <a:pt x="952881" y="1725359"/>
                            <a:pt x="949833" y="1727073"/>
                            <a:pt x="946690" y="1728692"/>
                          </a:cubicBezTo>
                          <a:cubicBezTo>
                            <a:pt x="944880" y="1729645"/>
                            <a:pt x="943070" y="1730597"/>
                            <a:pt x="941165" y="1731455"/>
                          </a:cubicBezTo>
                          <a:lnTo>
                            <a:pt x="937165" y="1733455"/>
                          </a:lnTo>
                          <a:cubicBezTo>
                            <a:pt x="934117" y="1734979"/>
                            <a:pt x="930973" y="1736503"/>
                            <a:pt x="927830" y="1738027"/>
                          </a:cubicBezTo>
                          <a:cubicBezTo>
                            <a:pt x="925639" y="1739075"/>
                            <a:pt x="919163" y="1741837"/>
                            <a:pt x="919163" y="1741837"/>
                          </a:cubicBezTo>
                          <a:lnTo>
                            <a:pt x="917924" y="1742408"/>
                          </a:lnTo>
                          <a:cubicBezTo>
                            <a:pt x="914781" y="1743837"/>
                            <a:pt x="911638" y="1745171"/>
                            <a:pt x="908495" y="1746504"/>
                          </a:cubicBezTo>
                          <a:cubicBezTo>
                            <a:pt x="906304" y="1747361"/>
                            <a:pt x="899255" y="1750124"/>
                            <a:pt x="899255" y="1750124"/>
                          </a:cubicBezTo>
                          <a:cubicBezTo>
                            <a:pt x="895636" y="1751457"/>
                            <a:pt x="892016" y="1752886"/>
                            <a:pt x="888302" y="1754219"/>
                          </a:cubicBezTo>
                          <a:cubicBezTo>
                            <a:pt x="885825" y="1755077"/>
                            <a:pt x="878872" y="1757458"/>
                            <a:pt x="878872" y="1757458"/>
                          </a:cubicBezTo>
                          <a:lnTo>
                            <a:pt x="877729" y="1757839"/>
                          </a:lnTo>
                          <a:cubicBezTo>
                            <a:pt x="873252" y="1759363"/>
                            <a:pt x="868775" y="1760792"/>
                            <a:pt x="864203" y="1762220"/>
                          </a:cubicBezTo>
                          <a:cubicBezTo>
                            <a:pt x="806196" y="1779365"/>
                            <a:pt x="745236" y="1789176"/>
                            <a:pt x="683133" y="1791176"/>
                          </a:cubicBezTo>
                          <a:cubicBezTo>
                            <a:pt x="669798" y="1791652"/>
                            <a:pt x="659225" y="1802606"/>
                            <a:pt x="659225" y="1815941"/>
                          </a:cubicBezTo>
                          <a:lnTo>
                            <a:pt x="660559" y="2060067"/>
                          </a:lnTo>
                          <a:lnTo>
                            <a:pt x="541401" y="2055781"/>
                          </a:lnTo>
                          <a:close/>
                          <a:moveTo>
                            <a:pt x="651510" y="1234916"/>
                          </a:moveTo>
                          <a:cubicBezTo>
                            <a:pt x="646843" y="1234916"/>
                            <a:pt x="642176" y="1236250"/>
                            <a:pt x="638175" y="1238822"/>
                          </a:cubicBezTo>
                          <a:cubicBezTo>
                            <a:pt x="631127" y="1243394"/>
                            <a:pt x="626840" y="1251299"/>
                            <a:pt x="626840" y="1259681"/>
                          </a:cubicBezTo>
                          <a:lnTo>
                            <a:pt x="627698" y="1424654"/>
                          </a:lnTo>
                          <a:cubicBezTo>
                            <a:pt x="627698" y="1431417"/>
                            <a:pt x="630555" y="1437799"/>
                            <a:pt x="635413" y="1442466"/>
                          </a:cubicBezTo>
                          <a:cubicBezTo>
                            <a:pt x="639985" y="1446848"/>
                            <a:pt x="646081" y="1449229"/>
                            <a:pt x="652367" y="1449229"/>
                          </a:cubicBezTo>
                          <a:cubicBezTo>
                            <a:pt x="652748" y="1449229"/>
                            <a:pt x="653225" y="1449229"/>
                            <a:pt x="653606" y="1449229"/>
                          </a:cubicBezTo>
                          <a:cubicBezTo>
                            <a:pt x="659702" y="1448943"/>
                            <a:pt x="665321" y="1448372"/>
                            <a:pt x="670751" y="1447800"/>
                          </a:cubicBezTo>
                          <a:cubicBezTo>
                            <a:pt x="670941" y="1447800"/>
                            <a:pt x="672179" y="1447610"/>
                            <a:pt x="672465" y="1447610"/>
                          </a:cubicBezTo>
                          <a:cubicBezTo>
                            <a:pt x="675704" y="1447229"/>
                            <a:pt x="679323" y="1446752"/>
                            <a:pt x="682847" y="1446181"/>
                          </a:cubicBezTo>
                          <a:lnTo>
                            <a:pt x="685514" y="1445705"/>
                          </a:lnTo>
                          <a:cubicBezTo>
                            <a:pt x="688372" y="1445228"/>
                            <a:pt x="691134" y="1444657"/>
                            <a:pt x="693611" y="1444085"/>
                          </a:cubicBezTo>
                          <a:cubicBezTo>
                            <a:pt x="695039" y="1443800"/>
                            <a:pt x="696468" y="1443419"/>
                            <a:pt x="697992" y="1443038"/>
                          </a:cubicBezTo>
                          <a:cubicBezTo>
                            <a:pt x="700088" y="1442561"/>
                            <a:pt x="702374" y="1441895"/>
                            <a:pt x="704564" y="1441323"/>
                          </a:cubicBezTo>
                          <a:cubicBezTo>
                            <a:pt x="711708" y="1439227"/>
                            <a:pt x="718090" y="1436751"/>
                            <a:pt x="723710" y="1433989"/>
                          </a:cubicBezTo>
                          <a:cubicBezTo>
                            <a:pt x="729806" y="1430941"/>
                            <a:pt x="735044" y="1427702"/>
                            <a:pt x="739521" y="1423988"/>
                          </a:cubicBezTo>
                          <a:cubicBezTo>
                            <a:pt x="739997" y="1423606"/>
                            <a:pt x="740474" y="1423226"/>
                            <a:pt x="740855" y="1422749"/>
                          </a:cubicBezTo>
                          <a:cubicBezTo>
                            <a:pt x="741998" y="1421797"/>
                            <a:pt x="743331" y="1420368"/>
                            <a:pt x="744665" y="1418939"/>
                          </a:cubicBezTo>
                          <a:cubicBezTo>
                            <a:pt x="761143" y="1402747"/>
                            <a:pt x="769525" y="1381982"/>
                            <a:pt x="769430" y="1358551"/>
                          </a:cubicBezTo>
                          <a:cubicBezTo>
                            <a:pt x="769239" y="1330928"/>
                            <a:pt x="758095" y="1306259"/>
                            <a:pt x="736283" y="1285399"/>
                          </a:cubicBezTo>
                          <a:cubicBezTo>
                            <a:pt x="717328" y="1267206"/>
                            <a:pt x="692944" y="1251395"/>
                            <a:pt x="661797" y="1237107"/>
                          </a:cubicBezTo>
                          <a:cubicBezTo>
                            <a:pt x="658463" y="1235678"/>
                            <a:pt x="654939" y="1234916"/>
                            <a:pt x="651510" y="1234916"/>
                          </a:cubicBezTo>
                          <a:close/>
                          <a:moveTo>
                            <a:pt x="490823" y="755809"/>
                          </a:moveTo>
                          <a:cubicBezTo>
                            <a:pt x="493776" y="757714"/>
                            <a:pt x="496729" y="759333"/>
                            <a:pt x="499586" y="761048"/>
                          </a:cubicBezTo>
                          <a:lnTo>
                            <a:pt x="503206" y="763238"/>
                          </a:lnTo>
                          <a:cubicBezTo>
                            <a:pt x="504825" y="764191"/>
                            <a:pt x="506444" y="765143"/>
                            <a:pt x="508159" y="766096"/>
                          </a:cubicBezTo>
                          <a:cubicBezTo>
                            <a:pt x="508445" y="766286"/>
                            <a:pt x="509016" y="766572"/>
                            <a:pt x="509397" y="766667"/>
                          </a:cubicBezTo>
                          <a:cubicBezTo>
                            <a:pt x="515017" y="769715"/>
                            <a:pt x="521780" y="773049"/>
                            <a:pt x="528923" y="776383"/>
                          </a:cubicBezTo>
                          <a:cubicBezTo>
                            <a:pt x="532162" y="777907"/>
                            <a:pt x="535686" y="778669"/>
                            <a:pt x="539210" y="778669"/>
                          </a:cubicBezTo>
                          <a:cubicBezTo>
                            <a:pt x="543878" y="778669"/>
                            <a:pt x="548545" y="777335"/>
                            <a:pt x="552641" y="774764"/>
                          </a:cubicBezTo>
                          <a:cubicBezTo>
                            <a:pt x="559689" y="770192"/>
                            <a:pt x="563975" y="762286"/>
                            <a:pt x="563975" y="753904"/>
                          </a:cubicBezTo>
                          <a:lnTo>
                            <a:pt x="563023" y="584359"/>
                          </a:lnTo>
                          <a:cubicBezTo>
                            <a:pt x="563023" y="577406"/>
                            <a:pt x="560070" y="570833"/>
                            <a:pt x="554927" y="566166"/>
                          </a:cubicBezTo>
                          <a:cubicBezTo>
                            <a:pt x="550355" y="562070"/>
                            <a:pt x="544449" y="559784"/>
                            <a:pt x="538353" y="559784"/>
                          </a:cubicBezTo>
                          <a:cubicBezTo>
                            <a:pt x="537591" y="559784"/>
                            <a:pt x="536734" y="559784"/>
                            <a:pt x="535972" y="559880"/>
                          </a:cubicBezTo>
                          <a:cubicBezTo>
                            <a:pt x="521113" y="561308"/>
                            <a:pt x="507492" y="564166"/>
                            <a:pt x="495300" y="568166"/>
                          </a:cubicBezTo>
                          <a:cubicBezTo>
                            <a:pt x="493871" y="568643"/>
                            <a:pt x="492538" y="569214"/>
                            <a:pt x="491109" y="569690"/>
                          </a:cubicBezTo>
                          <a:cubicBezTo>
                            <a:pt x="491109" y="569690"/>
                            <a:pt x="489871" y="570167"/>
                            <a:pt x="489871" y="570167"/>
                          </a:cubicBezTo>
                          <a:cubicBezTo>
                            <a:pt x="485775" y="571786"/>
                            <a:pt x="481774" y="573500"/>
                            <a:pt x="478155" y="575405"/>
                          </a:cubicBezTo>
                          <a:cubicBezTo>
                            <a:pt x="475869" y="576644"/>
                            <a:pt x="474345" y="577406"/>
                            <a:pt x="472916" y="578263"/>
                          </a:cubicBezTo>
                          <a:cubicBezTo>
                            <a:pt x="468916" y="580644"/>
                            <a:pt x="465106" y="583311"/>
                            <a:pt x="461582" y="586169"/>
                          </a:cubicBezTo>
                          <a:cubicBezTo>
                            <a:pt x="460153" y="587312"/>
                            <a:pt x="458724" y="588455"/>
                            <a:pt x="457391" y="589693"/>
                          </a:cubicBezTo>
                          <a:cubicBezTo>
                            <a:pt x="455581" y="591312"/>
                            <a:pt x="454057" y="593026"/>
                            <a:pt x="452628" y="594741"/>
                          </a:cubicBezTo>
                          <a:lnTo>
                            <a:pt x="451295" y="596170"/>
                          </a:lnTo>
                          <a:cubicBezTo>
                            <a:pt x="449675" y="597789"/>
                            <a:pt x="448151" y="599504"/>
                            <a:pt x="446818" y="601313"/>
                          </a:cubicBezTo>
                          <a:cubicBezTo>
                            <a:pt x="445961" y="602551"/>
                            <a:pt x="445103" y="603790"/>
                            <a:pt x="444341" y="605028"/>
                          </a:cubicBezTo>
                          <a:cubicBezTo>
                            <a:pt x="443484" y="606362"/>
                            <a:pt x="442722" y="607790"/>
                            <a:pt x="441960" y="609219"/>
                          </a:cubicBezTo>
                          <a:cubicBezTo>
                            <a:pt x="440722" y="611410"/>
                            <a:pt x="439865" y="612934"/>
                            <a:pt x="439103" y="614363"/>
                          </a:cubicBezTo>
                          <a:cubicBezTo>
                            <a:pt x="438626" y="615220"/>
                            <a:pt x="438055" y="616268"/>
                            <a:pt x="437769" y="617125"/>
                          </a:cubicBezTo>
                          <a:cubicBezTo>
                            <a:pt x="437197" y="618363"/>
                            <a:pt x="436531" y="620173"/>
                            <a:pt x="435864" y="621983"/>
                          </a:cubicBezTo>
                          <a:cubicBezTo>
                            <a:pt x="435293" y="623411"/>
                            <a:pt x="434912" y="624840"/>
                            <a:pt x="434531" y="626269"/>
                          </a:cubicBezTo>
                          <a:cubicBezTo>
                            <a:pt x="433864" y="628460"/>
                            <a:pt x="433388" y="629984"/>
                            <a:pt x="433007" y="631603"/>
                          </a:cubicBezTo>
                          <a:cubicBezTo>
                            <a:pt x="432816" y="632365"/>
                            <a:pt x="432530" y="633127"/>
                            <a:pt x="432435" y="633889"/>
                          </a:cubicBezTo>
                          <a:cubicBezTo>
                            <a:pt x="431864" y="636365"/>
                            <a:pt x="431578" y="637794"/>
                            <a:pt x="431292" y="639223"/>
                          </a:cubicBezTo>
                          <a:cubicBezTo>
                            <a:pt x="431006" y="640937"/>
                            <a:pt x="430911" y="642652"/>
                            <a:pt x="430816" y="644271"/>
                          </a:cubicBezTo>
                          <a:cubicBezTo>
                            <a:pt x="430530" y="647319"/>
                            <a:pt x="430340" y="649700"/>
                            <a:pt x="430244" y="652177"/>
                          </a:cubicBezTo>
                          <a:cubicBezTo>
                            <a:pt x="430054" y="653606"/>
                            <a:pt x="429959" y="655225"/>
                            <a:pt x="429959" y="656939"/>
                          </a:cubicBezTo>
                          <a:cubicBezTo>
                            <a:pt x="429959" y="658654"/>
                            <a:pt x="430149" y="659987"/>
                            <a:pt x="430244" y="661416"/>
                          </a:cubicBezTo>
                          <a:cubicBezTo>
                            <a:pt x="430340" y="663131"/>
                            <a:pt x="430530" y="665607"/>
                            <a:pt x="430816" y="668084"/>
                          </a:cubicBezTo>
                          <a:lnTo>
                            <a:pt x="431006" y="670370"/>
                          </a:lnTo>
                          <a:cubicBezTo>
                            <a:pt x="431101" y="672465"/>
                            <a:pt x="431292" y="674561"/>
                            <a:pt x="431673" y="676561"/>
                          </a:cubicBezTo>
                          <a:cubicBezTo>
                            <a:pt x="431673" y="676751"/>
                            <a:pt x="431864" y="677894"/>
                            <a:pt x="431864" y="677990"/>
                          </a:cubicBezTo>
                          <a:cubicBezTo>
                            <a:pt x="431864" y="678180"/>
                            <a:pt x="432054" y="678942"/>
                            <a:pt x="432340" y="679799"/>
                          </a:cubicBezTo>
                          <a:cubicBezTo>
                            <a:pt x="432911" y="682276"/>
                            <a:pt x="433578" y="684752"/>
                            <a:pt x="434340" y="687134"/>
                          </a:cubicBezTo>
                          <a:lnTo>
                            <a:pt x="434816" y="688658"/>
                          </a:lnTo>
                          <a:cubicBezTo>
                            <a:pt x="435197" y="690277"/>
                            <a:pt x="435578" y="691610"/>
                            <a:pt x="436055" y="692944"/>
                          </a:cubicBezTo>
                          <a:cubicBezTo>
                            <a:pt x="436912" y="695325"/>
                            <a:pt x="437769" y="697611"/>
                            <a:pt x="438722" y="699802"/>
                          </a:cubicBezTo>
                          <a:cubicBezTo>
                            <a:pt x="439388" y="701326"/>
                            <a:pt x="440055" y="702564"/>
                            <a:pt x="440722" y="703898"/>
                          </a:cubicBezTo>
                          <a:lnTo>
                            <a:pt x="441579" y="705517"/>
                          </a:lnTo>
                          <a:cubicBezTo>
                            <a:pt x="442341" y="707136"/>
                            <a:pt x="443103" y="708660"/>
                            <a:pt x="444056" y="710184"/>
                          </a:cubicBezTo>
                          <a:cubicBezTo>
                            <a:pt x="445294" y="712375"/>
                            <a:pt x="446437" y="714280"/>
                            <a:pt x="447675" y="716090"/>
                          </a:cubicBezTo>
                          <a:cubicBezTo>
                            <a:pt x="448247" y="716947"/>
                            <a:pt x="449104" y="718090"/>
                            <a:pt x="450056" y="719233"/>
                          </a:cubicBezTo>
                          <a:cubicBezTo>
                            <a:pt x="452438" y="722471"/>
                            <a:pt x="454914" y="725996"/>
                            <a:pt x="458248" y="729425"/>
                          </a:cubicBezTo>
                          <a:cubicBezTo>
                            <a:pt x="459391" y="730568"/>
                            <a:pt x="460724" y="731806"/>
                            <a:pt x="461963" y="732949"/>
                          </a:cubicBezTo>
                          <a:cubicBezTo>
                            <a:pt x="464439" y="735235"/>
                            <a:pt x="466439" y="737045"/>
                            <a:pt x="468535" y="738854"/>
                          </a:cubicBezTo>
                          <a:cubicBezTo>
                            <a:pt x="470154" y="740378"/>
                            <a:pt x="471202" y="741331"/>
                            <a:pt x="472440" y="742379"/>
                          </a:cubicBezTo>
                          <a:cubicBezTo>
                            <a:pt x="472821" y="742760"/>
                            <a:pt x="475679" y="744760"/>
                            <a:pt x="476060" y="745046"/>
                          </a:cubicBezTo>
                          <a:cubicBezTo>
                            <a:pt x="478631" y="747046"/>
                            <a:pt x="481774" y="749237"/>
                            <a:pt x="484918" y="751427"/>
                          </a:cubicBezTo>
                          <a:lnTo>
                            <a:pt x="486156" y="752285"/>
                          </a:lnTo>
                          <a:cubicBezTo>
                            <a:pt x="487299" y="753142"/>
                            <a:pt x="488537" y="753999"/>
                            <a:pt x="489776" y="754761"/>
                          </a:cubicBezTo>
                          <a:cubicBezTo>
                            <a:pt x="489871" y="755237"/>
                            <a:pt x="490442" y="755618"/>
                            <a:pt x="490823" y="755809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DAF5FF">
                            <a:alpha val="100000"/>
                          </a:srgbClr>
                        </a:gs>
                        <a:gs pos="50000">
                          <a:srgbClr val="A4CDFF">
                            <a:alpha val="49803"/>
                          </a:srgbClr>
                        </a:gs>
                        <a:gs pos="100000">
                          <a:srgbClr val="6EA6FF">
                            <a:alpha val="0"/>
                          </a:srgbClr>
                        </a:gs>
                      </a:gsLst>
                      <a:lin ang="552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8" name="AutoShape 108"/>
                    <p:cNvSpPr/>
                    <p:nvPr/>
                  </p:nvSpPr>
                  <p:spPr>
                    <a:xfrm>
                      <a:off x="6310217" y="2625280"/>
                      <a:ext cx="544067" cy="4684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4067" h="468439">
                          <a:moveTo>
                            <a:pt x="0" y="468440"/>
                          </a:moveTo>
                          <a:lnTo>
                            <a:pt x="118777" y="431197"/>
                          </a:lnTo>
                          <a:lnTo>
                            <a:pt x="369094" y="352616"/>
                          </a:lnTo>
                          <a:lnTo>
                            <a:pt x="544068" y="0"/>
                          </a:lnTo>
                          <a:lnTo>
                            <a:pt x="175069" y="115919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1752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09" name="AutoShape 109"/>
                  <p:cNvSpPr/>
                  <p:nvPr/>
                </p:nvSpPr>
                <p:spPr>
                  <a:xfrm>
                    <a:off x="10993346" y="449428"/>
                    <a:ext cx="526124" cy="7411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3186" h="1568196">
                        <a:moveTo>
                          <a:pt x="1064609" y="803624"/>
                        </a:moveTo>
                        <a:cubicBezTo>
                          <a:pt x="1057656" y="795814"/>
                          <a:pt x="1051655" y="789623"/>
                          <a:pt x="1045750" y="783907"/>
                        </a:cubicBezTo>
                        <a:lnTo>
                          <a:pt x="1041845" y="780288"/>
                        </a:lnTo>
                        <a:cubicBezTo>
                          <a:pt x="1037082" y="775906"/>
                          <a:pt x="1032224" y="771525"/>
                          <a:pt x="1027271" y="767239"/>
                        </a:cubicBezTo>
                        <a:lnTo>
                          <a:pt x="1021556" y="762381"/>
                        </a:lnTo>
                        <a:cubicBezTo>
                          <a:pt x="1016984" y="758571"/>
                          <a:pt x="1012317" y="754761"/>
                          <a:pt x="1007555" y="751046"/>
                        </a:cubicBezTo>
                        <a:lnTo>
                          <a:pt x="1002220" y="746855"/>
                        </a:lnTo>
                        <a:cubicBezTo>
                          <a:pt x="996886" y="742855"/>
                          <a:pt x="991457" y="738854"/>
                          <a:pt x="985933" y="734949"/>
                        </a:cubicBezTo>
                        <a:lnTo>
                          <a:pt x="983552" y="733235"/>
                        </a:lnTo>
                        <a:cubicBezTo>
                          <a:pt x="977170" y="728758"/>
                          <a:pt x="970598" y="724376"/>
                          <a:pt x="964025" y="720185"/>
                        </a:cubicBezTo>
                        <a:lnTo>
                          <a:pt x="957644" y="716280"/>
                        </a:lnTo>
                        <a:cubicBezTo>
                          <a:pt x="953072" y="713423"/>
                          <a:pt x="948309" y="710470"/>
                          <a:pt x="943737" y="707708"/>
                        </a:cubicBezTo>
                        <a:lnTo>
                          <a:pt x="935831" y="703135"/>
                        </a:lnTo>
                        <a:cubicBezTo>
                          <a:pt x="931355" y="700564"/>
                          <a:pt x="926782" y="697992"/>
                          <a:pt x="922211" y="695516"/>
                        </a:cubicBezTo>
                        <a:lnTo>
                          <a:pt x="920591" y="694658"/>
                        </a:lnTo>
                        <a:cubicBezTo>
                          <a:pt x="916591" y="692468"/>
                          <a:pt x="912686" y="690372"/>
                          <a:pt x="908590" y="688277"/>
                        </a:cubicBezTo>
                        <a:cubicBezTo>
                          <a:pt x="896207" y="681800"/>
                          <a:pt x="883349" y="675513"/>
                          <a:pt x="870299" y="669322"/>
                        </a:cubicBezTo>
                        <a:lnTo>
                          <a:pt x="857917" y="663607"/>
                        </a:lnTo>
                        <a:cubicBezTo>
                          <a:pt x="847249" y="658654"/>
                          <a:pt x="836486" y="653796"/>
                          <a:pt x="825437" y="649033"/>
                        </a:cubicBezTo>
                        <a:lnTo>
                          <a:pt x="819722" y="646557"/>
                        </a:lnTo>
                        <a:cubicBezTo>
                          <a:pt x="806291" y="640842"/>
                          <a:pt x="792480" y="635127"/>
                          <a:pt x="778288" y="629602"/>
                        </a:cubicBezTo>
                        <a:lnTo>
                          <a:pt x="770858" y="626650"/>
                        </a:lnTo>
                        <a:cubicBezTo>
                          <a:pt x="755809" y="620744"/>
                          <a:pt x="740474" y="615029"/>
                          <a:pt x="725519" y="609600"/>
                        </a:cubicBezTo>
                        <a:cubicBezTo>
                          <a:pt x="717233" y="606933"/>
                          <a:pt x="709136" y="604171"/>
                          <a:pt x="700469" y="600932"/>
                        </a:cubicBezTo>
                        <a:cubicBezTo>
                          <a:pt x="693325" y="598360"/>
                          <a:pt x="686276" y="595598"/>
                          <a:pt x="679418" y="592836"/>
                        </a:cubicBezTo>
                        <a:cubicBezTo>
                          <a:pt x="674084" y="590645"/>
                          <a:pt x="668941" y="588835"/>
                          <a:pt x="663893" y="587026"/>
                        </a:cubicBezTo>
                        <a:cubicBezTo>
                          <a:pt x="658940" y="585311"/>
                          <a:pt x="654177" y="583692"/>
                          <a:pt x="649319" y="582263"/>
                        </a:cubicBezTo>
                        <a:cubicBezTo>
                          <a:pt x="649319" y="582263"/>
                          <a:pt x="643319" y="580358"/>
                          <a:pt x="642080" y="579977"/>
                        </a:cubicBezTo>
                        <a:cubicBezTo>
                          <a:pt x="631508" y="577025"/>
                          <a:pt x="624078" y="567404"/>
                          <a:pt x="624078" y="556355"/>
                        </a:cubicBezTo>
                        <a:lnTo>
                          <a:pt x="623030" y="355664"/>
                        </a:lnTo>
                        <a:cubicBezTo>
                          <a:pt x="623030" y="348139"/>
                          <a:pt x="626364" y="340995"/>
                          <a:pt x="632270" y="336328"/>
                        </a:cubicBezTo>
                        <a:cubicBezTo>
                          <a:pt x="636651" y="332804"/>
                          <a:pt x="642176" y="330899"/>
                          <a:pt x="647700" y="330899"/>
                        </a:cubicBezTo>
                        <a:cubicBezTo>
                          <a:pt x="649510" y="330899"/>
                          <a:pt x="651320" y="331089"/>
                          <a:pt x="653129" y="331470"/>
                        </a:cubicBezTo>
                        <a:cubicBezTo>
                          <a:pt x="693896" y="340709"/>
                          <a:pt x="734568" y="353377"/>
                          <a:pt x="774002" y="369189"/>
                        </a:cubicBezTo>
                        <a:cubicBezTo>
                          <a:pt x="813911" y="385191"/>
                          <a:pt x="850106" y="402336"/>
                          <a:pt x="880682" y="419767"/>
                        </a:cubicBezTo>
                        <a:cubicBezTo>
                          <a:pt x="898779" y="429197"/>
                          <a:pt x="916591" y="439293"/>
                          <a:pt x="933926" y="449675"/>
                        </a:cubicBezTo>
                        <a:lnTo>
                          <a:pt x="935927" y="450914"/>
                        </a:lnTo>
                        <a:cubicBezTo>
                          <a:pt x="940594" y="453676"/>
                          <a:pt x="945070" y="456629"/>
                          <a:pt x="949547" y="459486"/>
                        </a:cubicBezTo>
                        <a:cubicBezTo>
                          <a:pt x="949547" y="459486"/>
                          <a:pt x="958310" y="465106"/>
                          <a:pt x="961263" y="467011"/>
                        </a:cubicBezTo>
                        <a:lnTo>
                          <a:pt x="1113187" y="161068"/>
                        </a:lnTo>
                        <a:lnTo>
                          <a:pt x="1037368" y="121063"/>
                        </a:lnTo>
                        <a:cubicBezTo>
                          <a:pt x="1025938" y="115157"/>
                          <a:pt x="1014222" y="109252"/>
                          <a:pt x="1002316" y="103441"/>
                        </a:cubicBezTo>
                        <a:lnTo>
                          <a:pt x="993077" y="98965"/>
                        </a:lnTo>
                        <a:cubicBezTo>
                          <a:pt x="981647" y="93536"/>
                          <a:pt x="970026" y="88106"/>
                          <a:pt x="957929" y="82677"/>
                        </a:cubicBezTo>
                        <a:lnTo>
                          <a:pt x="955834" y="81724"/>
                        </a:lnTo>
                        <a:cubicBezTo>
                          <a:pt x="946023" y="77343"/>
                          <a:pt x="936117" y="73057"/>
                          <a:pt x="926020" y="68770"/>
                        </a:cubicBezTo>
                        <a:cubicBezTo>
                          <a:pt x="907637" y="60960"/>
                          <a:pt x="887921" y="53149"/>
                          <a:pt x="866394" y="45244"/>
                        </a:cubicBezTo>
                        <a:cubicBezTo>
                          <a:pt x="845820" y="37719"/>
                          <a:pt x="824484" y="30480"/>
                          <a:pt x="802862" y="23813"/>
                        </a:cubicBezTo>
                        <a:cubicBezTo>
                          <a:pt x="795242" y="21431"/>
                          <a:pt x="787527" y="19336"/>
                          <a:pt x="779431" y="17050"/>
                        </a:cubicBezTo>
                        <a:cubicBezTo>
                          <a:pt x="774002" y="15526"/>
                          <a:pt x="768477" y="14002"/>
                          <a:pt x="763048" y="12573"/>
                        </a:cubicBezTo>
                        <a:cubicBezTo>
                          <a:pt x="757619" y="11144"/>
                          <a:pt x="752285" y="9811"/>
                          <a:pt x="746855" y="8477"/>
                        </a:cubicBezTo>
                        <a:cubicBezTo>
                          <a:pt x="741236" y="7144"/>
                          <a:pt x="735711" y="5810"/>
                          <a:pt x="729996" y="4572"/>
                        </a:cubicBezTo>
                        <a:cubicBezTo>
                          <a:pt x="725519" y="3619"/>
                          <a:pt x="721043" y="2667"/>
                          <a:pt x="716566" y="1714"/>
                        </a:cubicBezTo>
                        <a:cubicBezTo>
                          <a:pt x="713708" y="1143"/>
                          <a:pt x="710946" y="571"/>
                          <a:pt x="708279" y="0"/>
                        </a:cubicBezTo>
                        <a:lnTo>
                          <a:pt x="175736" y="770668"/>
                        </a:lnTo>
                        <a:cubicBezTo>
                          <a:pt x="198120" y="790670"/>
                          <a:pt x="223742" y="809625"/>
                          <a:pt x="252508" y="827056"/>
                        </a:cubicBezTo>
                        <a:cubicBezTo>
                          <a:pt x="291560" y="850868"/>
                          <a:pt x="337661" y="874014"/>
                          <a:pt x="389668" y="895922"/>
                        </a:cubicBezTo>
                        <a:cubicBezTo>
                          <a:pt x="399479" y="900017"/>
                          <a:pt x="409480" y="904208"/>
                          <a:pt x="420148" y="908399"/>
                        </a:cubicBezTo>
                        <a:cubicBezTo>
                          <a:pt x="428911" y="912019"/>
                          <a:pt x="437769" y="915543"/>
                          <a:pt x="446532" y="918972"/>
                        </a:cubicBezTo>
                        <a:cubicBezTo>
                          <a:pt x="480441" y="932212"/>
                          <a:pt x="514826" y="944213"/>
                          <a:pt x="548926" y="954691"/>
                        </a:cubicBezTo>
                        <a:cubicBezTo>
                          <a:pt x="559213" y="957834"/>
                          <a:pt x="566261" y="967359"/>
                          <a:pt x="566357" y="978122"/>
                        </a:cubicBezTo>
                        <a:lnTo>
                          <a:pt x="567404" y="1174337"/>
                        </a:lnTo>
                        <a:cubicBezTo>
                          <a:pt x="567404" y="1181672"/>
                          <a:pt x="564261" y="1188625"/>
                          <a:pt x="558641" y="1193387"/>
                        </a:cubicBezTo>
                        <a:cubicBezTo>
                          <a:pt x="554165" y="1197197"/>
                          <a:pt x="548545" y="1199198"/>
                          <a:pt x="542735" y="1199198"/>
                        </a:cubicBezTo>
                        <a:cubicBezTo>
                          <a:pt x="541306" y="1199198"/>
                          <a:pt x="539782" y="1199102"/>
                          <a:pt x="538353" y="1198817"/>
                        </a:cubicBezTo>
                        <a:cubicBezTo>
                          <a:pt x="532352" y="1197674"/>
                          <a:pt x="526256" y="1196435"/>
                          <a:pt x="520256" y="1195102"/>
                        </a:cubicBezTo>
                        <a:lnTo>
                          <a:pt x="510731" y="1193102"/>
                        </a:lnTo>
                        <a:cubicBezTo>
                          <a:pt x="508254" y="1192625"/>
                          <a:pt x="505778" y="1192149"/>
                          <a:pt x="503396" y="1191482"/>
                        </a:cubicBezTo>
                        <a:lnTo>
                          <a:pt x="496157" y="1189768"/>
                        </a:lnTo>
                        <a:cubicBezTo>
                          <a:pt x="486156" y="1187291"/>
                          <a:pt x="476250" y="1184624"/>
                          <a:pt x="465201" y="1181481"/>
                        </a:cubicBezTo>
                        <a:cubicBezTo>
                          <a:pt x="465201" y="1181481"/>
                          <a:pt x="460724" y="1180243"/>
                          <a:pt x="460439" y="1180243"/>
                        </a:cubicBezTo>
                        <a:lnTo>
                          <a:pt x="456343" y="1178909"/>
                        </a:lnTo>
                        <a:cubicBezTo>
                          <a:pt x="446151" y="1175766"/>
                          <a:pt x="436055" y="1172432"/>
                          <a:pt x="425863" y="1168908"/>
                        </a:cubicBezTo>
                        <a:lnTo>
                          <a:pt x="420338" y="1167003"/>
                        </a:lnTo>
                        <a:lnTo>
                          <a:pt x="417957" y="1166051"/>
                        </a:lnTo>
                        <a:cubicBezTo>
                          <a:pt x="405384" y="1161478"/>
                          <a:pt x="394335" y="1157192"/>
                          <a:pt x="384334" y="1153001"/>
                        </a:cubicBezTo>
                        <a:cubicBezTo>
                          <a:pt x="372523" y="1148048"/>
                          <a:pt x="360998" y="1143095"/>
                          <a:pt x="348996" y="1137666"/>
                        </a:cubicBezTo>
                        <a:lnTo>
                          <a:pt x="346900" y="1136714"/>
                        </a:lnTo>
                        <a:cubicBezTo>
                          <a:pt x="337090" y="1132332"/>
                          <a:pt x="327565" y="1127855"/>
                          <a:pt x="318421" y="1123474"/>
                        </a:cubicBezTo>
                        <a:lnTo>
                          <a:pt x="312992" y="1120902"/>
                        </a:lnTo>
                        <a:cubicBezTo>
                          <a:pt x="303562" y="1116330"/>
                          <a:pt x="294513" y="1111853"/>
                          <a:pt x="285655" y="1107281"/>
                        </a:cubicBezTo>
                        <a:lnTo>
                          <a:pt x="280321" y="1104519"/>
                        </a:lnTo>
                        <a:cubicBezTo>
                          <a:pt x="278225" y="1103471"/>
                          <a:pt x="267367" y="1097566"/>
                          <a:pt x="267367" y="1097566"/>
                        </a:cubicBezTo>
                        <a:cubicBezTo>
                          <a:pt x="262795" y="1095185"/>
                          <a:pt x="258318" y="1092708"/>
                          <a:pt x="254413" y="1090517"/>
                        </a:cubicBezTo>
                        <a:cubicBezTo>
                          <a:pt x="241459" y="1083469"/>
                          <a:pt x="228791" y="1076230"/>
                          <a:pt x="216313" y="1068896"/>
                        </a:cubicBezTo>
                        <a:lnTo>
                          <a:pt x="204978" y="1062133"/>
                        </a:lnTo>
                        <a:cubicBezTo>
                          <a:pt x="196215" y="1056894"/>
                          <a:pt x="187452" y="1051560"/>
                          <a:pt x="178975" y="1046131"/>
                        </a:cubicBezTo>
                        <a:lnTo>
                          <a:pt x="172402" y="1041940"/>
                        </a:lnTo>
                        <a:cubicBezTo>
                          <a:pt x="172402" y="1041940"/>
                          <a:pt x="158020" y="1032701"/>
                          <a:pt x="153638" y="1029748"/>
                        </a:cubicBezTo>
                        <a:lnTo>
                          <a:pt x="0" y="1359027"/>
                        </a:lnTo>
                        <a:cubicBezTo>
                          <a:pt x="69818" y="1403128"/>
                          <a:pt x="148685" y="1441132"/>
                          <a:pt x="234696" y="1472279"/>
                        </a:cubicBezTo>
                        <a:cubicBezTo>
                          <a:pt x="328327" y="1506188"/>
                          <a:pt x="423767" y="1529525"/>
                          <a:pt x="518541" y="1541621"/>
                        </a:cubicBezTo>
                        <a:cubicBezTo>
                          <a:pt x="530828" y="1543145"/>
                          <a:pt x="539972" y="1553623"/>
                          <a:pt x="540068" y="1565910"/>
                        </a:cubicBezTo>
                        <a:lnTo>
                          <a:pt x="540068" y="1568196"/>
                        </a:lnTo>
                        <a:lnTo>
                          <a:pt x="1066705" y="806101"/>
                        </a:lnTo>
                        <a:lnTo>
                          <a:pt x="1064609" y="80362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AF5FF">
                          <a:alpha val="100000"/>
                        </a:srgbClr>
                      </a:gs>
                      <a:gs pos="50000">
                        <a:srgbClr val="A4CDFF">
                          <a:alpha val="49803"/>
                        </a:srgbClr>
                      </a:gs>
                      <a:gs pos="100000">
                        <a:srgbClr val="6EA6FF">
                          <a:alpha val="0"/>
                        </a:srgbClr>
                      </a:gs>
                    </a:gsLst>
                    <a:lin ang="7200000"/>
                  </a:gra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10" name="Group 110"/>
                  <p:cNvGrpSpPr/>
                  <p:nvPr/>
                </p:nvGrpSpPr>
                <p:grpSpPr>
                  <a:xfrm rot="0">
                    <a:off x="11686093" y="834151"/>
                    <a:ext cx="138565" cy="398633"/>
                    <a:chOff x="6804755" y="3404711"/>
                    <a:chExt cx="293179" cy="843438"/>
                  </a:xfrm>
                </p:grpSpPr>
                <p:sp>
                  <p:nvSpPr>
                    <p:cNvPr id="111" name="AutoShape 111"/>
                    <p:cNvSpPr/>
                    <p:nvPr/>
                  </p:nvSpPr>
                  <p:spPr>
                    <a:xfrm>
                      <a:off x="6912006" y="3404711"/>
                      <a:ext cx="65722" cy="8434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843438">
                          <a:moveTo>
                            <a:pt x="32861" y="843439"/>
                          </a:moveTo>
                          <a:lnTo>
                            <a:pt x="32861" y="843439"/>
                          </a:lnTo>
                          <a:cubicBezTo>
                            <a:pt x="14669" y="843439"/>
                            <a:pt x="0" y="828675"/>
                            <a:pt x="0" y="810578"/>
                          </a:cubicBezTo>
                          <a:lnTo>
                            <a:pt x="0" y="32861"/>
                          </a:lnTo>
                          <a:cubicBezTo>
                            <a:pt x="0" y="14669"/>
                            <a:pt x="14764" y="0"/>
                            <a:pt x="32861" y="0"/>
                          </a:cubicBezTo>
                          <a:lnTo>
                            <a:pt x="32861" y="0"/>
                          </a:lnTo>
                          <a:cubicBezTo>
                            <a:pt x="51054" y="0"/>
                            <a:pt x="65723" y="14764"/>
                            <a:pt x="65723" y="32861"/>
                          </a:cubicBezTo>
                          <a:lnTo>
                            <a:pt x="65723" y="810578"/>
                          </a:lnTo>
                          <a:cubicBezTo>
                            <a:pt x="65723" y="828675"/>
                            <a:pt x="50959" y="843439"/>
                            <a:pt x="32861" y="843439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60">
                          <a:srgbClr val="105EDD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162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2" name="AutoShape 112"/>
                    <p:cNvSpPr/>
                    <p:nvPr/>
                  </p:nvSpPr>
                  <p:spPr>
                    <a:xfrm>
                      <a:off x="6804755" y="3854672"/>
                      <a:ext cx="65722" cy="3934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393477">
                          <a:moveTo>
                            <a:pt x="32861" y="393478"/>
                          </a:moveTo>
                          <a:lnTo>
                            <a:pt x="32861" y="393478"/>
                          </a:lnTo>
                          <a:cubicBezTo>
                            <a:pt x="14668" y="393478"/>
                            <a:pt x="0" y="378714"/>
                            <a:pt x="0" y="360617"/>
                          </a:cubicBezTo>
                          <a:lnTo>
                            <a:pt x="0" y="32861"/>
                          </a:lnTo>
                          <a:cubicBezTo>
                            <a:pt x="0" y="14668"/>
                            <a:pt x="14764" y="0"/>
                            <a:pt x="32861" y="0"/>
                          </a:cubicBezTo>
                          <a:lnTo>
                            <a:pt x="32861" y="0"/>
                          </a:lnTo>
                          <a:cubicBezTo>
                            <a:pt x="51054" y="0"/>
                            <a:pt x="65722" y="14764"/>
                            <a:pt x="65722" y="32861"/>
                          </a:cubicBezTo>
                          <a:lnTo>
                            <a:pt x="65722" y="360617"/>
                          </a:lnTo>
                          <a:cubicBezTo>
                            <a:pt x="65722" y="378714"/>
                            <a:pt x="51054" y="393478"/>
                            <a:pt x="32861" y="393478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28">
                          <a:srgbClr val="EAF8FF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162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3" name="AutoShape 113"/>
                    <p:cNvSpPr/>
                    <p:nvPr/>
                  </p:nvSpPr>
                  <p:spPr>
                    <a:xfrm>
                      <a:off x="7032212" y="3638073"/>
                      <a:ext cx="65723" cy="6100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3" h="610076">
                          <a:moveTo>
                            <a:pt x="32861" y="610076"/>
                          </a:moveTo>
                          <a:lnTo>
                            <a:pt x="32861" y="610076"/>
                          </a:lnTo>
                          <a:cubicBezTo>
                            <a:pt x="14669" y="610076"/>
                            <a:pt x="0" y="595313"/>
                            <a:pt x="0" y="577215"/>
                          </a:cubicBezTo>
                          <a:lnTo>
                            <a:pt x="0" y="32861"/>
                          </a:lnTo>
                          <a:cubicBezTo>
                            <a:pt x="0" y="14669"/>
                            <a:pt x="14764" y="0"/>
                            <a:pt x="32861" y="0"/>
                          </a:cubicBezTo>
                          <a:lnTo>
                            <a:pt x="32861" y="0"/>
                          </a:lnTo>
                          <a:cubicBezTo>
                            <a:pt x="51054" y="0"/>
                            <a:pt x="65723" y="14764"/>
                            <a:pt x="65723" y="32861"/>
                          </a:cubicBezTo>
                          <a:lnTo>
                            <a:pt x="65723" y="577215"/>
                          </a:lnTo>
                          <a:cubicBezTo>
                            <a:pt x="65818" y="595313"/>
                            <a:pt x="51054" y="610076"/>
                            <a:pt x="32861" y="610076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59C6ED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162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14" name="Group 114"/>
                  <p:cNvGrpSpPr/>
                  <p:nvPr/>
                </p:nvGrpSpPr>
                <p:grpSpPr>
                  <a:xfrm rot="0">
                    <a:off x="11686093" y="233388"/>
                    <a:ext cx="138565" cy="398633"/>
                    <a:chOff x="6804755" y="2133600"/>
                    <a:chExt cx="293179" cy="843438"/>
                  </a:xfrm>
                </p:grpSpPr>
                <p:sp>
                  <p:nvSpPr>
                    <p:cNvPr id="115" name="AutoShape 115"/>
                    <p:cNvSpPr/>
                    <p:nvPr/>
                  </p:nvSpPr>
                  <p:spPr>
                    <a:xfrm>
                      <a:off x="6924960" y="2133600"/>
                      <a:ext cx="65722" cy="8434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843438">
                          <a:moveTo>
                            <a:pt x="32861" y="0"/>
                          </a:moveTo>
                          <a:lnTo>
                            <a:pt x="32861" y="0"/>
                          </a:lnTo>
                          <a:cubicBezTo>
                            <a:pt x="51054" y="0"/>
                            <a:pt x="65722" y="14764"/>
                            <a:pt x="65722" y="32861"/>
                          </a:cubicBezTo>
                          <a:lnTo>
                            <a:pt x="65722" y="810578"/>
                          </a:lnTo>
                          <a:cubicBezTo>
                            <a:pt x="65722" y="828770"/>
                            <a:pt x="50959" y="843439"/>
                            <a:pt x="32861" y="843439"/>
                          </a:cubicBezTo>
                          <a:lnTo>
                            <a:pt x="32861" y="843439"/>
                          </a:lnTo>
                          <a:cubicBezTo>
                            <a:pt x="14669" y="843439"/>
                            <a:pt x="0" y="828675"/>
                            <a:pt x="0" y="810578"/>
                          </a:cubicBezTo>
                          <a:lnTo>
                            <a:pt x="0" y="32861"/>
                          </a:lnTo>
                          <a:cubicBezTo>
                            <a:pt x="0" y="14764"/>
                            <a:pt x="14764" y="0"/>
                            <a:pt x="328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60">
                          <a:srgbClr val="105EDD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6" name="AutoShape 116"/>
                    <p:cNvSpPr/>
                    <p:nvPr/>
                  </p:nvSpPr>
                  <p:spPr>
                    <a:xfrm>
                      <a:off x="7032212" y="2133600"/>
                      <a:ext cx="65722" cy="3934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393477">
                          <a:moveTo>
                            <a:pt x="32861" y="0"/>
                          </a:moveTo>
                          <a:lnTo>
                            <a:pt x="32861" y="0"/>
                          </a:lnTo>
                          <a:cubicBezTo>
                            <a:pt x="51054" y="0"/>
                            <a:pt x="65723" y="14764"/>
                            <a:pt x="65723" y="32861"/>
                          </a:cubicBezTo>
                          <a:lnTo>
                            <a:pt x="65723" y="360617"/>
                          </a:lnTo>
                          <a:cubicBezTo>
                            <a:pt x="65723" y="378809"/>
                            <a:pt x="50959" y="393478"/>
                            <a:pt x="32861" y="393478"/>
                          </a:cubicBezTo>
                          <a:lnTo>
                            <a:pt x="32861" y="393478"/>
                          </a:lnTo>
                          <a:cubicBezTo>
                            <a:pt x="14669" y="393478"/>
                            <a:pt x="0" y="378714"/>
                            <a:pt x="0" y="360617"/>
                          </a:cubicBezTo>
                          <a:lnTo>
                            <a:pt x="0" y="32861"/>
                          </a:lnTo>
                          <a:cubicBezTo>
                            <a:pt x="0" y="14764"/>
                            <a:pt x="14764" y="0"/>
                            <a:pt x="328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28">
                          <a:srgbClr val="5F63F2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7" name="AutoShape 117"/>
                    <p:cNvSpPr/>
                    <p:nvPr/>
                  </p:nvSpPr>
                  <p:spPr>
                    <a:xfrm>
                      <a:off x="6804755" y="2133600"/>
                      <a:ext cx="65722" cy="6100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610076">
                          <a:moveTo>
                            <a:pt x="32861" y="0"/>
                          </a:moveTo>
                          <a:lnTo>
                            <a:pt x="32861" y="0"/>
                          </a:lnTo>
                          <a:cubicBezTo>
                            <a:pt x="51054" y="0"/>
                            <a:pt x="65722" y="14764"/>
                            <a:pt x="65722" y="32861"/>
                          </a:cubicBezTo>
                          <a:lnTo>
                            <a:pt x="65722" y="577215"/>
                          </a:lnTo>
                          <a:cubicBezTo>
                            <a:pt x="65722" y="595408"/>
                            <a:pt x="50959" y="610076"/>
                            <a:pt x="32861" y="610076"/>
                          </a:cubicBezTo>
                          <a:lnTo>
                            <a:pt x="32861" y="610076"/>
                          </a:lnTo>
                          <a:cubicBezTo>
                            <a:pt x="14668" y="610076"/>
                            <a:pt x="0" y="595313"/>
                            <a:pt x="0" y="577215"/>
                          </a:cubicBezTo>
                          <a:lnTo>
                            <a:pt x="0" y="32861"/>
                          </a:lnTo>
                          <a:cubicBezTo>
                            <a:pt x="0" y="14764"/>
                            <a:pt x="14668" y="0"/>
                            <a:pt x="328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59C6ED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18" name="Group 118"/>
                  <p:cNvGrpSpPr/>
                  <p:nvPr/>
                </p:nvGrpSpPr>
                <p:grpSpPr>
                  <a:xfrm rot="0">
                    <a:off x="11649033" y="1158223"/>
                    <a:ext cx="206417" cy="202682"/>
                    <a:chOff x="6726343" y="4090390"/>
                    <a:chExt cx="436742" cy="428841"/>
                  </a:xfrm>
                </p:grpSpPr>
                <p:sp>
                  <p:nvSpPr>
                    <p:cNvPr id="119" name="AutoShape 119"/>
                    <p:cNvSpPr/>
                    <p:nvPr/>
                  </p:nvSpPr>
                  <p:spPr>
                    <a:xfrm>
                      <a:off x="6774534" y="4137945"/>
                      <a:ext cx="306827" cy="2982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6827" h="298227">
                          <a:moveTo>
                            <a:pt x="163476" y="22955"/>
                          </a:moveTo>
                          <a:cubicBezTo>
                            <a:pt x="162619" y="23432"/>
                            <a:pt x="161666" y="23908"/>
                            <a:pt x="160809" y="24384"/>
                          </a:cubicBezTo>
                          <a:cubicBezTo>
                            <a:pt x="160523" y="24575"/>
                            <a:pt x="160142" y="24765"/>
                            <a:pt x="159856" y="24860"/>
                          </a:cubicBezTo>
                          <a:cubicBezTo>
                            <a:pt x="158713" y="25527"/>
                            <a:pt x="157475" y="26194"/>
                            <a:pt x="156332" y="26861"/>
                          </a:cubicBezTo>
                          <a:cubicBezTo>
                            <a:pt x="155380" y="27432"/>
                            <a:pt x="154427" y="27908"/>
                            <a:pt x="153475" y="28480"/>
                          </a:cubicBezTo>
                          <a:cubicBezTo>
                            <a:pt x="153189" y="28670"/>
                            <a:pt x="152903" y="28766"/>
                            <a:pt x="152617" y="28956"/>
                          </a:cubicBezTo>
                          <a:cubicBezTo>
                            <a:pt x="152427" y="29051"/>
                            <a:pt x="152236" y="29147"/>
                            <a:pt x="152046" y="29242"/>
                          </a:cubicBezTo>
                          <a:cubicBezTo>
                            <a:pt x="151760" y="29337"/>
                            <a:pt x="151570" y="29528"/>
                            <a:pt x="151284" y="29623"/>
                          </a:cubicBezTo>
                          <a:cubicBezTo>
                            <a:pt x="141092" y="35624"/>
                            <a:pt x="130710" y="42482"/>
                            <a:pt x="120423" y="50197"/>
                          </a:cubicBezTo>
                          <a:cubicBezTo>
                            <a:pt x="37651" y="112109"/>
                            <a:pt x="-14642" y="206502"/>
                            <a:pt x="3646" y="260985"/>
                          </a:cubicBezTo>
                          <a:cubicBezTo>
                            <a:pt x="10504" y="281273"/>
                            <a:pt x="26125" y="293180"/>
                            <a:pt x="47461" y="296990"/>
                          </a:cubicBezTo>
                          <a:cubicBezTo>
                            <a:pt x="47842" y="297085"/>
                            <a:pt x="48223" y="297085"/>
                            <a:pt x="48604" y="297180"/>
                          </a:cubicBezTo>
                          <a:cubicBezTo>
                            <a:pt x="49747" y="297371"/>
                            <a:pt x="50795" y="297466"/>
                            <a:pt x="51938" y="297656"/>
                          </a:cubicBezTo>
                          <a:cubicBezTo>
                            <a:pt x="52510" y="297752"/>
                            <a:pt x="53081" y="297847"/>
                            <a:pt x="53748" y="297847"/>
                          </a:cubicBezTo>
                          <a:cubicBezTo>
                            <a:pt x="53938" y="297847"/>
                            <a:pt x="54224" y="297847"/>
                            <a:pt x="54415" y="297847"/>
                          </a:cubicBezTo>
                          <a:cubicBezTo>
                            <a:pt x="57272" y="298133"/>
                            <a:pt x="60320" y="298228"/>
                            <a:pt x="63368" y="298228"/>
                          </a:cubicBezTo>
                          <a:cubicBezTo>
                            <a:pt x="63749" y="298228"/>
                            <a:pt x="64225" y="298228"/>
                            <a:pt x="64606" y="298228"/>
                          </a:cubicBezTo>
                          <a:cubicBezTo>
                            <a:pt x="64892" y="298228"/>
                            <a:pt x="65178" y="298228"/>
                            <a:pt x="65464" y="298228"/>
                          </a:cubicBezTo>
                          <a:cubicBezTo>
                            <a:pt x="65940" y="298228"/>
                            <a:pt x="66416" y="298228"/>
                            <a:pt x="66797" y="298133"/>
                          </a:cubicBezTo>
                          <a:cubicBezTo>
                            <a:pt x="69464" y="298037"/>
                            <a:pt x="72131" y="297847"/>
                            <a:pt x="74798" y="297561"/>
                          </a:cubicBezTo>
                          <a:cubicBezTo>
                            <a:pt x="75274" y="297561"/>
                            <a:pt x="75655" y="297466"/>
                            <a:pt x="76132" y="297466"/>
                          </a:cubicBezTo>
                          <a:cubicBezTo>
                            <a:pt x="76608" y="297371"/>
                            <a:pt x="77084" y="297371"/>
                            <a:pt x="77560" y="297275"/>
                          </a:cubicBezTo>
                          <a:cubicBezTo>
                            <a:pt x="78322" y="297180"/>
                            <a:pt x="79180" y="296990"/>
                            <a:pt x="80037" y="296894"/>
                          </a:cubicBezTo>
                          <a:cubicBezTo>
                            <a:pt x="84037" y="296323"/>
                            <a:pt x="88133" y="295561"/>
                            <a:pt x="92324" y="294608"/>
                          </a:cubicBezTo>
                          <a:cubicBezTo>
                            <a:pt x="93753" y="294227"/>
                            <a:pt x="95277" y="293942"/>
                            <a:pt x="96706" y="293561"/>
                          </a:cubicBezTo>
                          <a:cubicBezTo>
                            <a:pt x="96801" y="293561"/>
                            <a:pt x="96991" y="293465"/>
                            <a:pt x="97087" y="293465"/>
                          </a:cubicBezTo>
                          <a:cubicBezTo>
                            <a:pt x="99277" y="292894"/>
                            <a:pt x="101563" y="292227"/>
                            <a:pt x="103849" y="291560"/>
                          </a:cubicBezTo>
                          <a:cubicBezTo>
                            <a:pt x="104421" y="291370"/>
                            <a:pt x="105088" y="291179"/>
                            <a:pt x="105659" y="290989"/>
                          </a:cubicBezTo>
                          <a:cubicBezTo>
                            <a:pt x="106231" y="290798"/>
                            <a:pt x="106802" y="290608"/>
                            <a:pt x="107374" y="290417"/>
                          </a:cubicBezTo>
                          <a:cubicBezTo>
                            <a:pt x="109279" y="289751"/>
                            <a:pt x="111184" y="289179"/>
                            <a:pt x="113089" y="288417"/>
                          </a:cubicBezTo>
                          <a:cubicBezTo>
                            <a:pt x="114327" y="287941"/>
                            <a:pt x="115660" y="287465"/>
                            <a:pt x="116899" y="286988"/>
                          </a:cubicBezTo>
                          <a:cubicBezTo>
                            <a:pt x="117756" y="286607"/>
                            <a:pt x="118708" y="286322"/>
                            <a:pt x="119566" y="285941"/>
                          </a:cubicBezTo>
                          <a:cubicBezTo>
                            <a:pt x="120994" y="285369"/>
                            <a:pt x="122328" y="284798"/>
                            <a:pt x="123757" y="284226"/>
                          </a:cubicBezTo>
                          <a:cubicBezTo>
                            <a:pt x="124614" y="283845"/>
                            <a:pt x="125376" y="283559"/>
                            <a:pt x="126233" y="283178"/>
                          </a:cubicBezTo>
                          <a:cubicBezTo>
                            <a:pt x="126328" y="283178"/>
                            <a:pt x="126424" y="283083"/>
                            <a:pt x="126519" y="283083"/>
                          </a:cubicBezTo>
                          <a:cubicBezTo>
                            <a:pt x="128138" y="282416"/>
                            <a:pt x="129662" y="281654"/>
                            <a:pt x="131281" y="280988"/>
                          </a:cubicBezTo>
                          <a:cubicBezTo>
                            <a:pt x="132043" y="280607"/>
                            <a:pt x="132710" y="280321"/>
                            <a:pt x="133472" y="279940"/>
                          </a:cubicBezTo>
                          <a:cubicBezTo>
                            <a:pt x="135568" y="278892"/>
                            <a:pt x="137758" y="277940"/>
                            <a:pt x="139854" y="276797"/>
                          </a:cubicBezTo>
                          <a:cubicBezTo>
                            <a:pt x="140044" y="276701"/>
                            <a:pt x="140235" y="276606"/>
                            <a:pt x="140425" y="276511"/>
                          </a:cubicBezTo>
                          <a:cubicBezTo>
                            <a:pt x="142807" y="275368"/>
                            <a:pt x="145093" y="274034"/>
                            <a:pt x="147474" y="272796"/>
                          </a:cubicBezTo>
                          <a:cubicBezTo>
                            <a:pt x="148236" y="272415"/>
                            <a:pt x="148998" y="271939"/>
                            <a:pt x="149665" y="271558"/>
                          </a:cubicBezTo>
                          <a:cubicBezTo>
                            <a:pt x="151284" y="270605"/>
                            <a:pt x="152903" y="269748"/>
                            <a:pt x="154522" y="268796"/>
                          </a:cubicBezTo>
                          <a:cubicBezTo>
                            <a:pt x="155380" y="268319"/>
                            <a:pt x="156332" y="267748"/>
                            <a:pt x="157189" y="267176"/>
                          </a:cubicBezTo>
                          <a:cubicBezTo>
                            <a:pt x="158809" y="266224"/>
                            <a:pt x="160333" y="265271"/>
                            <a:pt x="161952" y="264319"/>
                          </a:cubicBezTo>
                          <a:cubicBezTo>
                            <a:pt x="162809" y="263747"/>
                            <a:pt x="163666" y="263271"/>
                            <a:pt x="164524" y="262700"/>
                          </a:cubicBezTo>
                          <a:cubicBezTo>
                            <a:pt x="166143" y="261652"/>
                            <a:pt x="167762" y="260699"/>
                            <a:pt x="169286" y="259556"/>
                          </a:cubicBezTo>
                          <a:cubicBezTo>
                            <a:pt x="170143" y="258985"/>
                            <a:pt x="170905" y="258509"/>
                            <a:pt x="171763" y="257937"/>
                          </a:cubicBezTo>
                          <a:cubicBezTo>
                            <a:pt x="173477" y="256794"/>
                            <a:pt x="175096" y="255651"/>
                            <a:pt x="176811" y="254508"/>
                          </a:cubicBezTo>
                          <a:cubicBezTo>
                            <a:pt x="177573" y="254032"/>
                            <a:pt x="178335" y="253460"/>
                            <a:pt x="179097" y="252984"/>
                          </a:cubicBezTo>
                          <a:cubicBezTo>
                            <a:pt x="181478" y="251270"/>
                            <a:pt x="183955" y="249555"/>
                            <a:pt x="186336" y="247745"/>
                          </a:cubicBezTo>
                          <a:cubicBezTo>
                            <a:pt x="188908" y="245840"/>
                            <a:pt x="191479" y="243840"/>
                            <a:pt x="193956" y="241840"/>
                          </a:cubicBezTo>
                          <a:cubicBezTo>
                            <a:pt x="194051" y="241745"/>
                            <a:pt x="194242" y="241649"/>
                            <a:pt x="194337" y="241554"/>
                          </a:cubicBezTo>
                          <a:cubicBezTo>
                            <a:pt x="196528" y="239840"/>
                            <a:pt x="198718" y="238030"/>
                            <a:pt x="200909" y="236220"/>
                          </a:cubicBezTo>
                          <a:cubicBezTo>
                            <a:pt x="201576" y="235649"/>
                            <a:pt x="202338" y="234982"/>
                            <a:pt x="203005" y="234410"/>
                          </a:cubicBezTo>
                          <a:cubicBezTo>
                            <a:pt x="204529" y="233077"/>
                            <a:pt x="206148" y="231743"/>
                            <a:pt x="207672" y="230410"/>
                          </a:cubicBezTo>
                          <a:cubicBezTo>
                            <a:pt x="208434" y="229743"/>
                            <a:pt x="209291" y="228981"/>
                            <a:pt x="210053" y="228314"/>
                          </a:cubicBezTo>
                          <a:cubicBezTo>
                            <a:pt x="211577" y="226981"/>
                            <a:pt x="213006" y="225647"/>
                            <a:pt x="214435" y="224314"/>
                          </a:cubicBezTo>
                          <a:cubicBezTo>
                            <a:pt x="215197" y="223647"/>
                            <a:pt x="215863" y="222980"/>
                            <a:pt x="216625" y="222314"/>
                          </a:cubicBezTo>
                          <a:cubicBezTo>
                            <a:pt x="218340" y="220790"/>
                            <a:pt x="219959" y="219170"/>
                            <a:pt x="221674" y="217551"/>
                          </a:cubicBezTo>
                          <a:cubicBezTo>
                            <a:pt x="222150" y="217170"/>
                            <a:pt x="222531" y="216694"/>
                            <a:pt x="223007" y="216313"/>
                          </a:cubicBezTo>
                          <a:cubicBezTo>
                            <a:pt x="225103" y="214313"/>
                            <a:pt x="227103" y="212217"/>
                            <a:pt x="229103" y="210217"/>
                          </a:cubicBezTo>
                          <a:cubicBezTo>
                            <a:pt x="229675" y="209645"/>
                            <a:pt x="230246" y="209074"/>
                            <a:pt x="230818" y="208407"/>
                          </a:cubicBezTo>
                          <a:cubicBezTo>
                            <a:pt x="232246" y="206883"/>
                            <a:pt x="233675" y="205454"/>
                            <a:pt x="235104" y="203930"/>
                          </a:cubicBezTo>
                          <a:cubicBezTo>
                            <a:pt x="235961" y="203073"/>
                            <a:pt x="236723" y="202216"/>
                            <a:pt x="237485" y="201359"/>
                          </a:cubicBezTo>
                          <a:cubicBezTo>
                            <a:pt x="238628" y="200120"/>
                            <a:pt x="239771" y="198882"/>
                            <a:pt x="240914" y="197644"/>
                          </a:cubicBezTo>
                          <a:cubicBezTo>
                            <a:pt x="242057" y="196406"/>
                            <a:pt x="243105" y="195167"/>
                            <a:pt x="244153" y="193929"/>
                          </a:cubicBezTo>
                          <a:cubicBezTo>
                            <a:pt x="245105" y="192881"/>
                            <a:pt x="245962" y="191834"/>
                            <a:pt x="246915" y="190786"/>
                          </a:cubicBezTo>
                          <a:cubicBezTo>
                            <a:pt x="248725" y="188595"/>
                            <a:pt x="250534" y="186404"/>
                            <a:pt x="252344" y="184214"/>
                          </a:cubicBezTo>
                          <a:cubicBezTo>
                            <a:pt x="252725" y="183737"/>
                            <a:pt x="253201" y="183166"/>
                            <a:pt x="253582" y="182690"/>
                          </a:cubicBezTo>
                          <a:cubicBezTo>
                            <a:pt x="255868" y="179737"/>
                            <a:pt x="258154" y="176879"/>
                            <a:pt x="260345" y="173927"/>
                          </a:cubicBezTo>
                          <a:cubicBezTo>
                            <a:pt x="260917" y="173165"/>
                            <a:pt x="261488" y="172307"/>
                            <a:pt x="262060" y="171545"/>
                          </a:cubicBezTo>
                          <a:cubicBezTo>
                            <a:pt x="263774" y="169259"/>
                            <a:pt x="265393" y="166878"/>
                            <a:pt x="267013" y="164592"/>
                          </a:cubicBezTo>
                          <a:cubicBezTo>
                            <a:pt x="267775" y="163449"/>
                            <a:pt x="268632" y="162306"/>
                            <a:pt x="269394" y="161068"/>
                          </a:cubicBezTo>
                          <a:cubicBezTo>
                            <a:pt x="269394" y="161068"/>
                            <a:pt x="269489" y="160973"/>
                            <a:pt x="269489" y="160973"/>
                          </a:cubicBezTo>
                          <a:cubicBezTo>
                            <a:pt x="269775" y="160496"/>
                            <a:pt x="270061" y="160020"/>
                            <a:pt x="270346" y="159639"/>
                          </a:cubicBezTo>
                          <a:cubicBezTo>
                            <a:pt x="271775" y="157544"/>
                            <a:pt x="273204" y="155353"/>
                            <a:pt x="274537" y="153257"/>
                          </a:cubicBezTo>
                          <a:cubicBezTo>
                            <a:pt x="275109" y="152400"/>
                            <a:pt x="275585" y="151448"/>
                            <a:pt x="276157" y="150590"/>
                          </a:cubicBezTo>
                          <a:cubicBezTo>
                            <a:pt x="277204" y="148876"/>
                            <a:pt x="278252" y="147257"/>
                            <a:pt x="279205" y="145542"/>
                          </a:cubicBezTo>
                          <a:cubicBezTo>
                            <a:pt x="279776" y="144494"/>
                            <a:pt x="280348" y="143542"/>
                            <a:pt x="280919" y="142494"/>
                          </a:cubicBezTo>
                          <a:cubicBezTo>
                            <a:pt x="281776" y="140970"/>
                            <a:pt x="282729" y="139351"/>
                            <a:pt x="283586" y="137827"/>
                          </a:cubicBezTo>
                          <a:cubicBezTo>
                            <a:pt x="284158" y="136779"/>
                            <a:pt x="284729" y="135731"/>
                            <a:pt x="285301" y="134684"/>
                          </a:cubicBezTo>
                          <a:cubicBezTo>
                            <a:pt x="286063" y="133160"/>
                            <a:pt x="286920" y="131636"/>
                            <a:pt x="287682" y="130112"/>
                          </a:cubicBezTo>
                          <a:cubicBezTo>
                            <a:pt x="288158" y="129064"/>
                            <a:pt x="288730" y="128016"/>
                            <a:pt x="289206" y="126968"/>
                          </a:cubicBezTo>
                          <a:cubicBezTo>
                            <a:pt x="289968" y="125349"/>
                            <a:pt x="290730" y="123730"/>
                            <a:pt x="291492" y="122111"/>
                          </a:cubicBezTo>
                          <a:cubicBezTo>
                            <a:pt x="291968" y="121158"/>
                            <a:pt x="292349" y="120206"/>
                            <a:pt x="292825" y="119253"/>
                          </a:cubicBezTo>
                          <a:cubicBezTo>
                            <a:pt x="293587" y="117443"/>
                            <a:pt x="294349" y="115634"/>
                            <a:pt x="295111" y="113824"/>
                          </a:cubicBezTo>
                          <a:cubicBezTo>
                            <a:pt x="295397" y="113062"/>
                            <a:pt x="295778" y="112300"/>
                            <a:pt x="296064" y="111633"/>
                          </a:cubicBezTo>
                          <a:cubicBezTo>
                            <a:pt x="296350" y="110871"/>
                            <a:pt x="296635" y="110109"/>
                            <a:pt x="296921" y="109347"/>
                          </a:cubicBezTo>
                          <a:cubicBezTo>
                            <a:pt x="297493" y="107918"/>
                            <a:pt x="298064" y="106490"/>
                            <a:pt x="298540" y="104966"/>
                          </a:cubicBezTo>
                          <a:cubicBezTo>
                            <a:pt x="298826" y="104108"/>
                            <a:pt x="299112" y="103251"/>
                            <a:pt x="299398" y="102394"/>
                          </a:cubicBezTo>
                          <a:cubicBezTo>
                            <a:pt x="299779" y="101156"/>
                            <a:pt x="300160" y="100013"/>
                            <a:pt x="300541" y="98774"/>
                          </a:cubicBezTo>
                          <a:cubicBezTo>
                            <a:pt x="301493" y="95822"/>
                            <a:pt x="302255" y="92964"/>
                            <a:pt x="303017" y="90107"/>
                          </a:cubicBezTo>
                          <a:cubicBezTo>
                            <a:pt x="303208" y="89440"/>
                            <a:pt x="303303" y="88868"/>
                            <a:pt x="303493" y="88202"/>
                          </a:cubicBezTo>
                          <a:cubicBezTo>
                            <a:pt x="303970" y="86297"/>
                            <a:pt x="304351" y="84296"/>
                            <a:pt x="304732" y="82487"/>
                          </a:cubicBezTo>
                          <a:cubicBezTo>
                            <a:pt x="304922" y="81629"/>
                            <a:pt x="305113" y="80677"/>
                            <a:pt x="305208" y="79820"/>
                          </a:cubicBezTo>
                          <a:cubicBezTo>
                            <a:pt x="305494" y="78391"/>
                            <a:pt x="305684" y="76962"/>
                            <a:pt x="305875" y="75533"/>
                          </a:cubicBezTo>
                          <a:cubicBezTo>
                            <a:pt x="305970" y="74581"/>
                            <a:pt x="306160" y="73628"/>
                            <a:pt x="306256" y="72676"/>
                          </a:cubicBezTo>
                          <a:cubicBezTo>
                            <a:pt x="306351" y="71533"/>
                            <a:pt x="306446" y="70485"/>
                            <a:pt x="306541" y="69437"/>
                          </a:cubicBezTo>
                          <a:cubicBezTo>
                            <a:pt x="306637" y="68390"/>
                            <a:pt x="306732" y="67437"/>
                            <a:pt x="306732" y="66389"/>
                          </a:cubicBezTo>
                          <a:cubicBezTo>
                            <a:pt x="306827" y="65437"/>
                            <a:pt x="306827" y="64389"/>
                            <a:pt x="306827" y="63437"/>
                          </a:cubicBezTo>
                          <a:cubicBezTo>
                            <a:pt x="306827" y="62389"/>
                            <a:pt x="306827" y="61341"/>
                            <a:pt x="306827" y="60293"/>
                          </a:cubicBezTo>
                          <a:cubicBezTo>
                            <a:pt x="306827" y="59436"/>
                            <a:pt x="306827" y="58579"/>
                            <a:pt x="306732" y="57722"/>
                          </a:cubicBezTo>
                          <a:cubicBezTo>
                            <a:pt x="306732" y="56674"/>
                            <a:pt x="306637" y="55626"/>
                            <a:pt x="306541" y="54578"/>
                          </a:cubicBezTo>
                          <a:cubicBezTo>
                            <a:pt x="306446" y="53816"/>
                            <a:pt x="306446" y="53054"/>
                            <a:pt x="306351" y="52197"/>
                          </a:cubicBezTo>
                          <a:cubicBezTo>
                            <a:pt x="306256" y="51149"/>
                            <a:pt x="306065" y="50102"/>
                            <a:pt x="305970" y="49054"/>
                          </a:cubicBezTo>
                          <a:cubicBezTo>
                            <a:pt x="305875" y="48292"/>
                            <a:pt x="305779" y="47625"/>
                            <a:pt x="305684" y="46863"/>
                          </a:cubicBezTo>
                          <a:cubicBezTo>
                            <a:pt x="305494" y="45720"/>
                            <a:pt x="305303" y="44672"/>
                            <a:pt x="305017" y="43625"/>
                          </a:cubicBezTo>
                          <a:cubicBezTo>
                            <a:pt x="304922" y="43053"/>
                            <a:pt x="304732" y="42386"/>
                            <a:pt x="304636" y="41815"/>
                          </a:cubicBezTo>
                          <a:cubicBezTo>
                            <a:pt x="304446" y="40862"/>
                            <a:pt x="304160" y="40005"/>
                            <a:pt x="303874" y="39148"/>
                          </a:cubicBezTo>
                          <a:cubicBezTo>
                            <a:pt x="303684" y="38481"/>
                            <a:pt x="303493" y="37719"/>
                            <a:pt x="303303" y="37052"/>
                          </a:cubicBezTo>
                          <a:cubicBezTo>
                            <a:pt x="302731" y="35433"/>
                            <a:pt x="302160" y="33814"/>
                            <a:pt x="301493" y="32290"/>
                          </a:cubicBezTo>
                          <a:cubicBezTo>
                            <a:pt x="301398" y="32099"/>
                            <a:pt x="301303" y="31909"/>
                            <a:pt x="301207" y="31718"/>
                          </a:cubicBezTo>
                          <a:cubicBezTo>
                            <a:pt x="300636" y="30385"/>
                            <a:pt x="299969" y="29147"/>
                            <a:pt x="299398" y="28004"/>
                          </a:cubicBezTo>
                          <a:cubicBezTo>
                            <a:pt x="299207" y="27623"/>
                            <a:pt x="298921" y="27242"/>
                            <a:pt x="298731" y="26861"/>
                          </a:cubicBezTo>
                          <a:cubicBezTo>
                            <a:pt x="298159" y="25908"/>
                            <a:pt x="297588" y="24860"/>
                            <a:pt x="296921" y="24003"/>
                          </a:cubicBezTo>
                          <a:cubicBezTo>
                            <a:pt x="296540" y="23432"/>
                            <a:pt x="296159" y="22955"/>
                            <a:pt x="295778" y="22384"/>
                          </a:cubicBezTo>
                          <a:cubicBezTo>
                            <a:pt x="295207" y="21622"/>
                            <a:pt x="294730" y="20955"/>
                            <a:pt x="294159" y="20193"/>
                          </a:cubicBezTo>
                          <a:cubicBezTo>
                            <a:pt x="293683" y="19622"/>
                            <a:pt x="293206" y="19050"/>
                            <a:pt x="292730" y="18479"/>
                          </a:cubicBezTo>
                          <a:cubicBezTo>
                            <a:pt x="292159" y="17812"/>
                            <a:pt x="291587" y="17240"/>
                            <a:pt x="291016" y="16574"/>
                          </a:cubicBezTo>
                          <a:cubicBezTo>
                            <a:pt x="290539" y="16097"/>
                            <a:pt x="289968" y="15526"/>
                            <a:pt x="289396" y="15050"/>
                          </a:cubicBezTo>
                          <a:cubicBezTo>
                            <a:pt x="288825" y="14478"/>
                            <a:pt x="288158" y="13907"/>
                            <a:pt x="287491" y="13430"/>
                          </a:cubicBezTo>
                          <a:cubicBezTo>
                            <a:pt x="286920" y="12954"/>
                            <a:pt x="286348" y="12478"/>
                            <a:pt x="285777" y="12097"/>
                          </a:cubicBezTo>
                          <a:cubicBezTo>
                            <a:pt x="285110" y="11621"/>
                            <a:pt x="284443" y="11049"/>
                            <a:pt x="283777" y="10668"/>
                          </a:cubicBezTo>
                          <a:cubicBezTo>
                            <a:pt x="283205" y="10287"/>
                            <a:pt x="282538" y="9811"/>
                            <a:pt x="281872" y="9430"/>
                          </a:cubicBezTo>
                          <a:cubicBezTo>
                            <a:pt x="281110" y="8954"/>
                            <a:pt x="280443" y="8573"/>
                            <a:pt x="279681" y="8096"/>
                          </a:cubicBezTo>
                          <a:cubicBezTo>
                            <a:pt x="279014" y="7715"/>
                            <a:pt x="278347" y="7334"/>
                            <a:pt x="277681" y="7049"/>
                          </a:cubicBezTo>
                          <a:cubicBezTo>
                            <a:pt x="276919" y="6668"/>
                            <a:pt x="276157" y="6287"/>
                            <a:pt x="275395" y="5906"/>
                          </a:cubicBezTo>
                          <a:cubicBezTo>
                            <a:pt x="274728" y="5620"/>
                            <a:pt x="273966" y="5334"/>
                            <a:pt x="273299" y="5048"/>
                          </a:cubicBezTo>
                          <a:cubicBezTo>
                            <a:pt x="272442" y="4763"/>
                            <a:pt x="271680" y="4382"/>
                            <a:pt x="270823" y="4096"/>
                          </a:cubicBezTo>
                          <a:cubicBezTo>
                            <a:pt x="270061" y="3810"/>
                            <a:pt x="269394" y="3620"/>
                            <a:pt x="268632" y="3334"/>
                          </a:cubicBezTo>
                          <a:cubicBezTo>
                            <a:pt x="267775" y="3048"/>
                            <a:pt x="266917" y="2858"/>
                            <a:pt x="265965" y="2572"/>
                          </a:cubicBezTo>
                          <a:cubicBezTo>
                            <a:pt x="265203" y="2381"/>
                            <a:pt x="264441" y="2191"/>
                            <a:pt x="263679" y="2000"/>
                          </a:cubicBezTo>
                          <a:cubicBezTo>
                            <a:pt x="262726" y="1810"/>
                            <a:pt x="261869" y="1619"/>
                            <a:pt x="260917" y="1429"/>
                          </a:cubicBezTo>
                          <a:cubicBezTo>
                            <a:pt x="260155" y="1238"/>
                            <a:pt x="259297" y="1143"/>
                            <a:pt x="258535" y="953"/>
                          </a:cubicBezTo>
                          <a:cubicBezTo>
                            <a:pt x="257583" y="762"/>
                            <a:pt x="256630" y="667"/>
                            <a:pt x="255678" y="572"/>
                          </a:cubicBezTo>
                          <a:cubicBezTo>
                            <a:pt x="254821" y="476"/>
                            <a:pt x="254059" y="381"/>
                            <a:pt x="253201" y="286"/>
                          </a:cubicBezTo>
                          <a:cubicBezTo>
                            <a:pt x="252249" y="191"/>
                            <a:pt x="251201" y="95"/>
                            <a:pt x="250153" y="95"/>
                          </a:cubicBezTo>
                          <a:cubicBezTo>
                            <a:pt x="249296" y="0"/>
                            <a:pt x="248439" y="0"/>
                            <a:pt x="247582" y="0"/>
                          </a:cubicBezTo>
                          <a:cubicBezTo>
                            <a:pt x="246534" y="0"/>
                            <a:pt x="245486" y="0"/>
                            <a:pt x="244438" y="0"/>
                          </a:cubicBezTo>
                          <a:cubicBezTo>
                            <a:pt x="243581" y="0"/>
                            <a:pt x="242724" y="0"/>
                            <a:pt x="241771" y="0"/>
                          </a:cubicBezTo>
                          <a:cubicBezTo>
                            <a:pt x="240628" y="0"/>
                            <a:pt x="239581" y="95"/>
                            <a:pt x="238438" y="191"/>
                          </a:cubicBezTo>
                          <a:cubicBezTo>
                            <a:pt x="237580" y="286"/>
                            <a:pt x="236723" y="286"/>
                            <a:pt x="235771" y="381"/>
                          </a:cubicBezTo>
                          <a:cubicBezTo>
                            <a:pt x="234628" y="476"/>
                            <a:pt x="233389" y="572"/>
                            <a:pt x="232246" y="762"/>
                          </a:cubicBezTo>
                          <a:cubicBezTo>
                            <a:pt x="231389" y="857"/>
                            <a:pt x="230532" y="953"/>
                            <a:pt x="229579" y="1048"/>
                          </a:cubicBezTo>
                          <a:cubicBezTo>
                            <a:pt x="228341" y="1238"/>
                            <a:pt x="227008" y="1429"/>
                            <a:pt x="225769" y="1619"/>
                          </a:cubicBezTo>
                          <a:cubicBezTo>
                            <a:pt x="225293" y="1715"/>
                            <a:pt x="224722" y="1810"/>
                            <a:pt x="224245" y="1810"/>
                          </a:cubicBezTo>
                          <a:cubicBezTo>
                            <a:pt x="223960" y="1905"/>
                            <a:pt x="223579" y="1905"/>
                            <a:pt x="223293" y="2000"/>
                          </a:cubicBezTo>
                          <a:cubicBezTo>
                            <a:pt x="221864" y="2286"/>
                            <a:pt x="220435" y="2572"/>
                            <a:pt x="219007" y="2858"/>
                          </a:cubicBezTo>
                          <a:cubicBezTo>
                            <a:pt x="218340" y="3048"/>
                            <a:pt x="217673" y="3143"/>
                            <a:pt x="216911" y="3239"/>
                          </a:cubicBezTo>
                          <a:cubicBezTo>
                            <a:pt x="216530" y="3334"/>
                            <a:pt x="216054" y="3429"/>
                            <a:pt x="215673" y="3524"/>
                          </a:cubicBezTo>
                          <a:cubicBezTo>
                            <a:pt x="213958" y="3905"/>
                            <a:pt x="212149" y="4382"/>
                            <a:pt x="210339" y="4763"/>
                          </a:cubicBezTo>
                          <a:cubicBezTo>
                            <a:pt x="210244" y="4763"/>
                            <a:pt x="210148" y="4858"/>
                            <a:pt x="210053" y="4858"/>
                          </a:cubicBezTo>
                          <a:cubicBezTo>
                            <a:pt x="210053" y="4858"/>
                            <a:pt x="210053" y="4858"/>
                            <a:pt x="210053" y="4858"/>
                          </a:cubicBezTo>
                          <a:cubicBezTo>
                            <a:pt x="207958" y="5429"/>
                            <a:pt x="205957" y="6001"/>
                            <a:pt x="203862" y="6668"/>
                          </a:cubicBezTo>
                          <a:cubicBezTo>
                            <a:pt x="202909" y="6953"/>
                            <a:pt x="202052" y="7239"/>
                            <a:pt x="201100" y="7525"/>
                          </a:cubicBezTo>
                          <a:cubicBezTo>
                            <a:pt x="199861" y="7906"/>
                            <a:pt x="198528" y="8382"/>
                            <a:pt x="197290" y="8763"/>
                          </a:cubicBezTo>
                          <a:cubicBezTo>
                            <a:pt x="197194" y="8763"/>
                            <a:pt x="197099" y="8858"/>
                            <a:pt x="197004" y="8858"/>
                          </a:cubicBezTo>
                          <a:cubicBezTo>
                            <a:pt x="193861" y="9906"/>
                            <a:pt x="190622" y="11144"/>
                            <a:pt x="187384" y="12478"/>
                          </a:cubicBezTo>
                          <a:cubicBezTo>
                            <a:pt x="187098" y="12573"/>
                            <a:pt x="186812" y="12764"/>
                            <a:pt x="186431" y="12859"/>
                          </a:cubicBezTo>
                          <a:cubicBezTo>
                            <a:pt x="185860" y="13145"/>
                            <a:pt x="185193" y="13335"/>
                            <a:pt x="184621" y="13621"/>
                          </a:cubicBezTo>
                          <a:cubicBezTo>
                            <a:pt x="183097" y="14288"/>
                            <a:pt x="181478" y="14954"/>
                            <a:pt x="179954" y="15621"/>
                          </a:cubicBezTo>
                          <a:cubicBezTo>
                            <a:pt x="175954" y="17431"/>
                            <a:pt x="171858" y="19336"/>
                            <a:pt x="167762" y="21336"/>
                          </a:cubicBezTo>
                          <a:cubicBezTo>
                            <a:pt x="167762" y="21336"/>
                            <a:pt x="167762" y="21336"/>
                            <a:pt x="167762" y="21336"/>
                          </a:cubicBezTo>
                          <a:cubicBezTo>
                            <a:pt x="166143" y="21527"/>
                            <a:pt x="164809" y="22289"/>
                            <a:pt x="163476" y="22955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5B000">
                            <a:alpha val="100000"/>
                          </a:srgbClr>
                        </a:gs>
                        <a:gs pos="99910">
                          <a:srgbClr val="CD8A00">
                            <a:alpha val="100000"/>
                          </a:srgbClr>
                        </a:gs>
                      </a:gsLst>
                      <a:lin ang="1896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0" name="AutoShape 120"/>
                    <p:cNvSpPr/>
                    <p:nvPr/>
                  </p:nvSpPr>
                  <p:spPr>
                    <a:xfrm>
                      <a:off x="6747129" y="4118609"/>
                      <a:ext cx="415956" cy="40062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5956" h="400621">
                          <a:moveTo>
                            <a:pt x="410909" y="126587"/>
                          </a:moveTo>
                          <a:cubicBezTo>
                            <a:pt x="411004" y="126302"/>
                            <a:pt x="411004" y="126016"/>
                            <a:pt x="411099" y="125730"/>
                          </a:cubicBezTo>
                          <a:cubicBezTo>
                            <a:pt x="411289" y="125063"/>
                            <a:pt x="411385" y="124492"/>
                            <a:pt x="411575" y="123825"/>
                          </a:cubicBezTo>
                          <a:cubicBezTo>
                            <a:pt x="412147" y="121253"/>
                            <a:pt x="412718" y="118777"/>
                            <a:pt x="413195" y="116300"/>
                          </a:cubicBezTo>
                          <a:cubicBezTo>
                            <a:pt x="413290" y="115824"/>
                            <a:pt x="413385" y="115253"/>
                            <a:pt x="413480" y="114776"/>
                          </a:cubicBezTo>
                          <a:cubicBezTo>
                            <a:pt x="413575" y="114110"/>
                            <a:pt x="413766" y="113443"/>
                            <a:pt x="413861" y="112776"/>
                          </a:cubicBezTo>
                          <a:cubicBezTo>
                            <a:pt x="414147" y="110871"/>
                            <a:pt x="414433" y="109061"/>
                            <a:pt x="414718" y="107156"/>
                          </a:cubicBezTo>
                          <a:cubicBezTo>
                            <a:pt x="414814" y="106490"/>
                            <a:pt x="414909" y="105728"/>
                            <a:pt x="415004" y="105061"/>
                          </a:cubicBezTo>
                          <a:cubicBezTo>
                            <a:pt x="415100" y="104489"/>
                            <a:pt x="415195" y="104013"/>
                            <a:pt x="415195" y="103442"/>
                          </a:cubicBezTo>
                          <a:cubicBezTo>
                            <a:pt x="415385" y="102013"/>
                            <a:pt x="415480" y="100584"/>
                            <a:pt x="415576" y="99155"/>
                          </a:cubicBezTo>
                          <a:cubicBezTo>
                            <a:pt x="415671" y="98298"/>
                            <a:pt x="415671" y="97536"/>
                            <a:pt x="415766" y="96679"/>
                          </a:cubicBezTo>
                          <a:cubicBezTo>
                            <a:pt x="415766" y="96203"/>
                            <a:pt x="415862" y="95631"/>
                            <a:pt x="415862" y="95155"/>
                          </a:cubicBezTo>
                          <a:cubicBezTo>
                            <a:pt x="415957" y="93821"/>
                            <a:pt x="415957" y="92583"/>
                            <a:pt x="415957" y="91250"/>
                          </a:cubicBezTo>
                          <a:cubicBezTo>
                            <a:pt x="415957" y="90392"/>
                            <a:pt x="415957" y="89630"/>
                            <a:pt x="415957" y="88773"/>
                          </a:cubicBezTo>
                          <a:cubicBezTo>
                            <a:pt x="415957" y="88202"/>
                            <a:pt x="415957" y="87725"/>
                            <a:pt x="415957" y="87154"/>
                          </a:cubicBezTo>
                          <a:cubicBezTo>
                            <a:pt x="415957" y="86011"/>
                            <a:pt x="415957" y="84868"/>
                            <a:pt x="415862" y="83725"/>
                          </a:cubicBezTo>
                          <a:cubicBezTo>
                            <a:pt x="415862" y="82963"/>
                            <a:pt x="415766" y="82201"/>
                            <a:pt x="415766" y="81439"/>
                          </a:cubicBezTo>
                          <a:cubicBezTo>
                            <a:pt x="415766" y="80772"/>
                            <a:pt x="415671" y="80201"/>
                            <a:pt x="415671" y="79534"/>
                          </a:cubicBezTo>
                          <a:cubicBezTo>
                            <a:pt x="415576" y="78486"/>
                            <a:pt x="415480" y="77438"/>
                            <a:pt x="415385" y="76486"/>
                          </a:cubicBezTo>
                          <a:cubicBezTo>
                            <a:pt x="415290" y="75819"/>
                            <a:pt x="415195" y="75248"/>
                            <a:pt x="415195" y="74581"/>
                          </a:cubicBezTo>
                          <a:cubicBezTo>
                            <a:pt x="415100" y="73819"/>
                            <a:pt x="415004" y="73057"/>
                            <a:pt x="414909" y="72295"/>
                          </a:cubicBezTo>
                          <a:cubicBezTo>
                            <a:pt x="414814" y="71342"/>
                            <a:pt x="414623" y="70390"/>
                            <a:pt x="414433" y="69437"/>
                          </a:cubicBezTo>
                          <a:cubicBezTo>
                            <a:pt x="414338" y="68961"/>
                            <a:pt x="414242" y="68485"/>
                            <a:pt x="414147" y="68104"/>
                          </a:cubicBezTo>
                          <a:cubicBezTo>
                            <a:pt x="413957" y="67151"/>
                            <a:pt x="413766" y="66104"/>
                            <a:pt x="413575" y="65151"/>
                          </a:cubicBezTo>
                          <a:cubicBezTo>
                            <a:pt x="413385" y="64389"/>
                            <a:pt x="413195" y="63532"/>
                            <a:pt x="413004" y="62770"/>
                          </a:cubicBezTo>
                          <a:cubicBezTo>
                            <a:pt x="412909" y="62484"/>
                            <a:pt x="412813" y="62198"/>
                            <a:pt x="412813" y="62008"/>
                          </a:cubicBezTo>
                          <a:cubicBezTo>
                            <a:pt x="412337" y="60198"/>
                            <a:pt x="411861" y="58293"/>
                            <a:pt x="411194" y="56579"/>
                          </a:cubicBezTo>
                          <a:cubicBezTo>
                            <a:pt x="411099" y="56483"/>
                            <a:pt x="411099" y="56293"/>
                            <a:pt x="411004" y="56198"/>
                          </a:cubicBezTo>
                          <a:cubicBezTo>
                            <a:pt x="410337" y="54197"/>
                            <a:pt x="409575" y="52292"/>
                            <a:pt x="408718" y="50483"/>
                          </a:cubicBezTo>
                          <a:cubicBezTo>
                            <a:pt x="408622" y="50292"/>
                            <a:pt x="408527" y="50006"/>
                            <a:pt x="408432" y="49816"/>
                          </a:cubicBezTo>
                          <a:cubicBezTo>
                            <a:pt x="408146" y="49244"/>
                            <a:pt x="407860" y="48578"/>
                            <a:pt x="407575" y="48006"/>
                          </a:cubicBezTo>
                          <a:cubicBezTo>
                            <a:pt x="407099" y="46958"/>
                            <a:pt x="406527" y="46006"/>
                            <a:pt x="406051" y="45053"/>
                          </a:cubicBezTo>
                          <a:cubicBezTo>
                            <a:pt x="405765" y="44577"/>
                            <a:pt x="405575" y="44006"/>
                            <a:pt x="405289" y="43529"/>
                          </a:cubicBezTo>
                          <a:cubicBezTo>
                            <a:pt x="404908" y="42863"/>
                            <a:pt x="404527" y="42196"/>
                            <a:pt x="404146" y="41529"/>
                          </a:cubicBezTo>
                          <a:cubicBezTo>
                            <a:pt x="403765" y="40958"/>
                            <a:pt x="403384" y="40386"/>
                            <a:pt x="403003" y="39815"/>
                          </a:cubicBezTo>
                          <a:cubicBezTo>
                            <a:pt x="402431" y="38957"/>
                            <a:pt x="401955" y="38195"/>
                            <a:pt x="401384" y="37338"/>
                          </a:cubicBezTo>
                          <a:cubicBezTo>
                            <a:pt x="401003" y="36862"/>
                            <a:pt x="400621" y="36290"/>
                            <a:pt x="400241" y="35814"/>
                          </a:cubicBezTo>
                          <a:cubicBezTo>
                            <a:pt x="399955" y="35433"/>
                            <a:pt x="399574" y="35052"/>
                            <a:pt x="399288" y="34671"/>
                          </a:cubicBezTo>
                          <a:lnTo>
                            <a:pt x="366236" y="0"/>
                          </a:lnTo>
                          <a:cubicBezTo>
                            <a:pt x="366332" y="191"/>
                            <a:pt x="366427" y="286"/>
                            <a:pt x="366617" y="476"/>
                          </a:cubicBezTo>
                          <a:cubicBezTo>
                            <a:pt x="366998" y="953"/>
                            <a:pt x="367284" y="1429"/>
                            <a:pt x="367665" y="1905"/>
                          </a:cubicBezTo>
                          <a:cubicBezTo>
                            <a:pt x="368141" y="2572"/>
                            <a:pt x="368713" y="3334"/>
                            <a:pt x="369189" y="4096"/>
                          </a:cubicBezTo>
                          <a:cubicBezTo>
                            <a:pt x="369380" y="4382"/>
                            <a:pt x="369570" y="4667"/>
                            <a:pt x="369760" y="4953"/>
                          </a:cubicBezTo>
                          <a:cubicBezTo>
                            <a:pt x="370046" y="5334"/>
                            <a:pt x="370237" y="5810"/>
                            <a:pt x="370522" y="6287"/>
                          </a:cubicBezTo>
                          <a:cubicBezTo>
                            <a:pt x="370904" y="6858"/>
                            <a:pt x="371189" y="7429"/>
                            <a:pt x="371570" y="8001"/>
                          </a:cubicBezTo>
                          <a:cubicBezTo>
                            <a:pt x="371856" y="8477"/>
                            <a:pt x="372142" y="9049"/>
                            <a:pt x="372428" y="9525"/>
                          </a:cubicBezTo>
                          <a:cubicBezTo>
                            <a:pt x="372523" y="9716"/>
                            <a:pt x="372713" y="9906"/>
                            <a:pt x="372809" y="10097"/>
                          </a:cubicBezTo>
                          <a:cubicBezTo>
                            <a:pt x="373285" y="10954"/>
                            <a:pt x="373666" y="11906"/>
                            <a:pt x="374047" y="12764"/>
                          </a:cubicBezTo>
                          <a:cubicBezTo>
                            <a:pt x="374333" y="13335"/>
                            <a:pt x="374618" y="13811"/>
                            <a:pt x="374809" y="14383"/>
                          </a:cubicBezTo>
                          <a:cubicBezTo>
                            <a:pt x="374904" y="14669"/>
                            <a:pt x="374999" y="14859"/>
                            <a:pt x="375190" y="15145"/>
                          </a:cubicBezTo>
                          <a:cubicBezTo>
                            <a:pt x="375190" y="15240"/>
                            <a:pt x="375285" y="15335"/>
                            <a:pt x="375285" y="15431"/>
                          </a:cubicBezTo>
                          <a:cubicBezTo>
                            <a:pt x="376047" y="17240"/>
                            <a:pt x="376809" y="19145"/>
                            <a:pt x="377476" y="21050"/>
                          </a:cubicBezTo>
                          <a:cubicBezTo>
                            <a:pt x="377476" y="21146"/>
                            <a:pt x="377571" y="21336"/>
                            <a:pt x="377571" y="21431"/>
                          </a:cubicBezTo>
                          <a:cubicBezTo>
                            <a:pt x="378142" y="23241"/>
                            <a:pt x="378714" y="25051"/>
                            <a:pt x="379190" y="26956"/>
                          </a:cubicBezTo>
                          <a:cubicBezTo>
                            <a:pt x="379285" y="27242"/>
                            <a:pt x="379285" y="27432"/>
                            <a:pt x="379381" y="27718"/>
                          </a:cubicBezTo>
                          <a:cubicBezTo>
                            <a:pt x="379571" y="28480"/>
                            <a:pt x="379762" y="29337"/>
                            <a:pt x="379952" y="30099"/>
                          </a:cubicBezTo>
                          <a:cubicBezTo>
                            <a:pt x="380143" y="31147"/>
                            <a:pt x="380429" y="32099"/>
                            <a:pt x="380619" y="33147"/>
                          </a:cubicBezTo>
                          <a:cubicBezTo>
                            <a:pt x="380714" y="33528"/>
                            <a:pt x="380714" y="34004"/>
                            <a:pt x="380809" y="34385"/>
                          </a:cubicBezTo>
                          <a:cubicBezTo>
                            <a:pt x="381000" y="35338"/>
                            <a:pt x="381095" y="36290"/>
                            <a:pt x="381286" y="37243"/>
                          </a:cubicBezTo>
                          <a:cubicBezTo>
                            <a:pt x="381381" y="38005"/>
                            <a:pt x="381571" y="38767"/>
                            <a:pt x="381667" y="39624"/>
                          </a:cubicBezTo>
                          <a:cubicBezTo>
                            <a:pt x="381762" y="40196"/>
                            <a:pt x="381762" y="40862"/>
                            <a:pt x="381857" y="41434"/>
                          </a:cubicBezTo>
                          <a:cubicBezTo>
                            <a:pt x="381953" y="42482"/>
                            <a:pt x="382048" y="43434"/>
                            <a:pt x="382143" y="44482"/>
                          </a:cubicBezTo>
                          <a:cubicBezTo>
                            <a:pt x="382238" y="45149"/>
                            <a:pt x="382238" y="45815"/>
                            <a:pt x="382334" y="46387"/>
                          </a:cubicBezTo>
                          <a:cubicBezTo>
                            <a:pt x="382334" y="47149"/>
                            <a:pt x="382334" y="47911"/>
                            <a:pt x="382429" y="48578"/>
                          </a:cubicBezTo>
                          <a:cubicBezTo>
                            <a:pt x="382429" y="49721"/>
                            <a:pt x="382524" y="50864"/>
                            <a:pt x="382524" y="52007"/>
                          </a:cubicBezTo>
                          <a:cubicBezTo>
                            <a:pt x="382524" y="52578"/>
                            <a:pt x="382524" y="53150"/>
                            <a:pt x="382524" y="53721"/>
                          </a:cubicBezTo>
                          <a:cubicBezTo>
                            <a:pt x="382524" y="54483"/>
                            <a:pt x="382429" y="55340"/>
                            <a:pt x="382429" y="56102"/>
                          </a:cubicBezTo>
                          <a:cubicBezTo>
                            <a:pt x="382429" y="57436"/>
                            <a:pt x="382334" y="58674"/>
                            <a:pt x="382238" y="60008"/>
                          </a:cubicBezTo>
                          <a:cubicBezTo>
                            <a:pt x="382238" y="60579"/>
                            <a:pt x="382238" y="61055"/>
                            <a:pt x="382143" y="61627"/>
                          </a:cubicBezTo>
                          <a:cubicBezTo>
                            <a:pt x="382048" y="62389"/>
                            <a:pt x="381953" y="63246"/>
                            <a:pt x="381953" y="64008"/>
                          </a:cubicBezTo>
                          <a:cubicBezTo>
                            <a:pt x="381857" y="65437"/>
                            <a:pt x="381667" y="66866"/>
                            <a:pt x="381571" y="68294"/>
                          </a:cubicBezTo>
                          <a:cubicBezTo>
                            <a:pt x="381476" y="68866"/>
                            <a:pt x="381476" y="69437"/>
                            <a:pt x="381381" y="70009"/>
                          </a:cubicBezTo>
                          <a:cubicBezTo>
                            <a:pt x="381286" y="70676"/>
                            <a:pt x="381191" y="71438"/>
                            <a:pt x="381095" y="72104"/>
                          </a:cubicBezTo>
                          <a:cubicBezTo>
                            <a:pt x="380809" y="73914"/>
                            <a:pt x="380524" y="75819"/>
                            <a:pt x="380238" y="77724"/>
                          </a:cubicBezTo>
                          <a:cubicBezTo>
                            <a:pt x="380143" y="78391"/>
                            <a:pt x="380047" y="79058"/>
                            <a:pt x="379952" y="79724"/>
                          </a:cubicBezTo>
                          <a:cubicBezTo>
                            <a:pt x="379857" y="80201"/>
                            <a:pt x="379762" y="80772"/>
                            <a:pt x="379667" y="81248"/>
                          </a:cubicBezTo>
                          <a:cubicBezTo>
                            <a:pt x="379190" y="83725"/>
                            <a:pt x="378619" y="86297"/>
                            <a:pt x="378047" y="88773"/>
                          </a:cubicBezTo>
                          <a:cubicBezTo>
                            <a:pt x="378047" y="88868"/>
                            <a:pt x="378047" y="88964"/>
                            <a:pt x="377952" y="89059"/>
                          </a:cubicBezTo>
                          <a:cubicBezTo>
                            <a:pt x="377857" y="89630"/>
                            <a:pt x="377762" y="90202"/>
                            <a:pt x="377571" y="90773"/>
                          </a:cubicBezTo>
                          <a:cubicBezTo>
                            <a:pt x="377476" y="91059"/>
                            <a:pt x="377380" y="91345"/>
                            <a:pt x="377380" y="91535"/>
                          </a:cubicBezTo>
                          <a:cubicBezTo>
                            <a:pt x="377190" y="92202"/>
                            <a:pt x="377000" y="92774"/>
                            <a:pt x="376904" y="93440"/>
                          </a:cubicBezTo>
                          <a:cubicBezTo>
                            <a:pt x="376618" y="94488"/>
                            <a:pt x="376333" y="95536"/>
                            <a:pt x="376047" y="96679"/>
                          </a:cubicBezTo>
                          <a:cubicBezTo>
                            <a:pt x="375761" y="97631"/>
                            <a:pt x="375475" y="98584"/>
                            <a:pt x="375190" y="99632"/>
                          </a:cubicBezTo>
                          <a:cubicBezTo>
                            <a:pt x="374999" y="100394"/>
                            <a:pt x="374713" y="101251"/>
                            <a:pt x="374428" y="102013"/>
                          </a:cubicBezTo>
                          <a:cubicBezTo>
                            <a:pt x="374237" y="102584"/>
                            <a:pt x="374047" y="103156"/>
                            <a:pt x="373951" y="103727"/>
                          </a:cubicBezTo>
                          <a:cubicBezTo>
                            <a:pt x="373666" y="104585"/>
                            <a:pt x="373380" y="105442"/>
                            <a:pt x="373094" y="106299"/>
                          </a:cubicBezTo>
                          <a:cubicBezTo>
                            <a:pt x="372999" y="106680"/>
                            <a:pt x="372809" y="107061"/>
                            <a:pt x="372713" y="107442"/>
                          </a:cubicBezTo>
                          <a:cubicBezTo>
                            <a:pt x="372332" y="108585"/>
                            <a:pt x="371951" y="109728"/>
                            <a:pt x="371570" y="110871"/>
                          </a:cubicBezTo>
                          <a:cubicBezTo>
                            <a:pt x="371475" y="111252"/>
                            <a:pt x="371284" y="111633"/>
                            <a:pt x="371189" y="112014"/>
                          </a:cubicBezTo>
                          <a:cubicBezTo>
                            <a:pt x="370618" y="113538"/>
                            <a:pt x="370046" y="115062"/>
                            <a:pt x="369475" y="116586"/>
                          </a:cubicBezTo>
                          <a:cubicBezTo>
                            <a:pt x="369094" y="117539"/>
                            <a:pt x="368713" y="118586"/>
                            <a:pt x="368332" y="119539"/>
                          </a:cubicBezTo>
                          <a:cubicBezTo>
                            <a:pt x="368237" y="119729"/>
                            <a:pt x="368237" y="119920"/>
                            <a:pt x="368141" y="120110"/>
                          </a:cubicBezTo>
                          <a:cubicBezTo>
                            <a:pt x="367855" y="120872"/>
                            <a:pt x="367475" y="121729"/>
                            <a:pt x="367093" y="122492"/>
                          </a:cubicBezTo>
                          <a:cubicBezTo>
                            <a:pt x="366141" y="124873"/>
                            <a:pt x="365188" y="127254"/>
                            <a:pt x="364141" y="129635"/>
                          </a:cubicBezTo>
                          <a:cubicBezTo>
                            <a:pt x="363569" y="130874"/>
                            <a:pt x="362998" y="132112"/>
                            <a:pt x="362426" y="133445"/>
                          </a:cubicBezTo>
                          <a:cubicBezTo>
                            <a:pt x="361474" y="135541"/>
                            <a:pt x="360521" y="137732"/>
                            <a:pt x="359474" y="139827"/>
                          </a:cubicBezTo>
                          <a:cubicBezTo>
                            <a:pt x="359188" y="140399"/>
                            <a:pt x="358902" y="140970"/>
                            <a:pt x="358616" y="141637"/>
                          </a:cubicBezTo>
                          <a:cubicBezTo>
                            <a:pt x="358235" y="142399"/>
                            <a:pt x="357854" y="143161"/>
                            <a:pt x="357473" y="143923"/>
                          </a:cubicBezTo>
                          <a:cubicBezTo>
                            <a:pt x="356425" y="145923"/>
                            <a:pt x="355473" y="147923"/>
                            <a:pt x="354425" y="149924"/>
                          </a:cubicBezTo>
                          <a:cubicBezTo>
                            <a:pt x="353663" y="151257"/>
                            <a:pt x="352996" y="152686"/>
                            <a:pt x="352234" y="154019"/>
                          </a:cubicBezTo>
                          <a:cubicBezTo>
                            <a:pt x="351092" y="156020"/>
                            <a:pt x="349949" y="158115"/>
                            <a:pt x="348805" y="160115"/>
                          </a:cubicBezTo>
                          <a:cubicBezTo>
                            <a:pt x="348043" y="161449"/>
                            <a:pt x="347282" y="162782"/>
                            <a:pt x="346520" y="164116"/>
                          </a:cubicBezTo>
                          <a:cubicBezTo>
                            <a:pt x="345281" y="166307"/>
                            <a:pt x="343948" y="168497"/>
                            <a:pt x="342519" y="170688"/>
                          </a:cubicBezTo>
                          <a:cubicBezTo>
                            <a:pt x="341757" y="171831"/>
                            <a:pt x="341090" y="173069"/>
                            <a:pt x="340328" y="174212"/>
                          </a:cubicBezTo>
                          <a:cubicBezTo>
                            <a:pt x="338614" y="176975"/>
                            <a:pt x="336804" y="179737"/>
                            <a:pt x="334994" y="182499"/>
                          </a:cubicBezTo>
                          <a:cubicBezTo>
                            <a:pt x="334613" y="183071"/>
                            <a:pt x="334328" y="183642"/>
                            <a:pt x="333946" y="184118"/>
                          </a:cubicBezTo>
                          <a:cubicBezTo>
                            <a:pt x="333851" y="184214"/>
                            <a:pt x="333851" y="184309"/>
                            <a:pt x="333756" y="184404"/>
                          </a:cubicBezTo>
                          <a:cubicBezTo>
                            <a:pt x="333661" y="184499"/>
                            <a:pt x="333661" y="184595"/>
                            <a:pt x="333566" y="184595"/>
                          </a:cubicBezTo>
                          <a:cubicBezTo>
                            <a:pt x="332994" y="185452"/>
                            <a:pt x="332422" y="186309"/>
                            <a:pt x="331851" y="187166"/>
                          </a:cubicBezTo>
                          <a:cubicBezTo>
                            <a:pt x="331375" y="187833"/>
                            <a:pt x="330899" y="188500"/>
                            <a:pt x="330422" y="189167"/>
                          </a:cubicBezTo>
                          <a:cubicBezTo>
                            <a:pt x="328327" y="192215"/>
                            <a:pt x="326136" y="195263"/>
                            <a:pt x="323850" y="198311"/>
                          </a:cubicBezTo>
                          <a:cubicBezTo>
                            <a:pt x="323850" y="198311"/>
                            <a:pt x="323850" y="198406"/>
                            <a:pt x="323755" y="198406"/>
                          </a:cubicBezTo>
                          <a:cubicBezTo>
                            <a:pt x="323183" y="199168"/>
                            <a:pt x="322612" y="200025"/>
                            <a:pt x="322040" y="200787"/>
                          </a:cubicBezTo>
                          <a:cubicBezTo>
                            <a:pt x="321850" y="200978"/>
                            <a:pt x="321755" y="201168"/>
                            <a:pt x="321564" y="201359"/>
                          </a:cubicBezTo>
                          <a:cubicBezTo>
                            <a:pt x="318707" y="205264"/>
                            <a:pt x="315754" y="209074"/>
                            <a:pt x="312706" y="212884"/>
                          </a:cubicBezTo>
                          <a:cubicBezTo>
                            <a:pt x="312610" y="212979"/>
                            <a:pt x="312515" y="213074"/>
                            <a:pt x="312420" y="213170"/>
                          </a:cubicBezTo>
                          <a:cubicBezTo>
                            <a:pt x="311944" y="213741"/>
                            <a:pt x="311467" y="214313"/>
                            <a:pt x="310991" y="214884"/>
                          </a:cubicBezTo>
                          <a:cubicBezTo>
                            <a:pt x="308705" y="217742"/>
                            <a:pt x="306324" y="220599"/>
                            <a:pt x="303943" y="223457"/>
                          </a:cubicBezTo>
                          <a:cubicBezTo>
                            <a:pt x="303562" y="223933"/>
                            <a:pt x="303181" y="224314"/>
                            <a:pt x="302800" y="224790"/>
                          </a:cubicBezTo>
                          <a:cubicBezTo>
                            <a:pt x="301942" y="225743"/>
                            <a:pt x="301180" y="226695"/>
                            <a:pt x="300323" y="227648"/>
                          </a:cubicBezTo>
                          <a:cubicBezTo>
                            <a:pt x="298895" y="229267"/>
                            <a:pt x="297466" y="230886"/>
                            <a:pt x="296037" y="232505"/>
                          </a:cubicBezTo>
                          <a:cubicBezTo>
                            <a:pt x="295561" y="233077"/>
                            <a:pt x="295084" y="233648"/>
                            <a:pt x="294608" y="234220"/>
                          </a:cubicBezTo>
                          <a:cubicBezTo>
                            <a:pt x="293656" y="235268"/>
                            <a:pt x="292608" y="236411"/>
                            <a:pt x="291655" y="237458"/>
                          </a:cubicBezTo>
                          <a:cubicBezTo>
                            <a:pt x="290608" y="238601"/>
                            <a:pt x="289560" y="239744"/>
                            <a:pt x="288512" y="240887"/>
                          </a:cubicBezTo>
                          <a:cubicBezTo>
                            <a:pt x="288131" y="241364"/>
                            <a:pt x="287750" y="241745"/>
                            <a:pt x="287274" y="242221"/>
                          </a:cubicBezTo>
                          <a:cubicBezTo>
                            <a:pt x="286226" y="243269"/>
                            <a:pt x="285179" y="244316"/>
                            <a:pt x="284226" y="245459"/>
                          </a:cubicBezTo>
                          <a:cubicBezTo>
                            <a:pt x="283750" y="245936"/>
                            <a:pt x="283369" y="246412"/>
                            <a:pt x="282892" y="246793"/>
                          </a:cubicBezTo>
                          <a:cubicBezTo>
                            <a:pt x="282130" y="247555"/>
                            <a:pt x="281368" y="248317"/>
                            <a:pt x="280702" y="249079"/>
                          </a:cubicBezTo>
                          <a:cubicBezTo>
                            <a:pt x="280511" y="249269"/>
                            <a:pt x="280321" y="249460"/>
                            <a:pt x="280130" y="249650"/>
                          </a:cubicBezTo>
                          <a:cubicBezTo>
                            <a:pt x="279463" y="250317"/>
                            <a:pt x="278892" y="250889"/>
                            <a:pt x="278225" y="251555"/>
                          </a:cubicBezTo>
                          <a:cubicBezTo>
                            <a:pt x="276511" y="253270"/>
                            <a:pt x="274796" y="255079"/>
                            <a:pt x="272987" y="256794"/>
                          </a:cubicBezTo>
                          <a:cubicBezTo>
                            <a:pt x="272891" y="256889"/>
                            <a:pt x="272701" y="256985"/>
                            <a:pt x="272605" y="257175"/>
                          </a:cubicBezTo>
                          <a:cubicBezTo>
                            <a:pt x="272034" y="257747"/>
                            <a:pt x="271463" y="258318"/>
                            <a:pt x="270891" y="258890"/>
                          </a:cubicBezTo>
                          <a:cubicBezTo>
                            <a:pt x="269367" y="260318"/>
                            <a:pt x="267843" y="261842"/>
                            <a:pt x="266319" y="263271"/>
                          </a:cubicBezTo>
                          <a:cubicBezTo>
                            <a:pt x="266129" y="263462"/>
                            <a:pt x="265938" y="263652"/>
                            <a:pt x="265747" y="263747"/>
                          </a:cubicBezTo>
                          <a:cubicBezTo>
                            <a:pt x="265271" y="264224"/>
                            <a:pt x="264795" y="264605"/>
                            <a:pt x="264319" y="265081"/>
                          </a:cubicBezTo>
                          <a:cubicBezTo>
                            <a:pt x="263366" y="265938"/>
                            <a:pt x="262414" y="266795"/>
                            <a:pt x="261461" y="267748"/>
                          </a:cubicBezTo>
                          <a:cubicBezTo>
                            <a:pt x="260985" y="268129"/>
                            <a:pt x="260604" y="268605"/>
                            <a:pt x="260128" y="268986"/>
                          </a:cubicBezTo>
                          <a:cubicBezTo>
                            <a:pt x="259556" y="269558"/>
                            <a:pt x="258889" y="270129"/>
                            <a:pt x="258318" y="270701"/>
                          </a:cubicBezTo>
                          <a:cubicBezTo>
                            <a:pt x="257461" y="271463"/>
                            <a:pt x="256604" y="272225"/>
                            <a:pt x="255746" y="272987"/>
                          </a:cubicBezTo>
                          <a:cubicBezTo>
                            <a:pt x="254699" y="273939"/>
                            <a:pt x="253651" y="274796"/>
                            <a:pt x="252603" y="275749"/>
                          </a:cubicBezTo>
                          <a:cubicBezTo>
                            <a:pt x="251936" y="276320"/>
                            <a:pt x="251270" y="276892"/>
                            <a:pt x="250603" y="277463"/>
                          </a:cubicBezTo>
                          <a:cubicBezTo>
                            <a:pt x="249555" y="278416"/>
                            <a:pt x="248412" y="279368"/>
                            <a:pt x="247269" y="280226"/>
                          </a:cubicBezTo>
                          <a:cubicBezTo>
                            <a:pt x="246983" y="280416"/>
                            <a:pt x="246697" y="280702"/>
                            <a:pt x="246412" y="280892"/>
                          </a:cubicBezTo>
                          <a:cubicBezTo>
                            <a:pt x="245459" y="281654"/>
                            <a:pt x="244507" y="282512"/>
                            <a:pt x="243650" y="283274"/>
                          </a:cubicBezTo>
                          <a:cubicBezTo>
                            <a:pt x="243364" y="283559"/>
                            <a:pt x="242983" y="283845"/>
                            <a:pt x="242697" y="284131"/>
                          </a:cubicBezTo>
                          <a:cubicBezTo>
                            <a:pt x="242030" y="284702"/>
                            <a:pt x="241268" y="285274"/>
                            <a:pt x="240601" y="285845"/>
                          </a:cubicBezTo>
                          <a:cubicBezTo>
                            <a:pt x="238792" y="287369"/>
                            <a:pt x="236887" y="288893"/>
                            <a:pt x="235077" y="290322"/>
                          </a:cubicBezTo>
                          <a:cubicBezTo>
                            <a:pt x="234887" y="290417"/>
                            <a:pt x="234791" y="290608"/>
                            <a:pt x="234601" y="290703"/>
                          </a:cubicBezTo>
                          <a:cubicBezTo>
                            <a:pt x="234601" y="290703"/>
                            <a:pt x="234601" y="290703"/>
                            <a:pt x="234505" y="290798"/>
                          </a:cubicBezTo>
                          <a:cubicBezTo>
                            <a:pt x="234220" y="290989"/>
                            <a:pt x="234029" y="291179"/>
                            <a:pt x="233743" y="291370"/>
                          </a:cubicBezTo>
                          <a:cubicBezTo>
                            <a:pt x="231458" y="293180"/>
                            <a:pt x="229076" y="294989"/>
                            <a:pt x="226695" y="296799"/>
                          </a:cubicBezTo>
                          <a:cubicBezTo>
                            <a:pt x="226504" y="296990"/>
                            <a:pt x="226314" y="297085"/>
                            <a:pt x="226124" y="297275"/>
                          </a:cubicBezTo>
                          <a:cubicBezTo>
                            <a:pt x="225647" y="297656"/>
                            <a:pt x="225076" y="298037"/>
                            <a:pt x="224600" y="298418"/>
                          </a:cubicBezTo>
                          <a:cubicBezTo>
                            <a:pt x="222980" y="299657"/>
                            <a:pt x="221361" y="300800"/>
                            <a:pt x="219646" y="302038"/>
                          </a:cubicBezTo>
                          <a:cubicBezTo>
                            <a:pt x="218884" y="302609"/>
                            <a:pt x="218122" y="303181"/>
                            <a:pt x="217456" y="303657"/>
                          </a:cubicBezTo>
                          <a:cubicBezTo>
                            <a:pt x="217170" y="303848"/>
                            <a:pt x="216884" y="304038"/>
                            <a:pt x="216694" y="304229"/>
                          </a:cubicBezTo>
                          <a:cubicBezTo>
                            <a:pt x="216122" y="304610"/>
                            <a:pt x="215646" y="304991"/>
                            <a:pt x="215075" y="305372"/>
                          </a:cubicBezTo>
                          <a:cubicBezTo>
                            <a:pt x="214122" y="306038"/>
                            <a:pt x="213074" y="306705"/>
                            <a:pt x="212122" y="307467"/>
                          </a:cubicBezTo>
                          <a:cubicBezTo>
                            <a:pt x="210979" y="308229"/>
                            <a:pt x="209836" y="309086"/>
                            <a:pt x="208788" y="309848"/>
                          </a:cubicBezTo>
                          <a:cubicBezTo>
                            <a:pt x="208502" y="310039"/>
                            <a:pt x="208312" y="310134"/>
                            <a:pt x="208026" y="310325"/>
                          </a:cubicBezTo>
                          <a:cubicBezTo>
                            <a:pt x="207169" y="310896"/>
                            <a:pt x="206407" y="311372"/>
                            <a:pt x="205550" y="311944"/>
                          </a:cubicBezTo>
                          <a:cubicBezTo>
                            <a:pt x="204407" y="312706"/>
                            <a:pt x="203359" y="313373"/>
                            <a:pt x="202216" y="314135"/>
                          </a:cubicBezTo>
                          <a:cubicBezTo>
                            <a:pt x="201359" y="314706"/>
                            <a:pt x="200596" y="315278"/>
                            <a:pt x="199739" y="315754"/>
                          </a:cubicBezTo>
                          <a:cubicBezTo>
                            <a:pt x="199549" y="315849"/>
                            <a:pt x="199358" y="316040"/>
                            <a:pt x="199168" y="316135"/>
                          </a:cubicBezTo>
                          <a:cubicBezTo>
                            <a:pt x="198692" y="316421"/>
                            <a:pt x="198120" y="316802"/>
                            <a:pt x="197644" y="317087"/>
                          </a:cubicBezTo>
                          <a:cubicBezTo>
                            <a:pt x="197072" y="317468"/>
                            <a:pt x="196501" y="317754"/>
                            <a:pt x="196025" y="318135"/>
                          </a:cubicBezTo>
                          <a:cubicBezTo>
                            <a:pt x="194882" y="318897"/>
                            <a:pt x="193738" y="319564"/>
                            <a:pt x="192596" y="320326"/>
                          </a:cubicBezTo>
                          <a:cubicBezTo>
                            <a:pt x="192024" y="320707"/>
                            <a:pt x="191357" y="321088"/>
                            <a:pt x="190786" y="321469"/>
                          </a:cubicBezTo>
                          <a:cubicBezTo>
                            <a:pt x="190691" y="321564"/>
                            <a:pt x="190500" y="321659"/>
                            <a:pt x="190405" y="321755"/>
                          </a:cubicBezTo>
                          <a:cubicBezTo>
                            <a:pt x="190309" y="321850"/>
                            <a:pt x="190119" y="321945"/>
                            <a:pt x="190024" y="322040"/>
                          </a:cubicBezTo>
                          <a:cubicBezTo>
                            <a:pt x="188785" y="322802"/>
                            <a:pt x="187642" y="323469"/>
                            <a:pt x="186500" y="324136"/>
                          </a:cubicBezTo>
                          <a:cubicBezTo>
                            <a:pt x="185357" y="324803"/>
                            <a:pt x="184118" y="325565"/>
                            <a:pt x="182975" y="326231"/>
                          </a:cubicBezTo>
                          <a:cubicBezTo>
                            <a:pt x="182689" y="326422"/>
                            <a:pt x="182404" y="326612"/>
                            <a:pt x="182023" y="326803"/>
                          </a:cubicBezTo>
                          <a:cubicBezTo>
                            <a:pt x="181832" y="326898"/>
                            <a:pt x="181737" y="326993"/>
                            <a:pt x="181642" y="327089"/>
                          </a:cubicBezTo>
                          <a:cubicBezTo>
                            <a:pt x="181546" y="327089"/>
                            <a:pt x="181546" y="327184"/>
                            <a:pt x="181451" y="327184"/>
                          </a:cubicBezTo>
                          <a:cubicBezTo>
                            <a:pt x="181451" y="327184"/>
                            <a:pt x="181451" y="327184"/>
                            <a:pt x="181451" y="327184"/>
                          </a:cubicBezTo>
                          <a:cubicBezTo>
                            <a:pt x="179832" y="328136"/>
                            <a:pt x="178117" y="328994"/>
                            <a:pt x="176498" y="329946"/>
                          </a:cubicBezTo>
                          <a:cubicBezTo>
                            <a:pt x="175546" y="330518"/>
                            <a:pt x="174593" y="331089"/>
                            <a:pt x="173546" y="331565"/>
                          </a:cubicBezTo>
                          <a:cubicBezTo>
                            <a:pt x="173450" y="331661"/>
                            <a:pt x="173355" y="331661"/>
                            <a:pt x="173260" y="331756"/>
                          </a:cubicBezTo>
                          <a:cubicBezTo>
                            <a:pt x="172879" y="331946"/>
                            <a:pt x="172593" y="332137"/>
                            <a:pt x="172212" y="332327"/>
                          </a:cubicBezTo>
                          <a:cubicBezTo>
                            <a:pt x="172021" y="332423"/>
                            <a:pt x="171831" y="332518"/>
                            <a:pt x="171641" y="332613"/>
                          </a:cubicBezTo>
                          <a:cubicBezTo>
                            <a:pt x="170879" y="332994"/>
                            <a:pt x="170212" y="333375"/>
                            <a:pt x="169450" y="333756"/>
                          </a:cubicBezTo>
                          <a:cubicBezTo>
                            <a:pt x="167735" y="334709"/>
                            <a:pt x="165925" y="335661"/>
                            <a:pt x="164211" y="336518"/>
                          </a:cubicBezTo>
                          <a:cubicBezTo>
                            <a:pt x="164021" y="336614"/>
                            <a:pt x="163735" y="336709"/>
                            <a:pt x="163544" y="336899"/>
                          </a:cubicBezTo>
                          <a:cubicBezTo>
                            <a:pt x="163259" y="336995"/>
                            <a:pt x="162973" y="337185"/>
                            <a:pt x="162782" y="337280"/>
                          </a:cubicBezTo>
                          <a:cubicBezTo>
                            <a:pt x="162401" y="337471"/>
                            <a:pt x="161925" y="337757"/>
                            <a:pt x="161544" y="337947"/>
                          </a:cubicBezTo>
                          <a:cubicBezTo>
                            <a:pt x="160877" y="338233"/>
                            <a:pt x="160306" y="338519"/>
                            <a:pt x="159639" y="338804"/>
                          </a:cubicBezTo>
                          <a:cubicBezTo>
                            <a:pt x="158115" y="339566"/>
                            <a:pt x="156591" y="340328"/>
                            <a:pt x="155067" y="340995"/>
                          </a:cubicBezTo>
                          <a:cubicBezTo>
                            <a:pt x="154114" y="341471"/>
                            <a:pt x="153162" y="341852"/>
                            <a:pt x="152209" y="342329"/>
                          </a:cubicBezTo>
                          <a:cubicBezTo>
                            <a:pt x="151638" y="342614"/>
                            <a:pt x="151067" y="342900"/>
                            <a:pt x="150400" y="343186"/>
                          </a:cubicBezTo>
                          <a:cubicBezTo>
                            <a:pt x="150019" y="343376"/>
                            <a:pt x="149733" y="343472"/>
                            <a:pt x="149352" y="343662"/>
                          </a:cubicBezTo>
                          <a:cubicBezTo>
                            <a:pt x="148209" y="344138"/>
                            <a:pt x="147066" y="344710"/>
                            <a:pt x="145923" y="345186"/>
                          </a:cubicBezTo>
                          <a:cubicBezTo>
                            <a:pt x="144780" y="345662"/>
                            <a:pt x="143637" y="346139"/>
                            <a:pt x="142494" y="346615"/>
                          </a:cubicBezTo>
                          <a:cubicBezTo>
                            <a:pt x="141732" y="346901"/>
                            <a:pt x="140970" y="347282"/>
                            <a:pt x="140208" y="347567"/>
                          </a:cubicBezTo>
                          <a:cubicBezTo>
                            <a:pt x="139732" y="347758"/>
                            <a:pt x="139255" y="347948"/>
                            <a:pt x="138684" y="348139"/>
                          </a:cubicBezTo>
                          <a:cubicBezTo>
                            <a:pt x="138589" y="348234"/>
                            <a:pt x="138398" y="348234"/>
                            <a:pt x="138303" y="348329"/>
                          </a:cubicBezTo>
                          <a:cubicBezTo>
                            <a:pt x="137636" y="348615"/>
                            <a:pt x="136970" y="348901"/>
                            <a:pt x="136303" y="349091"/>
                          </a:cubicBezTo>
                          <a:cubicBezTo>
                            <a:pt x="135446" y="349472"/>
                            <a:pt x="134588" y="349758"/>
                            <a:pt x="133731" y="350044"/>
                          </a:cubicBezTo>
                          <a:cubicBezTo>
                            <a:pt x="132874" y="350330"/>
                            <a:pt x="132112" y="350711"/>
                            <a:pt x="131254" y="350996"/>
                          </a:cubicBezTo>
                          <a:cubicBezTo>
                            <a:pt x="130969" y="351092"/>
                            <a:pt x="130588" y="351187"/>
                            <a:pt x="130302" y="351377"/>
                          </a:cubicBezTo>
                          <a:cubicBezTo>
                            <a:pt x="129159" y="351758"/>
                            <a:pt x="128016" y="352235"/>
                            <a:pt x="126873" y="352616"/>
                          </a:cubicBezTo>
                          <a:cubicBezTo>
                            <a:pt x="126301" y="352806"/>
                            <a:pt x="125730" y="352997"/>
                            <a:pt x="125158" y="353282"/>
                          </a:cubicBezTo>
                          <a:cubicBezTo>
                            <a:pt x="124968" y="353378"/>
                            <a:pt x="124778" y="353473"/>
                            <a:pt x="124492" y="353473"/>
                          </a:cubicBezTo>
                          <a:cubicBezTo>
                            <a:pt x="124301" y="353568"/>
                            <a:pt x="124016" y="353568"/>
                            <a:pt x="123825" y="353663"/>
                          </a:cubicBezTo>
                          <a:cubicBezTo>
                            <a:pt x="122015" y="354330"/>
                            <a:pt x="120205" y="354902"/>
                            <a:pt x="118396" y="355473"/>
                          </a:cubicBezTo>
                          <a:cubicBezTo>
                            <a:pt x="117634" y="355759"/>
                            <a:pt x="116776" y="355949"/>
                            <a:pt x="116014" y="356235"/>
                          </a:cubicBezTo>
                          <a:cubicBezTo>
                            <a:pt x="115824" y="356330"/>
                            <a:pt x="115633" y="356330"/>
                            <a:pt x="115443" y="356426"/>
                          </a:cubicBezTo>
                          <a:cubicBezTo>
                            <a:pt x="112681" y="357283"/>
                            <a:pt x="109918" y="358045"/>
                            <a:pt x="107251" y="358712"/>
                          </a:cubicBezTo>
                          <a:cubicBezTo>
                            <a:pt x="107251" y="358712"/>
                            <a:pt x="107156" y="358712"/>
                            <a:pt x="107156" y="358712"/>
                          </a:cubicBezTo>
                          <a:cubicBezTo>
                            <a:pt x="107156" y="358712"/>
                            <a:pt x="107156" y="358712"/>
                            <a:pt x="107156" y="358712"/>
                          </a:cubicBezTo>
                          <a:cubicBezTo>
                            <a:pt x="107061" y="358712"/>
                            <a:pt x="106871" y="358807"/>
                            <a:pt x="106775" y="358807"/>
                          </a:cubicBezTo>
                          <a:cubicBezTo>
                            <a:pt x="106489" y="358902"/>
                            <a:pt x="106204" y="358902"/>
                            <a:pt x="105918" y="358997"/>
                          </a:cubicBezTo>
                          <a:cubicBezTo>
                            <a:pt x="103632" y="359569"/>
                            <a:pt x="101346" y="360140"/>
                            <a:pt x="99155" y="360617"/>
                          </a:cubicBezTo>
                          <a:cubicBezTo>
                            <a:pt x="98870" y="360712"/>
                            <a:pt x="98679" y="360712"/>
                            <a:pt x="98393" y="360807"/>
                          </a:cubicBezTo>
                          <a:cubicBezTo>
                            <a:pt x="97631" y="360998"/>
                            <a:pt x="96869" y="361093"/>
                            <a:pt x="96107" y="361283"/>
                          </a:cubicBezTo>
                          <a:cubicBezTo>
                            <a:pt x="94488" y="361664"/>
                            <a:pt x="92774" y="361950"/>
                            <a:pt x="91154" y="362236"/>
                          </a:cubicBezTo>
                          <a:cubicBezTo>
                            <a:pt x="90678" y="362331"/>
                            <a:pt x="90297" y="362426"/>
                            <a:pt x="89821" y="362522"/>
                          </a:cubicBezTo>
                          <a:cubicBezTo>
                            <a:pt x="89059" y="362617"/>
                            <a:pt x="88392" y="362712"/>
                            <a:pt x="87630" y="362903"/>
                          </a:cubicBezTo>
                          <a:cubicBezTo>
                            <a:pt x="86201" y="363093"/>
                            <a:pt x="84772" y="363379"/>
                            <a:pt x="83344" y="363569"/>
                          </a:cubicBezTo>
                          <a:cubicBezTo>
                            <a:pt x="82772" y="363665"/>
                            <a:pt x="82105" y="363760"/>
                            <a:pt x="81534" y="363855"/>
                          </a:cubicBezTo>
                          <a:cubicBezTo>
                            <a:pt x="80867" y="363950"/>
                            <a:pt x="80296" y="363950"/>
                            <a:pt x="79629" y="364046"/>
                          </a:cubicBezTo>
                          <a:cubicBezTo>
                            <a:pt x="78296" y="364236"/>
                            <a:pt x="77057" y="364331"/>
                            <a:pt x="75724" y="364427"/>
                          </a:cubicBezTo>
                          <a:cubicBezTo>
                            <a:pt x="74962" y="364522"/>
                            <a:pt x="74200" y="364617"/>
                            <a:pt x="73438" y="364617"/>
                          </a:cubicBezTo>
                          <a:cubicBezTo>
                            <a:pt x="72962" y="364617"/>
                            <a:pt x="72390" y="364712"/>
                            <a:pt x="71914" y="364712"/>
                          </a:cubicBezTo>
                          <a:cubicBezTo>
                            <a:pt x="70675" y="364808"/>
                            <a:pt x="69437" y="364808"/>
                            <a:pt x="68294" y="364903"/>
                          </a:cubicBezTo>
                          <a:cubicBezTo>
                            <a:pt x="67437" y="364903"/>
                            <a:pt x="66484" y="364998"/>
                            <a:pt x="65627" y="364998"/>
                          </a:cubicBezTo>
                          <a:cubicBezTo>
                            <a:pt x="65246" y="364998"/>
                            <a:pt x="64865" y="364998"/>
                            <a:pt x="64484" y="364998"/>
                          </a:cubicBezTo>
                          <a:cubicBezTo>
                            <a:pt x="63341" y="364998"/>
                            <a:pt x="62103" y="364998"/>
                            <a:pt x="60960" y="364998"/>
                          </a:cubicBezTo>
                          <a:cubicBezTo>
                            <a:pt x="60008" y="364998"/>
                            <a:pt x="59150" y="364998"/>
                            <a:pt x="58198" y="364998"/>
                          </a:cubicBezTo>
                          <a:cubicBezTo>
                            <a:pt x="57912" y="364998"/>
                            <a:pt x="57531" y="364998"/>
                            <a:pt x="57245" y="364998"/>
                          </a:cubicBezTo>
                          <a:cubicBezTo>
                            <a:pt x="56864" y="364998"/>
                            <a:pt x="56388" y="364903"/>
                            <a:pt x="56007" y="364903"/>
                          </a:cubicBezTo>
                          <a:cubicBezTo>
                            <a:pt x="55150" y="364903"/>
                            <a:pt x="54388" y="364808"/>
                            <a:pt x="53530" y="364712"/>
                          </a:cubicBezTo>
                          <a:cubicBezTo>
                            <a:pt x="52768" y="364617"/>
                            <a:pt x="52102" y="364617"/>
                            <a:pt x="51340" y="364617"/>
                          </a:cubicBezTo>
                          <a:cubicBezTo>
                            <a:pt x="50959" y="364617"/>
                            <a:pt x="50578" y="364522"/>
                            <a:pt x="50197" y="364522"/>
                          </a:cubicBezTo>
                          <a:cubicBezTo>
                            <a:pt x="49435" y="364427"/>
                            <a:pt x="48673" y="364331"/>
                            <a:pt x="47816" y="364236"/>
                          </a:cubicBezTo>
                          <a:cubicBezTo>
                            <a:pt x="46768" y="364141"/>
                            <a:pt x="45720" y="364046"/>
                            <a:pt x="44672" y="363855"/>
                          </a:cubicBezTo>
                          <a:cubicBezTo>
                            <a:pt x="44482" y="363855"/>
                            <a:pt x="44291" y="363760"/>
                            <a:pt x="44101" y="363760"/>
                          </a:cubicBezTo>
                          <a:cubicBezTo>
                            <a:pt x="43910" y="363760"/>
                            <a:pt x="43625" y="363665"/>
                            <a:pt x="43434" y="363665"/>
                          </a:cubicBezTo>
                          <a:cubicBezTo>
                            <a:pt x="42577" y="363569"/>
                            <a:pt x="41720" y="363379"/>
                            <a:pt x="40862" y="363188"/>
                          </a:cubicBezTo>
                          <a:cubicBezTo>
                            <a:pt x="40005" y="362998"/>
                            <a:pt x="39148" y="362903"/>
                            <a:pt x="38291" y="362712"/>
                          </a:cubicBezTo>
                          <a:cubicBezTo>
                            <a:pt x="37719" y="362617"/>
                            <a:pt x="37243" y="362426"/>
                            <a:pt x="36671" y="362331"/>
                          </a:cubicBezTo>
                          <a:cubicBezTo>
                            <a:pt x="35909" y="362141"/>
                            <a:pt x="35147" y="361950"/>
                            <a:pt x="34385" y="361760"/>
                          </a:cubicBezTo>
                          <a:cubicBezTo>
                            <a:pt x="33623" y="361569"/>
                            <a:pt x="32861" y="361379"/>
                            <a:pt x="32195" y="361188"/>
                          </a:cubicBezTo>
                          <a:cubicBezTo>
                            <a:pt x="31528" y="360998"/>
                            <a:pt x="30861" y="360807"/>
                            <a:pt x="30194" y="360617"/>
                          </a:cubicBezTo>
                          <a:cubicBezTo>
                            <a:pt x="29528" y="360426"/>
                            <a:pt x="28956" y="360236"/>
                            <a:pt x="28289" y="360045"/>
                          </a:cubicBezTo>
                          <a:cubicBezTo>
                            <a:pt x="27622" y="359855"/>
                            <a:pt x="26956" y="359569"/>
                            <a:pt x="26384" y="359378"/>
                          </a:cubicBezTo>
                          <a:cubicBezTo>
                            <a:pt x="25622" y="359093"/>
                            <a:pt x="24860" y="358807"/>
                            <a:pt x="24098" y="358426"/>
                          </a:cubicBezTo>
                          <a:cubicBezTo>
                            <a:pt x="23622" y="358235"/>
                            <a:pt x="23050" y="358045"/>
                            <a:pt x="22574" y="357854"/>
                          </a:cubicBezTo>
                          <a:cubicBezTo>
                            <a:pt x="22003" y="357569"/>
                            <a:pt x="21431" y="357283"/>
                            <a:pt x="20860" y="357092"/>
                          </a:cubicBezTo>
                          <a:cubicBezTo>
                            <a:pt x="20098" y="356711"/>
                            <a:pt x="19336" y="356426"/>
                            <a:pt x="18669" y="356045"/>
                          </a:cubicBezTo>
                          <a:cubicBezTo>
                            <a:pt x="18193" y="355759"/>
                            <a:pt x="17621" y="355568"/>
                            <a:pt x="17145" y="355283"/>
                          </a:cubicBezTo>
                          <a:cubicBezTo>
                            <a:pt x="16764" y="355092"/>
                            <a:pt x="16383" y="354902"/>
                            <a:pt x="16002" y="354616"/>
                          </a:cubicBezTo>
                          <a:cubicBezTo>
                            <a:pt x="15812" y="354521"/>
                            <a:pt x="15716" y="354425"/>
                            <a:pt x="15526" y="354330"/>
                          </a:cubicBezTo>
                          <a:cubicBezTo>
                            <a:pt x="14859" y="353949"/>
                            <a:pt x="14097" y="353568"/>
                            <a:pt x="13430" y="353092"/>
                          </a:cubicBezTo>
                          <a:cubicBezTo>
                            <a:pt x="12954" y="352806"/>
                            <a:pt x="12383" y="352425"/>
                            <a:pt x="11906" y="352139"/>
                          </a:cubicBezTo>
                          <a:cubicBezTo>
                            <a:pt x="11335" y="351758"/>
                            <a:pt x="10858" y="351377"/>
                            <a:pt x="10287" y="351092"/>
                          </a:cubicBezTo>
                          <a:cubicBezTo>
                            <a:pt x="9716" y="350711"/>
                            <a:pt x="9144" y="350330"/>
                            <a:pt x="8572" y="349949"/>
                          </a:cubicBezTo>
                          <a:cubicBezTo>
                            <a:pt x="8096" y="349568"/>
                            <a:pt x="7525" y="349187"/>
                            <a:pt x="7049" y="348806"/>
                          </a:cubicBezTo>
                          <a:cubicBezTo>
                            <a:pt x="6477" y="348329"/>
                            <a:pt x="5905" y="347853"/>
                            <a:pt x="5334" y="347472"/>
                          </a:cubicBezTo>
                          <a:cubicBezTo>
                            <a:pt x="4953" y="347091"/>
                            <a:pt x="4477" y="346805"/>
                            <a:pt x="4096" y="346424"/>
                          </a:cubicBezTo>
                          <a:cubicBezTo>
                            <a:pt x="3524" y="345948"/>
                            <a:pt x="3048" y="345472"/>
                            <a:pt x="2572" y="344996"/>
                          </a:cubicBezTo>
                          <a:cubicBezTo>
                            <a:pt x="2000" y="344519"/>
                            <a:pt x="1429" y="343948"/>
                            <a:pt x="953" y="343376"/>
                          </a:cubicBezTo>
                          <a:cubicBezTo>
                            <a:pt x="667" y="343091"/>
                            <a:pt x="286" y="342805"/>
                            <a:pt x="0" y="342519"/>
                          </a:cubicBezTo>
                          <a:lnTo>
                            <a:pt x="33718" y="377762"/>
                          </a:lnTo>
                          <a:cubicBezTo>
                            <a:pt x="35052" y="379190"/>
                            <a:pt x="36385" y="380429"/>
                            <a:pt x="37909" y="381762"/>
                          </a:cubicBezTo>
                          <a:cubicBezTo>
                            <a:pt x="38386" y="382143"/>
                            <a:pt x="38862" y="382524"/>
                            <a:pt x="39338" y="383000"/>
                          </a:cubicBezTo>
                          <a:cubicBezTo>
                            <a:pt x="40291" y="383858"/>
                            <a:pt x="41338" y="384620"/>
                            <a:pt x="42386" y="385382"/>
                          </a:cubicBezTo>
                          <a:cubicBezTo>
                            <a:pt x="42958" y="385858"/>
                            <a:pt x="43625" y="386239"/>
                            <a:pt x="44196" y="386620"/>
                          </a:cubicBezTo>
                          <a:cubicBezTo>
                            <a:pt x="45149" y="387287"/>
                            <a:pt x="46196" y="387953"/>
                            <a:pt x="47149" y="388525"/>
                          </a:cubicBezTo>
                          <a:cubicBezTo>
                            <a:pt x="47816" y="388906"/>
                            <a:pt x="48482" y="389287"/>
                            <a:pt x="49244" y="389763"/>
                          </a:cubicBezTo>
                          <a:cubicBezTo>
                            <a:pt x="50292" y="390335"/>
                            <a:pt x="51245" y="390906"/>
                            <a:pt x="52292" y="391382"/>
                          </a:cubicBezTo>
                          <a:cubicBezTo>
                            <a:pt x="53054" y="391763"/>
                            <a:pt x="53816" y="392144"/>
                            <a:pt x="54483" y="392430"/>
                          </a:cubicBezTo>
                          <a:cubicBezTo>
                            <a:pt x="55531" y="392906"/>
                            <a:pt x="56674" y="393383"/>
                            <a:pt x="57721" y="393859"/>
                          </a:cubicBezTo>
                          <a:cubicBezTo>
                            <a:pt x="58483" y="394145"/>
                            <a:pt x="59246" y="394526"/>
                            <a:pt x="60008" y="394811"/>
                          </a:cubicBezTo>
                          <a:cubicBezTo>
                            <a:pt x="61150" y="395192"/>
                            <a:pt x="62389" y="395669"/>
                            <a:pt x="63532" y="396050"/>
                          </a:cubicBezTo>
                          <a:cubicBezTo>
                            <a:pt x="64294" y="396335"/>
                            <a:pt x="65056" y="396526"/>
                            <a:pt x="65818" y="396812"/>
                          </a:cubicBezTo>
                          <a:cubicBezTo>
                            <a:pt x="67151" y="397193"/>
                            <a:pt x="68485" y="397478"/>
                            <a:pt x="69818" y="397859"/>
                          </a:cubicBezTo>
                          <a:cubicBezTo>
                            <a:pt x="70485" y="398050"/>
                            <a:pt x="71152" y="398240"/>
                            <a:pt x="71914" y="398336"/>
                          </a:cubicBezTo>
                          <a:cubicBezTo>
                            <a:pt x="73819" y="398717"/>
                            <a:pt x="75724" y="399098"/>
                            <a:pt x="77724" y="399383"/>
                          </a:cubicBezTo>
                          <a:cubicBezTo>
                            <a:pt x="77914" y="399383"/>
                            <a:pt x="78105" y="399479"/>
                            <a:pt x="78296" y="399479"/>
                          </a:cubicBezTo>
                          <a:cubicBezTo>
                            <a:pt x="80486" y="399764"/>
                            <a:pt x="82677" y="400050"/>
                            <a:pt x="84963" y="400241"/>
                          </a:cubicBezTo>
                          <a:cubicBezTo>
                            <a:pt x="85630" y="400336"/>
                            <a:pt x="86392" y="400336"/>
                            <a:pt x="87154" y="400336"/>
                          </a:cubicBezTo>
                          <a:cubicBezTo>
                            <a:pt x="88678" y="400431"/>
                            <a:pt x="90297" y="400526"/>
                            <a:pt x="91916" y="400622"/>
                          </a:cubicBezTo>
                          <a:cubicBezTo>
                            <a:pt x="92774" y="400622"/>
                            <a:pt x="93726" y="400622"/>
                            <a:pt x="94679" y="400622"/>
                          </a:cubicBezTo>
                          <a:cubicBezTo>
                            <a:pt x="96107" y="400622"/>
                            <a:pt x="97631" y="400622"/>
                            <a:pt x="99060" y="400622"/>
                          </a:cubicBezTo>
                          <a:cubicBezTo>
                            <a:pt x="100013" y="400622"/>
                            <a:pt x="101060" y="400526"/>
                            <a:pt x="102013" y="400526"/>
                          </a:cubicBezTo>
                          <a:cubicBezTo>
                            <a:pt x="103442" y="400431"/>
                            <a:pt x="104870" y="400431"/>
                            <a:pt x="106394" y="400241"/>
                          </a:cubicBezTo>
                          <a:cubicBezTo>
                            <a:pt x="107442" y="400145"/>
                            <a:pt x="108490" y="400050"/>
                            <a:pt x="109538" y="399955"/>
                          </a:cubicBezTo>
                          <a:cubicBezTo>
                            <a:pt x="111062" y="399860"/>
                            <a:pt x="112490" y="399669"/>
                            <a:pt x="114014" y="399479"/>
                          </a:cubicBezTo>
                          <a:cubicBezTo>
                            <a:pt x="115062" y="399383"/>
                            <a:pt x="116110" y="399193"/>
                            <a:pt x="117158" y="399098"/>
                          </a:cubicBezTo>
                          <a:cubicBezTo>
                            <a:pt x="118682" y="398907"/>
                            <a:pt x="120301" y="398621"/>
                            <a:pt x="121825" y="398336"/>
                          </a:cubicBezTo>
                          <a:cubicBezTo>
                            <a:pt x="122872" y="398145"/>
                            <a:pt x="123920" y="398050"/>
                            <a:pt x="124968" y="397859"/>
                          </a:cubicBezTo>
                          <a:cubicBezTo>
                            <a:pt x="126683" y="397574"/>
                            <a:pt x="128397" y="397193"/>
                            <a:pt x="130112" y="396812"/>
                          </a:cubicBezTo>
                          <a:cubicBezTo>
                            <a:pt x="131064" y="396621"/>
                            <a:pt x="132017" y="396431"/>
                            <a:pt x="132874" y="396240"/>
                          </a:cubicBezTo>
                          <a:cubicBezTo>
                            <a:pt x="135160" y="395764"/>
                            <a:pt x="137350" y="395192"/>
                            <a:pt x="139637" y="394621"/>
                          </a:cubicBezTo>
                          <a:cubicBezTo>
                            <a:pt x="140017" y="394526"/>
                            <a:pt x="140494" y="394430"/>
                            <a:pt x="140875" y="394335"/>
                          </a:cubicBezTo>
                          <a:cubicBezTo>
                            <a:pt x="140875" y="394335"/>
                            <a:pt x="140970" y="394335"/>
                            <a:pt x="140970" y="394335"/>
                          </a:cubicBezTo>
                          <a:cubicBezTo>
                            <a:pt x="143637" y="393573"/>
                            <a:pt x="146399" y="392811"/>
                            <a:pt x="149162" y="392049"/>
                          </a:cubicBezTo>
                          <a:cubicBezTo>
                            <a:pt x="149924" y="391763"/>
                            <a:pt x="150781" y="391478"/>
                            <a:pt x="151638" y="391287"/>
                          </a:cubicBezTo>
                          <a:cubicBezTo>
                            <a:pt x="153638" y="390716"/>
                            <a:pt x="155543" y="390049"/>
                            <a:pt x="157543" y="389382"/>
                          </a:cubicBezTo>
                          <a:cubicBezTo>
                            <a:pt x="157734" y="389287"/>
                            <a:pt x="158020" y="389192"/>
                            <a:pt x="158210" y="389192"/>
                          </a:cubicBezTo>
                          <a:cubicBezTo>
                            <a:pt x="160115" y="388525"/>
                            <a:pt x="162020" y="387858"/>
                            <a:pt x="164021" y="387096"/>
                          </a:cubicBezTo>
                          <a:cubicBezTo>
                            <a:pt x="164306" y="387001"/>
                            <a:pt x="164687" y="386906"/>
                            <a:pt x="164973" y="386715"/>
                          </a:cubicBezTo>
                          <a:cubicBezTo>
                            <a:pt x="167259" y="385858"/>
                            <a:pt x="169640" y="384905"/>
                            <a:pt x="172021" y="383953"/>
                          </a:cubicBezTo>
                          <a:cubicBezTo>
                            <a:pt x="172117" y="383858"/>
                            <a:pt x="172307" y="383858"/>
                            <a:pt x="172403" y="383762"/>
                          </a:cubicBezTo>
                          <a:cubicBezTo>
                            <a:pt x="175927" y="382334"/>
                            <a:pt x="179451" y="380810"/>
                            <a:pt x="183071" y="379190"/>
                          </a:cubicBezTo>
                          <a:cubicBezTo>
                            <a:pt x="183451" y="379000"/>
                            <a:pt x="183737" y="378905"/>
                            <a:pt x="184118" y="378714"/>
                          </a:cubicBezTo>
                          <a:cubicBezTo>
                            <a:pt x="184785" y="378428"/>
                            <a:pt x="185357" y="378143"/>
                            <a:pt x="186023" y="377857"/>
                          </a:cubicBezTo>
                          <a:cubicBezTo>
                            <a:pt x="188500" y="376714"/>
                            <a:pt x="190976" y="375571"/>
                            <a:pt x="193453" y="374333"/>
                          </a:cubicBezTo>
                          <a:cubicBezTo>
                            <a:pt x="194120" y="374047"/>
                            <a:pt x="194691" y="373761"/>
                            <a:pt x="195358" y="373380"/>
                          </a:cubicBezTo>
                          <a:cubicBezTo>
                            <a:pt x="195739" y="373190"/>
                            <a:pt x="196215" y="372999"/>
                            <a:pt x="196596" y="372809"/>
                          </a:cubicBezTo>
                          <a:cubicBezTo>
                            <a:pt x="198882" y="371666"/>
                            <a:pt x="201073" y="370523"/>
                            <a:pt x="203359" y="369284"/>
                          </a:cubicBezTo>
                          <a:cubicBezTo>
                            <a:pt x="204025" y="368903"/>
                            <a:pt x="204788" y="368522"/>
                            <a:pt x="205454" y="368141"/>
                          </a:cubicBezTo>
                          <a:cubicBezTo>
                            <a:pt x="205645" y="368046"/>
                            <a:pt x="205835" y="367951"/>
                            <a:pt x="206026" y="367856"/>
                          </a:cubicBezTo>
                          <a:cubicBezTo>
                            <a:pt x="209074" y="366236"/>
                            <a:pt x="212122" y="364522"/>
                            <a:pt x="215265" y="362712"/>
                          </a:cubicBezTo>
                          <a:lnTo>
                            <a:pt x="215265" y="362712"/>
                          </a:lnTo>
                          <a:cubicBezTo>
                            <a:pt x="215265" y="362712"/>
                            <a:pt x="215265" y="362712"/>
                            <a:pt x="215360" y="362712"/>
                          </a:cubicBezTo>
                          <a:cubicBezTo>
                            <a:pt x="218313" y="360998"/>
                            <a:pt x="221361" y="359188"/>
                            <a:pt x="224314" y="357378"/>
                          </a:cubicBezTo>
                          <a:cubicBezTo>
                            <a:pt x="224409" y="357283"/>
                            <a:pt x="224600" y="357188"/>
                            <a:pt x="224695" y="357092"/>
                          </a:cubicBezTo>
                          <a:cubicBezTo>
                            <a:pt x="225742" y="356426"/>
                            <a:pt x="226790" y="355759"/>
                            <a:pt x="227838" y="355092"/>
                          </a:cubicBezTo>
                          <a:cubicBezTo>
                            <a:pt x="229553" y="353949"/>
                            <a:pt x="231362" y="352901"/>
                            <a:pt x="233077" y="351758"/>
                          </a:cubicBezTo>
                          <a:cubicBezTo>
                            <a:pt x="233267" y="351663"/>
                            <a:pt x="233458" y="351473"/>
                            <a:pt x="233648" y="351377"/>
                          </a:cubicBezTo>
                          <a:cubicBezTo>
                            <a:pt x="234696" y="350711"/>
                            <a:pt x="235839" y="349949"/>
                            <a:pt x="236982" y="349187"/>
                          </a:cubicBezTo>
                          <a:cubicBezTo>
                            <a:pt x="238601" y="348139"/>
                            <a:pt x="240316" y="346996"/>
                            <a:pt x="241935" y="345853"/>
                          </a:cubicBezTo>
                          <a:cubicBezTo>
                            <a:pt x="242221" y="345662"/>
                            <a:pt x="242411" y="345472"/>
                            <a:pt x="242697" y="345377"/>
                          </a:cubicBezTo>
                          <a:cubicBezTo>
                            <a:pt x="243840" y="344615"/>
                            <a:pt x="245078" y="343757"/>
                            <a:pt x="246221" y="342900"/>
                          </a:cubicBezTo>
                          <a:cubicBezTo>
                            <a:pt x="247650" y="341852"/>
                            <a:pt x="249174" y="340900"/>
                            <a:pt x="250603" y="339852"/>
                          </a:cubicBezTo>
                          <a:cubicBezTo>
                            <a:pt x="250888" y="339662"/>
                            <a:pt x="251079" y="339471"/>
                            <a:pt x="251365" y="339281"/>
                          </a:cubicBezTo>
                          <a:cubicBezTo>
                            <a:pt x="253746" y="337566"/>
                            <a:pt x="256127" y="335852"/>
                            <a:pt x="258509" y="334042"/>
                          </a:cubicBezTo>
                          <a:cubicBezTo>
                            <a:pt x="258985" y="333661"/>
                            <a:pt x="259556" y="333280"/>
                            <a:pt x="260033" y="332899"/>
                          </a:cubicBezTo>
                          <a:cubicBezTo>
                            <a:pt x="262890" y="330803"/>
                            <a:pt x="265652" y="328613"/>
                            <a:pt x="268510" y="326422"/>
                          </a:cubicBezTo>
                          <a:cubicBezTo>
                            <a:pt x="268510" y="326422"/>
                            <a:pt x="268510" y="326422"/>
                            <a:pt x="268605" y="326422"/>
                          </a:cubicBezTo>
                          <a:cubicBezTo>
                            <a:pt x="268796" y="326327"/>
                            <a:pt x="268986" y="326136"/>
                            <a:pt x="269176" y="325946"/>
                          </a:cubicBezTo>
                          <a:cubicBezTo>
                            <a:pt x="271748" y="323945"/>
                            <a:pt x="274225" y="321850"/>
                            <a:pt x="276796" y="319754"/>
                          </a:cubicBezTo>
                          <a:cubicBezTo>
                            <a:pt x="277082" y="319469"/>
                            <a:pt x="277463" y="319278"/>
                            <a:pt x="277749" y="318992"/>
                          </a:cubicBezTo>
                          <a:cubicBezTo>
                            <a:pt x="278701" y="318230"/>
                            <a:pt x="279654" y="317373"/>
                            <a:pt x="280607" y="316611"/>
                          </a:cubicBezTo>
                          <a:cubicBezTo>
                            <a:pt x="281940" y="315468"/>
                            <a:pt x="283369" y="314325"/>
                            <a:pt x="284702" y="313087"/>
                          </a:cubicBezTo>
                          <a:cubicBezTo>
                            <a:pt x="285369" y="312515"/>
                            <a:pt x="286036" y="311944"/>
                            <a:pt x="286703" y="311372"/>
                          </a:cubicBezTo>
                          <a:cubicBezTo>
                            <a:pt x="287750" y="310420"/>
                            <a:pt x="288798" y="309563"/>
                            <a:pt x="289846" y="308610"/>
                          </a:cubicBezTo>
                          <a:cubicBezTo>
                            <a:pt x="290703" y="307848"/>
                            <a:pt x="291560" y="307086"/>
                            <a:pt x="292417" y="306324"/>
                          </a:cubicBezTo>
                          <a:cubicBezTo>
                            <a:pt x="293465" y="305372"/>
                            <a:pt x="294513" y="304419"/>
                            <a:pt x="295561" y="303467"/>
                          </a:cubicBezTo>
                          <a:cubicBezTo>
                            <a:pt x="296513" y="302609"/>
                            <a:pt x="297466" y="301752"/>
                            <a:pt x="298418" y="300800"/>
                          </a:cubicBezTo>
                          <a:cubicBezTo>
                            <a:pt x="298895" y="300323"/>
                            <a:pt x="299371" y="299942"/>
                            <a:pt x="299752" y="299466"/>
                          </a:cubicBezTo>
                          <a:cubicBezTo>
                            <a:pt x="301466" y="297847"/>
                            <a:pt x="303181" y="296228"/>
                            <a:pt x="304895" y="294608"/>
                          </a:cubicBezTo>
                          <a:cubicBezTo>
                            <a:pt x="305467" y="294037"/>
                            <a:pt x="306038" y="293465"/>
                            <a:pt x="306610" y="292894"/>
                          </a:cubicBezTo>
                          <a:cubicBezTo>
                            <a:pt x="306705" y="292799"/>
                            <a:pt x="306896" y="292608"/>
                            <a:pt x="306991" y="292513"/>
                          </a:cubicBezTo>
                          <a:cubicBezTo>
                            <a:pt x="309372" y="290132"/>
                            <a:pt x="311753" y="287846"/>
                            <a:pt x="314134" y="285369"/>
                          </a:cubicBezTo>
                          <a:cubicBezTo>
                            <a:pt x="314325" y="285179"/>
                            <a:pt x="314516" y="284988"/>
                            <a:pt x="314706" y="284798"/>
                          </a:cubicBezTo>
                          <a:cubicBezTo>
                            <a:pt x="315468" y="284036"/>
                            <a:pt x="316230" y="283274"/>
                            <a:pt x="316992" y="282416"/>
                          </a:cubicBezTo>
                          <a:cubicBezTo>
                            <a:pt x="318421" y="280892"/>
                            <a:pt x="319945" y="279368"/>
                            <a:pt x="321374" y="277844"/>
                          </a:cubicBezTo>
                          <a:cubicBezTo>
                            <a:pt x="321755" y="277368"/>
                            <a:pt x="322231" y="276987"/>
                            <a:pt x="322612" y="276511"/>
                          </a:cubicBezTo>
                          <a:cubicBezTo>
                            <a:pt x="323659" y="275368"/>
                            <a:pt x="324707" y="274225"/>
                            <a:pt x="325755" y="273082"/>
                          </a:cubicBezTo>
                          <a:cubicBezTo>
                            <a:pt x="326708" y="272034"/>
                            <a:pt x="327755" y="270891"/>
                            <a:pt x="328708" y="269843"/>
                          </a:cubicBezTo>
                          <a:cubicBezTo>
                            <a:pt x="329184" y="269272"/>
                            <a:pt x="329755" y="268700"/>
                            <a:pt x="330232" y="268224"/>
                          </a:cubicBezTo>
                          <a:cubicBezTo>
                            <a:pt x="331660" y="266605"/>
                            <a:pt x="333089" y="264986"/>
                            <a:pt x="334518" y="263366"/>
                          </a:cubicBezTo>
                          <a:cubicBezTo>
                            <a:pt x="335375" y="262414"/>
                            <a:pt x="336137" y="261461"/>
                            <a:pt x="336995" y="260509"/>
                          </a:cubicBezTo>
                          <a:cubicBezTo>
                            <a:pt x="337375" y="260033"/>
                            <a:pt x="337757" y="259652"/>
                            <a:pt x="338138" y="259175"/>
                          </a:cubicBezTo>
                          <a:cubicBezTo>
                            <a:pt x="340519" y="256318"/>
                            <a:pt x="342900" y="253460"/>
                            <a:pt x="345186" y="250603"/>
                          </a:cubicBezTo>
                          <a:cubicBezTo>
                            <a:pt x="345662" y="250031"/>
                            <a:pt x="346138" y="249460"/>
                            <a:pt x="346615" y="248888"/>
                          </a:cubicBezTo>
                          <a:cubicBezTo>
                            <a:pt x="346710" y="248793"/>
                            <a:pt x="346805" y="248698"/>
                            <a:pt x="346900" y="248603"/>
                          </a:cubicBezTo>
                          <a:cubicBezTo>
                            <a:pt x="349949" y="244793"/>
                            <a:pt x="352901" y="240887"/>
                            <a:pt x="355759" y="237077"/>
                          </a:cubicBezTo>
                          <a:cubicBezTo>
                            <a:pt x="356521" y="236029"/>
                            <a:pt x="357283" y="234982"/>
                            <a:pt x="358045" y="234029"/>
                          </a:cubicBezTo>
                          <a:cubicBezTo>
                            <a:pt x="360235" y="230981"/>
                            <a:pt x="362426" y="227933"/>
                            <a:pt x="364617" y="224885"/>
                          </a:cubicBezTo>
                          <a:cubicBezTo>
                            <a:pt x="365093" y="224219"/>
                            <a:pt x="365570" y="223552"/>
                            <a:pt x="365950" y="222885"/>
                          </a:cubicBezTo>
                          <a:cubicBezTo>
                            <a:pt x="366522" y="222028"/>
                            <a:pt x="367189" y="221171"/>
                            <a:pt x="367760" y="220313"/>
                          </a:cubicBezTo>
                          <a:cubicBezTo>
                            <a:pt x="367855" y="220218"/>
                            <a:pt x="367855" y="220123"/>
                            <a:pt x="367951" y="220123"/>
                          </a:cubicBezTo>
                          <a:cubicBezTo>
                            <a:pt x="368046" y="220028"/>
                            <a:pt x="368046" y="219932"/>
                            <a:pt x="368141" y="219837"/>
                          </a:cubicBezTo>
                          <a:cubicBezTo>
                            <a:pt x="368522" y="219266"/>
                            <a:pt x="368903" y="218694"/>
                            <a:pt x="369189" y="218218"/>
                          </a:cubicBezTo>
                          <a:cubicBezTo>
                            <a:pt x="370999" y="215456"/>
                            <a:pt x="372809" y="212693"/>
                            <a:pt x="374523" y="209931"/>
                          </a:cubicBezTo>
                          <a:cubicBezTo>
                            <a:pt x="375285" y="208788"/>
                            <a:pt x="375952" y="207550"/>
                            <a:pt x="376714" y="206407"/>
                          </a:cubicBezTo>
                          <a:cubicBezTo>
                            <a:pt x="378047" y="204216"/>
                            <a:pt x="379381" y="202025"/>
                            <a:pt x="380619" y="199835"/>
                          </a:cubicBezTo>
                          <a:cubicBezTo>
                            <a:pt x="381381" y="198501"/>
                            <a:pt x="382143" y="197168"/>
                            <a:pt x="382905" y="195834"/>
                          </a:cubicBezTo>
                          <a:cubicBezTo>
                            <a:pt x="384048" y="193834"/>
                            <a:pt x="385191" y="191738"/>
                            <a:pt x="386334" y="189738"/>
                          </a:cubicBezTo>
                          <a:cubicBezTo>
                            <a:pt x="387096" y="188404"/>
                            <a:pt x="387858" y="186976"/>
                            <a:pt x="388525" y="185642"/>
                          </a:cubicBezTo>
                          <a:cubicBezTo>
                            <a:pt x="389572" y="183642"/>
                            <a:pt x="390620" y="181642"/>
                            <a:pt x="391573" y="179642"/>
                          </a:cubicBezTo>
                          <a:cubicBezTo>
                            <a:pt x="391954" y="178879"/>
                            <a:pt x="392335" y="178118"/>
                            <a:pt x="392716" y="177260"/>
                          </a:cubicBezTo>
                          <a:cubicBezTo>
                            <a:pt x="393001" y="176689"/>
                            <a:pt x="393287" y="176117"/>
                            <a:pt x="393573" y="175546"/>
                          </a:cubicBezTo>
                          <a:cubicBezTo>
                            <a:pt x="394621" y="173450"/>
                            <a:pt x="395573" y="171260"/>
                            <a:pt x="396526" y="169164"/>
                          </a:cubicBezTo>
                          <a:cubicBezTo>
                            <a:pt x="397097" y="167926"/>
                            <a:pt x="397669" y="166688"/>
                            <a:pt x="398240" y="165449"/>
                          </a:cubicBezTo>
                          <a:cubicBezTo>
                            <a:pt x="399288" y="163068"/>
                            <a:pt x="400241" y="160687"/>
                            <a:pt x="401193" y="158306"/>
                          </a:cubicBezTo>
                          <a:cubicBezTo>
                            <a:pt x="401479" y="157448"/>
                            <a:pt x="401860" y="156686"/>
                            <a:pt x="402241" y="155829"/>
                          </a:cubicBezTo>
                          <a:cubicBezTo>
                            <a:pt x="402336" y="155639"/>
                            <a:pt x="402431" y="155448"/>
                            <a:pt x="402431" y="155258"/>
                          </a:cubicBezTo>
                          <a:cubicBezTo>
                            <a:pt x="402812" y="154305"/>
                            <a:pt x="403193" y="153257"/>
                            <a:pt x="403574" y="152305"/>
                          </a:cubicBezTo>
                          <a:cubicBezTo>
                            <a:pt x="404336" y="150400"/>
                            <a:pt x="405003" y="148495"/>
                            <a:pt x="405670" y="146590"/>
                          </a:cubicBezTo>
                          <a:cubicBezTo>
                            <a:pt x="406051" y="145447"/>
                            <a:pt x="406432" y="144304"/>
                            <a:pt x="406813" y="143161"/>
                          </a:cubicBezTo>
                          <a:cubicBezTo>
                            <a:pt x="407194" y="141923"/>
                            <a:pt x="407670" y="140684"/>
                            <a:pt x="408051" y="139446"/>
                          </a:cubicBezTo>
                          <a:cubicBezTo>
                            <a:pt x="408242" y="138875"/>
                            <a:pt x="408432" y="138303"/>
                            <a:pt x="408622" y="137732"/>
                          </a:cubicBezTo>
                          <a:cubicBezTo>
                            <a:pt x="408908" y="136970"/>
                            <a:pt x="409099" y="136112"/>
                            <a:pt x="409289" y="135350"/>
                          </a:cubicBezTo>
                          <a:cubicBezTo>
                            <a:pt x="409861" y="133255"/>
                            <a:pt x="410432" y="131254"/>
                            <a:pt x="411004" y="129159"/>
                          </a:cubicBezTo>
                          <a:cubicBezTo>
                            <a:pt x="410623" y="127826"/>
                            <a:pt x="410718" y="127254"/>
                            <a:pt x="410909" y="12658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F7D2">
                            <a:alpha val="100000"/>
                          </a:srgbClr>
                        </a:gs>
                        <a:gs pos="17090">
                          <a:srgbClr val="E8A027">
                            <a:alpha val="100000"/>
                          </a:srgbClr>
                        </a:gs>
                        <a:gs pos="34580">
                          <a:srgbClr val="965200">
                            <a:alpha val="100000"/>
                          </a:srgbClr>
                        </a:gs>
                        <a:gs pos="60439">
                          <a:srgbClr val="965200">
                            <a:alpha val="100000"/>
                          </a:srgbClr>
                        </a:gs>
                        <a:gs pos="83370">
                          <a:srgbClr val="E8A027">
                            <a:alpha val="100000"/>
                          </a:srgbClr>
                        </a:gs>
                        <a:gs pos="99910">
                          <a:srgbClr val="FFD108">
                            <a:alpha val="100000"/>
                          </a:srgbClr>
                        </a:gs>
                      </a:gsLst>
                      <a:lin ang="822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1" name="AutoShape 121"/>
                    <p:cNvSpPr/>
                    <p:nvPr/>
                  </p:nvSpPr>
                  <p:spPr>
                    <a:xfrm>
                      <a:off x="6726343" y="4090390"/>
                      <a:ext cx="403214" cy="392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3214" h="392551">
                          <a:moveTo>
                            <a:pt x="25739" y="374835"/>
                          </a:moveTo>
                          <a:cubicBezTo>
                            <a:pt x="26310" y="375311"/>
                            <a:pt x="26882" y="375787"/>
                            <a:pt x="27453" y="376168"/>
                          </a:cubicBezTo>
                          <a:cubicBezTo>
                            <a:pt x="28501" y="377025"/>
                            <a:pt x="29549" y="377787"/>
                            <a:pt x="30692" y="378549"/>
                          </a:cubicBezTo>
                          <a:cubicBezTo>
                            <a:pt x="31263" y="378930"/>
                            <a:pt x="31739" y="379311"/>
                            <a:pt x="32311" y="379597"/>
                          </a:cubicBezTo>
                          <a:cubicBezTo>
                            <a:pt x="33645" y="380454"/>
                            <a:pt x="34978" y="381216"/>
                            <a:pt x="36312" y="381978"/>
                          </a:cubicBezTo>
                          <a:cubicBezTo>
                            <a:pt x="36692" y="382169"/>
                            <a:pt x="37074" y="382455"/>
                            <a:pt x="37454" y="382645"/>
                          </a:cubicBezTo>
                          <a:cubicBezTo>
                            <a:pt x="39264" y="383598"/>
                            <a:pt x="41074" y="384455"/>
                            <a:pt x="42884" y="385217"/>
                          </a:cubicBezTo>
                          <a:cubicBezTo>
                            <a:pt x="43360" y="385407"/>
                            <a:pt x="43931" y="385598"/>
                            <a:pt x="44408" y="385788"/>
                          </a:cubicBezTo>
                          <a:cubicBezTo>
                            <a:pt x="45837" y="386360"/>
                            <a:pt x="47170" y="386931"/>
                            <a:pt x="48694" y="387408"/>
                          </a:cubicBezTo>
                          <a:cubicBezTo>
                            <a:pt x="49361" y="387598"/>
                            <a:pt x="49932" y="387789"/>
                            <a:pt x="50599" y="387979"/>
                          </a:cubicBezTo>
                          <a:cubicBezTo>
                            <a:pt x="52028" y="388455"/>
                            <a:pt x="53361" y="388836"/>
                            <a:pt x="54790" y="389217"/>
                          </a:cubicBezTo>
                          <a:cubicBezTo>
                            <a:pt x="55552" y="389408"/>
                            <a:pt x="56314" y="389598"/>
                            <a:pt x="57076" y="389789"/>
                          </a:cubicBezTo>
                          <a:cubicBezTo>
                            <a:pt x="58505" y="390075"/>
                            <a:pt x="59838" y="390360"/>
                            <a:pt x="61267" y="390646"/>
                          </a:cubicBezTo>
                          <a:cubicBezTo>
                            <a:pt x="62124" y="390837"/>
                            <a:pt x="62981" y="390932"/>
                            <a:pt x="63839" y="391122"/>
                          </a:cubicBezTo>
                          <a:cubicBezTo>
                            <a:pt x="65267" y="391313"/>
                            <a:pt x="66791" y="391503"/>
                            <a:pt x="68220" y="391694"/>
                          </a:cubicBezTo>
                          <a:cubicBezTo>
                            <a:pt x="68982" y="391789"/>
                            <a:pt x="69744" y="391884"/>
                            <a:pt x="70601" y="391980"/>
                          </a:cubicBezTo>
                          <a:cubicBezTo>
                            <a:pt x="72506" y="392170"/>
                            <a:pt x="74412" y="392265"/>
                            <a:pt x="76316" y="392361"/>
                          </a:cubicBezTo>
                          <a:cubicBezTo>
                            <a:pt x="76697" y="392361"/>
                            <a:pt x="77174" y="392456"/>
                            <a:pt x="77555" y="392456"/>
                          </a:cubicBezTo>
                          <a:cubicBezTo>
                            <a:pt x="79936" y="392551"/>
                            <a:pt x="82317" y="392551"/>
                            <a:pt x="84794" y="392551"/>
                          </a:cubicBezTo>
                          <a:cubicBezTo>
                            <a:pt x="85175" y="392551"/>
                            <a:pt x="85556" y="392551"/>
                            <a:pt x="85937" y="392551"/>
                          </a:cubicBezTo>
                          <a:cubicBezTo>
                            <a:pt x="88032" y="392456"/>
                            <a:pt x="90128" y="392361"/>
                            <a:pt x="92318" y="392265"/>
                          </a:cubicBezTo>
                          <a:cubicBezTo>
                            <a:pt x="92795" y="392265"/>
                            <a:pt x="93366" y="392170"/>
                            <a:pt x="93842" y="392170"/>
                          </a:cubicBezTo>
                          <a:cubicBezTo>
                            <a:pt x="95938" y="391980"/>
                            <a:pt x="97938" y="391789"/>
                            <a:pt x="100034" y="391503"/>
                          </a:cubicBezTo>
                          <a:cubicBezTo>
                            <a:pt x="100700" y="391408"/>
                            <a:pt x="101272" y="391408"/>
                            <a:pt x="101939" y="391313"/>
                          </a:cubicBezTo>
                          <a:cubicBezTo>
                            <a:pt x="103939" y="391027"/>
                            <a:pt x="106034" y="390741"/>
                            <a:pt x="108035" y="390360"/>
                          </a:cubicBezTo>
                          <a:cubicBezTo>
                            <a:pt x="108797" y="390265"/>
                            <a:pt x="109463" y="390170"/>
                            <a:pt x="110225" y="389979"/>
                          </a:cubicBezTo>
                          <a:cubicBezTo>
                            <a:pt x="112321" y="389598"/>
                            <a:pt x="114416" y="389217"/>
                            <a:pt x="116512" y="388741"/>
                          </a:cubicBezTo>
                          <a:cubicBezTo>
                            <a:pt x="117274" y="388551"/>
                            <a:pt x="118036" y="388455"/>
                            <a:pt x="118798" y="388265"/>
                          </a:cubicBezTo>
                          <a:cubicBezTo>
                            <a:pt x="121560" y="387693"/>
                            <a:pt x="124322" y="387027"/>
                            <a:pt x="127180" y="386265"/>
                          </a:cubicBezTo>
                          <a:cubicBezTo>
                            <a:pt x="127275" y="386265"/>
                            <a:pt x="127466" y="386169"/>
                            <a:pt x="127561" y="386169"/>
                          </a:cubicBezTo>
                          <a:cubicBezTo>
                            <a:pt x="130514" y="385407"/>
                            <a:pt x="133466" y="384550"/>
                            <a:pt x="136419" y="383598"/>
                          </a:cubicBezTo>
                          <a:cubicBezTo>
                            <a:pt x="137181" y="383312"/>
                            <a:pt x="138038" y="383121"/>
                            <a:pt x="138800" y="382836"/>
                          </a:cubicBezTo>
                          <a:cubicBezTo>
                            <a:pt x="140991" y="382169"/>
                            <a:pt x="143277" y="381407"/>
                            <a:pt x="145563" y="380645"/>
                          </a:cubicBezTo>
                          <a:cubicBezTo>
                            <a:pt x="146135" y="380454"/>
                            <a:pt x="146706" y="380264"/>
                            <a:pt x="147278" y="379978"/>
                          </a:cubicBezTo>
                          <a:cubicBezTo>
                            <a:pt x="149564" y="379216"/>
                            <a:pt x="151850" y="378359"/>
                            <a:pt x="154136" y="377502"/>
                          </a:cubicBezTo>
                          <a:cubicBezTo>
                            <a:pt x="154993" y="377216"/>
                            <a:pt x="155850" y="376835"/>
                            <a:pt x="156708" y="376549"/>
                          </a:cubicBezTo>
                          <a:cubicBezTo>
                            <a:pt x="158041" y="376073"/>
                            <a:pt x="159279" y="375501"/>
                            <a:pt x="160613" y="374930"/>
                          </a:cubicBezTo>
                          <a:cubicBezTo>
                            <a:pt x="161375" y="374644"/>
                            <a:pt x="162137" y="374358"/>
                            <a:pt x="162899" y="373977"/>
                          </a:cubicBezTo>
                          <a:cubicBezTo>
                            <a:pt x="164042" y="373501"/>
                            <a:pt x="165185" y="373025"/>
                            <a:pt x="166328" y="372549"/>
                          </a:cubicBezTo>
                          <a:cubicBezTo>
                            <a:pt x="168423" y="371691"/>
                            <a:pt x="170424" y="370739"/>
                            <a:pt x="172519" y="369786"/>
                          </a:cubicBezTo>
                          <a:cubicBezTo>
                            <a:pt x="173471" y="369310"/>
                            <a:pt x="174424" y="368929"/>
                            <a:pt x="175376" y="368453"/>
                          </a:cubicBezTo>
                          <a:cubicBezTo>
                            <a:pt x="178234" y="367119"/>
                            <a:pt x="180996" y="365786"/>
                            <a:pt x="183854" y="364262"/>
                          </a:cubicBezTo>
                          <a:cubicBezTo>
                            <a:pt x="184044" y="364167"/>
                            <a:pt x="184330" y="364071"/>
                            <a:pt x="184520" y="363881"/>
                          </a:cubicBezTo>
                          <a:cubicBezTo>
                            <a:pt x="187473" y="362357"/>
                            <a:pt x="190521" y="360738"/>
                            <a:pt x="193474" y="359118"/>
                          </a:cubicBezTo>
                          <a:cubicBezTo>
                            <a:pt x="193569" y="359023"/>
                            <a:pt x="193664" y="359023"/>
                            <a:pt x="193760" y="358928"/>
                          </a:cubicBezTo>
                          <a:cubicBezTo>
                            <a:pt x="194712" y="358356"/>
                            <a:pt x="195665" y="357880"/>
                            <a:pt x="196712" y="357309"/>
                          </a:cubicBezTo>
                          <a:cubicBezTo>
                            <a:pt x="198522" y="356261"/>
                            <a:pt x="200427" y="355213"/>
                            <a:pt x="202237" y="354165"/>
                          </a:cubicBezTo>
                          <a:cubicBezTo>
                            <a:pt x="202523" y="353975"/>
                            <a:pt x="202904" y="353784"/>
                            <a:pt x="203189" y="353594"/>
                          </a:cubicBezTo>
                          <a:cubicBezTo>
                            <a:pt x="204333" y="352927"/>
                            <a:pt x="205571" y="352165"/>
                            <a:pt x="206714" y="351498"/>
                          </a:cubicBezTo>
                          <a:cubicBezTo>
                            <a:pt x="207857" y="350832"/>
                            <a:pt x="209095" y="350070"/>
                            <a:pt x="210238" y="349308"/>
                          </a:cubicBezTo>
                          <a:cubicBezTo>
                            <a:pt x="211095" y="348736"/>
                            <a:pt x="212048" y="348260"/>
                            <a:pt x="212905" y="347688"/>
                          </a:cubicBezTo>
                          <a:cubicBezTo>
                            <a:pt x="214048" y="347022"/>
                            <a:pt x="215191" y="346260"/>
                            <a:pt x="216334" y="345498"/>
                          </a:cubicBezTo>
                          <a:cubicBezTo>
                            <a:pt x="216905" y="345117"/>
                            <a:pt x="217382" y="344831"/>
                            <a:pt x="217953" y="344450"/>
                          </a:cubicBezTo>
                          <a:cubicBezTo>
                            <a:pt x="219477" y="343497"/>
                            <a:pt x="221001" y="342450"/>
                            <a:pt x="222620" y="341497"/>
                          </a:cubicBezTo>
                          <a:cubicBezTo>
                            <a:pt x="223763" y="340735"/>
                            <a:pt x="224811" y="340068"/>
                            <a:pt x="225954" y="339306"/>
                          </a:cubicBezTo>
                          <a:cubicBezTo>
                            <a:pt x="228145" y="337878"/>
                            <a:pt x="230336" y="336354"/>
                            <a:pt x="232526" y="334830"/>
                          </a:cubicBezTo>
                          <a:cubicBezTo>
                            <a:pt x="233479" y="334163"/>
                            <a:pt x="234527" y="333496"/>
                            <a:pt x="235479" y="332734"/>
                          </a:cubicBezTo>
                          <a:cubicBezTo>
                            <a:pt x="237003" y="331686"/>
                            <a:pt x="238527" y="330543"/>
                            <a:pt x="240051" y="329400"/>
                          </a:cubicBezTo>
                          <a:cubicBezTo>
                            <a:pt x="241670" y="328162"/>
                            <a:pt x="243385" y="327019"/>
                            <a:pt x="245004" y="325781"/>
                          </a:cubicBezTo>
                          <a:cubicBezTo>
                            <a:pt x="245766" y="325209"/>
                            <a:pt x="246433" y="324733"/>
                            <a:pt x="247100" y="324162"/>
                          </a:cubicBezTo>
                          <a:cubicBezTo>
                            <a:pt x="249481" y="322352"/>
                            <a:pt x="251862" y="320542"/>
                            <a:pt x="254148" y="318732"/>
                          </a:cubicBezTo>
                          <a:cubicBezTo>
                            <a:pt x="254434" y="318542"/>
                            <a:pt x="254720" y="318351"/>
                            <a:pt x="255005" y="318066"/>
                          </a:cubicBezTo>
                          <a:cubicBezTo>
                            <a:pt x="255196" y="317970"/>
                            <a:pt x="255291" y="317780"/>
                            <a:pt x="255482" y="317685"/>
                          </a:cubicBezTo>
                          <a:cubicBezTo>
                            <a:pt x="257387" y="316161"/>
                            <a:pt x="259196" y="314732"/>
                            <a:pt x="261006" y="313208"/>
                          </a:cubicBezTo>
                          <a:cubicBezTo>
                            <a:pt x="262054" y="312351"/>
                            <a:pt x="263102" y="311589"/>
                            <a:pt x="264149" y="310731"/>
                          </a:cubicBezTo>
                          <a:cubicBezTo>
                            <a:pt x="265102" y="309969"/>
                            <a:pt x="266054" y="309112"/>
                            <a:pt x="266912" y="308350"/>
                          </a:cubicBezTo>
                          <a:cubicBezTo>
                            <a:pt x="267197" y="308160"/>
                            <a:pt x="267483" y="307874"/>
                            <a:pt x="267769" y="307683"/>
                          </a:cubicBezTo>
                          <a:cubicBezTo>
                            <a:pt x="269579" y="306159"/>
                            <a:pt x="271293" y="304635"/>
                            <a:pt x="273103" y="303111"/>
                          </a:cubicBezTo>
                          <a:cubicBezTo>
                            <a:pt x="274151" y="302159"/>
                            <a:pt x="275199" y="301302"/>
                            <a:pt x="276246" y="300349"/>
                          </a:cubicBezTo>
                          <a:cubicBezTo>
                            <a:pt x="277770" y="299016"/>
                            <a:pt x="279199" y="297682"/>
                            <a:pt x="280628" y="296349"/>
                          </a:cubicBezTo>
                          <a:cubicBezTo>
                            <a:pt x="281104" y="295968"/>
                            <a:pt x="281485" y="295587"/>
                            <a:pt x="281961" y="295110"/>
                          </a:cubicBezTo>
                          <a:cubicBezTo>
                            <a:pt x="282914" y="294253"/>
                            <a:pt x="283866" y="293396"/>
                            <a:pt x="284819" y="292443"/>
                          </a:cubicBezTo>
                          <a:cubicBezTo>
                            <a:pt x="285485" y="291872"/>
                            <a:pt x="286152" y="291205"/>
                            <a:pt x="286724" y="290634"/>
                          </a:cubicBezTo>
                          <a:cubicBezTo>
                            <a:pt x="288248" y="289205"/>
                            <a:pt x="289867" y="287681"/>
                            <a:pt x="291391" y="286252"/>
                          </a:cubicBezTo>
                          <a:cubicBezTo>
                            <a:pt x="291962" y="285681"/>
                            <a:pt x="292534" y="285109"/>
                            <a:pt x="293105" y="284538"/>
                          </a:cubicBezTo>
                          <a:cubicBezTo>
                            <a:pt x="295010" y="282728"/>
                            <a:pt x="296820" y="280823"/>
                            <a:pt x="298725" y="279013"/>
                          </a:cubicBezTo>
                          <a:cubicBezTo>
                            <a:pt x="299583" y="278156"/>
                            <a:pt x="300345" y="277394"/>
                            <a:pt x="301202" y="276537"/>
                          </a:cubicBezTo>
                          <a:cubicBezTo>
                            <a:pt x="301964" y="275775"/>
                            <a:pt x="302726" y="275013"/>
                            <a:pt x="303392" y="274251"/>
                          </a:cubicBezTo>
                          <a:cubicBezTo>
                            <a:pt x="303869" y="273774"/>
                            <a:pt x="304250" y="273298"/>
                            <a:pt x="304726" y="272917"/>
                          </a:cubicBezTo>
                          <a:cubicBezTo>
                            <a:pt x="306155" y="271393"/>
                            <a:pt x="307583" y="269869"/>
                            <a:pt x="309012" y="268440"/>
                          </a:cubicBezTo>
                          <a:cubicBezTo>
                            <a:pt x="310060" y="267297"/>
                            <a:pt x="311108" y="266154"/>
                            <a:pt x="312155" y="265011"/>
                          </a:cubicBezTo>
                          <a:cubicBezTo>
                            <a:pt x="313679" y="263392"/>
                            <a:pt x="315108" y="261773"/>
                            <a:pt x="316632" y="260058"/>
                          </a:cubicBezTo>
                          <a:cubicBezTo>
                            <a:pt x="318061" y="258439"/>
                            <a:pt x="319490" y="256820"/>
                            <a:pt x="320918" y="255201"/>
                          </a:cubicBezTo>
                          <a:cubicBezTo>
                            <a:pt x="322157" y="253772"/>
                            <a:pt x="323300" y="252438"/>
                            <a:pt x="324538" y="251010"/>
                          </a:cubicBezTo>
                          <a:cubicBezTo>
                            <a:pt x="326919" y="248152"/>
                            <a:pt x="329300" y="245295"/>
                            <a:pt x="331587" y="242437"/>
                          </a:cubicBezTo>
                          <a:cubicBezTo>
                            <a:pt x="332158" y="241770"/>
                            <a:pt x="332729" y="241104"/>
                            <a:pt x="333206" y="240437"/>
                          </a:cubicBezTo>
                          <a:cubicBezTo>
                            <a:pt x="336254" y="236627"/>
                            <a:pt x="339206" y="232722"/>
                            <a:pt x="342064" y="228912"/>
                          </a:cubicBezTo>
                          <a:cubicBezTo>
                            <a:pt x="342254" y="228721"/>
                            <a:pt x="342350" y="228531"/>
                            <a:pt x="342540" y="228340"/>
                          </a:cubicBezTo>
                          <a:cubicBezTo>
                            <a:pt x="343112" y="227578"/>
                            <a:pt x="343683" y="226721"/>
                            <a:pt x="344255" y="225959"/>
                          </a:cubicBezTo>
                          <a:cubicBezTo>
                            <a:pt x="344255" y="225959"/>
                            <a:pt x="344255" y="225864"/>
                            <a:pt x="344350" y="225864"/>
                          </a:cubicBezTo>
                          <a:cubicBezTo>
                            <a:pt x="346541" y="222816"/>
                            <a:pt x="348731" y="219768"/>
                            <a:pt x="350922" y="216720"/>
                          </a:cubicBezTo>
                          <a:cubicBezTo>
                            <a:pt x="351970" y="215196"/>
                            <a:pt x="353018" y="213672"/>
                            <a:pt x="354066" y="212148"/>
                          </a:cubicBezTo>
                          <a:cubicBezTo>
                            <a:pt x="354161" y="212052"/>
                            <a:pt x="354161" y="211957"/>
                            <a:pt x="354256" y="211957"/>
                          </a:cubicBezTo>
                          <a:cubicBezTo>
                            <a:pt x="354732" y="211290"/>
                            <a:pt x="355113" y="210624"/>
                            <a:pt x="355494" y="210052"/>
                          </a:cubicBezTo>
                          <a:cubicBezTo>
                            <a:pt x="357304" y="207290"/>
                            <a:pt x="359114" y="204528"/>
                            <a:pt x="360828" y="201765"/>
                          </a:cubicBezTo>
                          <a:cubicBezTo>
                            <a:pt x="361590" y="200622"/>
                            <a:pt x="362257" y="199384"/>
                            <a:pt x="363019" y="198241"/>
                          </a:cubicBezTo>
                          <a:cubicBezTo>
                            <a:pt x="364352" y="196050"/>
                            <a:pt x="365686" y="193860"/>
                            <a:pt x="367020" y="191669"/>
                          </a:cubicBezTo>
                          <a:cubicBezTo>
                            <a:pt x="367781" y="190335"/>
                            <a:pt x="368543" y="189002"/>
                            <a:pt x="369305" y="187668"/>
                          </a:cubicBezTo>
                          <a:cubicBezTo>
                            <a:pt x="370449" y="185668"/>
                            <a:pt x="371591" y="183573"/>
                            <a:pt x="372734" y="181572"/>
                          </a:cubicBezTo>
                          <a:cubicBezTo>
                            <a:pt x="373496" y="180239"/>
                            <a:pt x="374258" y="178810"/>
                            <a:pt x="374925" y="177477"/>
                          </a:cubicBezTo>
                          <a:cubicBezTo>
                            <a:pt x="375973" y="175476"/>
                            <a:pt x="377021" y="173476"/>
                            <a:pt x="377973" y="171476"/>
                          </a:cubicBezTo>
                          <a:cubicBezTo>
                            <a:pt x="378640" y="170142"/>
                            <a:pt x="379307" y="168809"/>
                            <a:pt x="379974" y="167380"/>
                          </a:cubicBezTo>
                          <a:cubicBezTo>
                            <a:pt x="381021" y="165285"/>
                            <a:pt x="381974" y="163094"/>
                            <a:pt x="382926" y="160998"/>
                          </a:cubicBezTo>
                          <a:cubicBezTo>
                            <a:pt x="383498" y="159760"/>
                            <a:pt x="384069" y="158522"/>
                            <a:pt x="384641" y="157188"/>
                          </a:cubicBezTo>
                          <a:cubicBezTo>
                            <a:pt x="385688" y="154807"/>
                            <a:pt x="386641" y="152426"/>
                            <a:pt x="387593" y="150045"/>
                          </a:cubicBezTo>
                          <a:cubicBezTo>
                            <a:pt x="387974" y="149092"/>
                            <a:pt x="388451" y="148044"/>
                            <a:pt x="388832" y="147092"/>
                          </a:cubicBezTo>
                          <a:cubicBezTo>
                            <a:pt x="389213" y="146139"/>
                            <a:pt x="389594" y="145092"/>
                            <a:pt x="389975" y="144139"/>
                          </a:cubicBezTo>
                          <a:cubicBezTo>
                            <a:pt x="390546" y="142615"/>
                            <a:pt x="391118" y="141091"/>
                            <a:pt x="391689" y="139567"/>
                          </a:cubicBezTo>
                          <a:cubicBezTo>
                            <a:pt x="391784" y="139186"/>
                            <a:pt x="391975" y="138805"/>
                            <a:pt x="392070" y="138424"/>
                          </a:cubicBezTo>
                          <a:cubicBezTo>
                            <a:pt x="392451" y="137281"/>
                            <a:pt x="392832" y="136138"/>
                            <a:pt x="393213" y="134995"/>
                          </a:cubicBezTo>
                          <a:cubicBezTo>
                            <a:pt x="393308" y="134614"/>
                            <a:pt x="393499" y="134233"/>
                            <a:pt x="393594" y="133852"/>
                          </a:cubicBezTo>
                          <a:cubicBezTo>
                            <a:pt x="394070" y="132423"/>
                            <a:pt x="394547" y="130995"/>
                            <a:pt x="395023" y="129566"/>
                          </a:cubicBezTo>
                          <a:cubicBezTo>
                            <a:pt x="395309" y="128804"/>
                            <a:pt x="395499" y="127947"/>
                            <a:pt x="395785" y="127185"/>
                          </a:cubicBezTo>
                          <a:cubicBezTo>
                            <a:pt x="396071" y="126232"/>
                            <a:pt x="396356" y="125184"/>
                            <a:pt x="396642" y="124232"/>
                          </a:cubicBezTo>
                          <a:cubicBezTo>
                            <a:pt x="396928" y="123184"/>
                            <a:pt x="397214" y="122136"/>
                            <a:pt x="397499" y="121089"/>
                          </a:cubicBezTo>
                          <a:cubicBezTo>
                            <a:pt x="397690" y="120422"/>
                            <a:pt x="397880" y="119850"/>
                            <a:pt x="397976" y="119184"/>
                          </a:cubicBezTo>
                          <a:cubicBezTo>
                            <a:pt x="398166" y="118326"/>
                            <a:pt x="398357" y="117564"/>
                            <a:pt x="398547" y="116707"/>
                          </a:cubicBezTo>
                          <a:cubicBezTo>
                            <a:pt x="398547" y="116612"/>
                            <a:pt x="398547" y="116517"/>
                            <a:pt x="398642" y="116421"/>
                          </a:cubicBezTo>
                          <a:cubicBezTo>
                            <a:pt x="399214" y="113850"/>
                            <a:pt x="399785" y="111373"/>
                            <a:pt x="400262" y="108897"/>
                          </a:cubicBezTo>
                          <a:cubicBezTo>
                            <a:pt x="400452" y="107754"/>
                            <a:pt x="400738" y="106515"/>
                            <a:pt x="400929" y="105372"/>
                          </a:cubicBezTo>
                          <a:cubicBezTo>
                            <a:pt x="401214" y="103467"/>
                            <a:pt x="401500" y="101658"/>
                            <a:pt x="401786" y="99753"/>
                          </a:cubicBezTo>
                          <a:cubicBezTo>
                            <a:pt x="401976" y="98514"/>
                            <a:pt x="402167" y="97276"/>
                            <a:pt x="402262" y="95943"/>
                          </a:cubicBezTo>
                          <a:cubicBezTo>
                            <a:pt x="402452" y="94514"/>
                            <a:pt x="402548" y="93085"/>
                            <a:pt x="402643" y="91656"/>
                          </a:cubicBezTo>
                          <a:cubicBezTo>
                            <a:pt x="402738" y="90323"/>
                            <a:pt x="402833" y="88989"/>
                            <a:pt x="402929" y="87656"/>
                          </a:cubicBezTo>
                          <a:cubicBezTo>
                            <a:pt x="403024" y="86322"/>
                            <a:pt x="403024" y="85084"/>
                            <a:pt x="403119" y="83751"/>
                          </a:cubicBezTo>
                          <a:cubicBezTo>
                            <a:pt x="403119" y="82417"/>
                            <a:pt x="403214" y="80988"/>
                            <a:pt x="403214" y="79655"/>
                          </a:cubicBezTo>
                          <a:cubicBezTo>
                            <a:pt x="403214" y="78512"/>
                            <a:pt x="403214" y="77369"/>
                            <a:pt x="403119" y="76226"/>
                          </a:cubicBezTo>
                          <a:cubicBezTo>
                            <a:pt x="403024" y="74797"/>
                            <a:pt x="403024" y="73464"/>
                            <a:pt x="402929" y="72035"/>
                          </a:cubicBezTo>
                          <a:cubicBezTo>
                            <a:pt x="402833" y="70987"/>
                            <a:pt x="402738" y="69939"/>
                            <a:pt x="402643" y="68987"/>
                          </a:cubicBezTo>
                          <a:cubicBezTo>
                            <a:pt x="402548" y="67558"/>
                            <a:pt x="402357" y="66225"/>
                            <a:pt x="402167" y="64796"/>
                          </a:cubicBezTo>
                          <a:cubicBezTo>
                            <a:pt x="402071" y="63843"/>
                            <a:pt x="401881" y="62891"/>
                            <a:pt x="401691" y="61938"/>
                          </a:cubicBezTo>
                          <a:cubicBezTo>
                            <a:pt x="401405" y="60510"/>
                            <a:pt x="401119" y="59081"/>
                            <a:pt x="400833" y="57652"/>
                          </a:cubicBezTo>
                          <a:cubicBezTo>
                            <a:pt x="400643" y="56890"/>
                            <a:pt x="400452" y="56033"/>
                            <a:pt x="400262" y="55271"/>
                          </a:cubicBezTo>
                          <a:cubicBezTo>
                            <a:pt x="399690" y="53175"/>
                            <a:pt x="399119" y="51080"/>
                            <a:pt x="398452" y="48984"/>
                          </a:cubicBezTo>
                          <a:cubicBezTo>
                            <a:pt x="397690" y="46794"/>
                            <a:pt x="396928" y="44698"/>
                            <a:pt x="396071" y="42698"/>
                          </a:cubicBezTo>
                          <a:cubicBezTo>
                            <a:pt x="395975" y="42412"/>
                            <a:pt x="395880" y="42222"/>
                            <a:pt x="395690" y="41936"/>
                          </a:cubicBezTo>
                          <a:cubicBezTo>
                            <a:pt x="394928" y="40221"/>
                            <a:pt x="394070" y="38602"/>
                            <a:pt x="393213" y="36983"/>
                          </a:cubicBezTo>
                          <a:cubicBezTo>
                            <a:pt x="392927" y="36507"/>
                            <a:pt x="392642" y="35935"/>
                            <a:pt x="392356" y="35459"/>
                          </a:cubicBezTo>
                          <a:cubicBezTo>
                            <a:pt x="391594" y="34125"/>
                            <a:pt x="390832" y="32887"/>
                            <a:pt x="389975" y="31649"/>
                          </a:cubicBezTo>
                          <a:cubicBezTo>
                            <a:pt x="389499" y="30887"/>
                            <a:pt x="388927" y="30220"/>
                            <a:pt x="388451" y="29458"/>
                          </a:cubicBezTo>
                          <a:cubicBezTo>
                            <a:pt x="387784" y="28506"/>
                            <a:pt x="387022" y="27553"/>
                            <a:pt x="386260" y="26601"/>
                          </a:cubicBezTo>
                          <a:cubicBezTo>
                            <a:pt x="385593" y="25839"/>
                            <a:pt x="385022" y="25077"/>
                            <a:pt x="384355" y="24410"/>
                          </a:cubicBezTo>
                          <a:cubicBezTo>
                            <a:pt x="345493" y="-19215"/>
                            <a:pt x="252243" y="-3879"/>
                            <a:pt x="158136" y="66510"/>
                          </a:cubicBezTo>
                          <a:cubicBezTo>
                            <a:pt x="49456" y="147759"/>
                            <a:pt x="-19219" y="271679"/>
                            <a:pt x="4784" y="343212"/>
                          </a:cubicBezTo>
                          <a:cubicBezTo>
                            <a:pt x="8403" y="354070"/>
                            <a:pt x="14023" y="363024"/>
                            <a:pt x="21167" y="370263"/>
                          </a:cubicBezTo>
                          <a:cubicBezTo>
                            <a:pt x="21738" y="370834"/>
                            <a:pt x="22214" y="371310"/>
                            <a:pt x="22786" y="371882"/>
                          </a:cubicBezTo>
                          <a:cubicBezTo>
                            <a:pt x="23834" y="373215"/>
                            <a:pt x="24786" y="374073"/>
                            <a:pt x="25739" y="374835"/>
                          </a:cubicBezTo>
                          <a:close/>
                          <a:moveTo>
                            <a:pt x="41074" y="252629"/>
                          </a:moveTo>
                          <a:cubicBezTo>
                            <a:pt x="41264" y="252153"/>
                            <a:pt x="41360" y="251676"/>
                            <a:pt x="41550" y="251200"/>
                          </a:cubicBezTo>
                          <a:cubicBezTo>
                            <a:pt x="41645" y="250914"/>
                            <a:pt x="41741" y="250629"/>
                            <a:pt x="41836" y="250343"/>
                          </a:cubicBezTo>
                          <a:cubicBezTo>
                            <a:pt x="42122" y="249295"/>
                            <a:pt x="42503" y="248247"/>
                            <a:pt x="42884" y="247295"/>
                          </a:cubicBezTo>
                          <a:cubicBezTo>
                            <a:pt x="43074" y="246628"/>
                            <a:pt x="43360" y="245961"/>
                            <a:pt x="43550" y="245199"/>
                          </a:cubicBezTo>
                          <a:cubicBezTo>
                            <a:pt x="45170" y="240532"/>
                            <a:pt x="47075" y="235674"/>
                            <a:pt x="49075" y="230912"/>
                          </a:cubicBezTo>
                          <a:cubicBezTo>
                            <a:pt x="50313" y="228054"/>
                            <a:pt x="51551" y="225197"/>
                            <a:pt x="52885" y="222339"/>
                          </a:cubicBezTo>
                          <a:cubicBezTo>
                            <a:pt x="55362" y="217196"/>
                            <a:pt x="57933" y="212052"/>
                            <a:pt x="60886" y="206814"/>
                          </a:cubicBezTo>
                          <a:cubicBezTo>
                            <a:pt x="61457" y="205766"/>
                            <a:pt x="62124" y="204718"/>
                            <a:pt x="62696" y="203575"/>
                          </a:cubicBezTo>
                          <a:cubicBezTo>
                            <a:pt x="63362" y="202432"/>
                            <a:pt x="63934" y="201384"/>
                            <a:pt x="64601" y="200241"/>
                          </a:cubicBezTo>
                          <a:cubicBezTo>
                            <a:pt x="64887" y="199860"/>
                            <a:pt x="65077" y="199384"/>
                            <a:pt x="65363" y="198908"/>
                          </a:cubicBezTo>
                          <a:cubicBezTo>
                            <a:pt x="66220" y="197574"/>
                            <a:pt x="67077" y="196146"/>
                            <a:pt x="67839" y="194812"/>
                          </a:cubicBezTo>
                          <a:cubicBezTo>
                            <a:pt x="68411" y="193860"/>
                            <a:pt x="69077" y="192812"/>
                            <a:pt x="69649" y="191859"/>
                          </a:cubicBezTo>
                          <a:cubicBezTo>
                            <a:pt x="71078" y="189573"/>
                            <a:pt x="72506" y="187287"/>
                            <a:pt x="74030" y="185097"/>
                          </a:cubicBezTo>
                          <a:cubicBezTo>
                            <a:pt x="74316" y="184620"/>
                            <a:pt x="74602" y="184144"/>
                            <a:pt x="74983" y="183668"/>
                          </a:cubicBezTo>
                          <a:cubicBezTo>
                            <a:pt x="75078" y="183573"/>
                            <a:pt x="75078" y="183477"/>
                            <a:pt x="75174" y="183382"/>
                          </a:cubicBezTo>
                          <a:cubicBezTo>
                            <a:pt x="75174" y="183287"/>
                            <a:pt x="75269" y="183287"/>
                            <a:pt x="75269" y="183192"/>
                          </a:cubicBezTo>
                          <a:cubicBezTo>
                            <a:pt x="75745" y="182525"/>
                            <a:pt x="76221" y="181763"/>
                            <a:pt x="76697" y="181096"/>
                          </a:cubicBezTo>
                          <a:cubicBezTo>
                            <a:pt x="77078" y="180525"/>
                            <a:pt x="77459" y="179953"/>
                            <a:pt x="77841" y="179477"/>
                          </a:cubicBezTo>
                          <a:cubicBezTo>
                            <a:pt x="78698" y="178143"/>
                            <a:pt x="79650" y="176905"/>
                            <a:pt x="80507" y="175572"/>
                          </a:cubicBezTo>
                          <a:cubicBezTo>
                            <a:pt x="81365" y="174333"/>
                            <a:pt x="82317" y="173095"/>
                            <a:pt x="83270" y="171857"/>
                          </a:cubicBezTo>
                          <a:cubicBezTo>
                            <a:pt x="83937" y="171000"/>
                            <a:pt x="84508" y="170142"/>
                            <a:pt x="85175" y="169285"/>
                          </a:cubicBezTo>
                          <a:cubicBezTo>
                            <a:pt x="87556" y="166047"/>
                            <a:pt x="90032" y="162903"/>
                            <a:pt x="92509" y="159760"/>
                          </a:cubicBezTo>
                          <a:cubicBezTo>
                            <a:pt x="92604" y="159665"/>
                            <a:pt x="92699" y="159570"/>
                            <a:pt x="92699" y="159474"/>
                          </a:cubicBezTo>
                          <a:cubicBezTo>
                            <a:pt x="93080" y="158998"/>
                            <a:pt x="93462" y="158522"/>
                            <a:pt x="93842" y="158046"/>
                          </a:cubicBezTo>
                          <a:cubicBezTo>
                            <a:pt x="95747" y="155664"/>
                            <a:pt x="97748" y="153283"/>
                            <a:pt x="99748" y="150902"/>
                          </a:cubicBezTo>
                          <a:cubicBezTo>
                            <a:pt x="100034" y="150521"/>
                            <a:pt x="100415" y="150140"/>
                            <a:pt x="100700" y="149854"/>
                          </a:cubicBezTo>
                          <a:cubicBezTo>
                            <a:pt x="101367" y="149092"/>
                            <a:pt x="102034" y="148235"/>
                            <a:pt x="102701" y="147473"/>
                          </a:cubicBezTo>
                          <a:cubicBezTo>
                            <a:pt x="103844" y="146139"/>
                            <a:pt x="105082" y="144806"/>
                            <a:pt x="106225" y="143472"/>
                          </a:cubicBezTo>
                          <a:cubicBezTo>
                            <a:pt x="106606" y="142996"/>
                            <a:pt x="107082" y="142520"/>
                            <a:pt x="107463" y="142139"/>
                          </a:cubicBezTo>
                          <a:cubicBezTo>
                            <a:pt x="108320" y="141282"/>
                            <a:pt x="109082" y="140329"/>
                            <a:pt x="109940" y="139472"/>
                          </a:cubicBezTo>
                          <a:cubicBezTo>
                            <a:pt x="110797" y="138519"/>
                            <a:pt x="111654" y="137567"/>
                            <a:pt x="112607" y="136614"/>
                          </a:cubicBezTo>
                          <a:cubicBezTo>
                            <a:pt x="112988" y="136233"/>
                            <a:pt x="113274" y="135948"/>
                            <a:pt x="113654" y="135567"/>
                          </a:cubicBezTo>
                          <a:cubicBezTo>
                            <a:pt x="114797" y="134328"/>
                            <a:pt x="116036" y="133090"/>
                            <a:pt x="117274" y="131852"/>
                          </a:cubicBezTo>
                          <a:cubicBezTo>
                            <a:pt x="117941" y="131185"/>
                            <a:pt x="118512" y="130518"/>
                            <a:pt x="119179" y="129852"/>
                          </a:cubicBezTo>
                          <a:cubicBezTo>
                            <a:pt x="119370" y="129661"/>
                            <a:pt x="119465" y="129566"/>
                            <a:pt x="119655" y="129375"/>
                          </a:cubicBezTo>
                          <a:cubicBezTo>
                            <a:pt x="121560" y="127375"/>
                            <a:pt x="123560" y="125470"/>
                            <a:pt x="125561" y="123470"/>
                          </a:cubicBezTo>
                          <a:cubicBezTo>
                            <a:pt x="125656" y="123375"/>
                            <a:pt x="125751" y="123279"/>
                            <a:pt x="125846" y="123184"/>
                          </a:cubicBezTo>
                          <a:cubicBezTo>
                            <a:pt x="126323" y="122708"/>
                            <a:pt x="126799" y="122232"/>
                            <a:pt x="127275" y="121851"/>
                          </a:cubicBezTo>
                          <a:cubicBezTo>
                            <a:pt x="128704" y="120517"/>
                            <a:pt x="130133" y="119088"/>
                            <a:pt x="131562" y="117755"/>
                          </a:cubicBezTo>
                          <a:cubicBezTo>
                            <a:pt x="131942" y="117374"/>
                            <a:pt x="132324" y="116993"/>
                            <a:pt x="132704" y="116707"/>
                          </a:cubicBezTo>
                          <a:cubicBezTo>
                            <a:pt x="133466" y="115945"/>
                            <a:pt x="134324" y="115278"/>
                            <a:pt x="135086" y="114516"/>
                          </a:cubicBezTo>
                          <a:cubicBezTo>
                            <a:pt x="135943" y="113754"/>
                            <a:pt x="136800" y="112897"/>
                            <a:pt x="137753" y="112135"/>
                          </a:cubicBezTo>
                          <a:cubicBezTo>
                            <a:pt x="138420" y="111468"/>
                            <a:pt x="139181" y="110897"/>
                            <a:pt x="139848" y="110230"/>
                          </a:cubicBezTo>
                          <a:cubicBezTo>
                            <a:pt x="140705" y="109468"/>
                            <a:pt x="141563" y="108706"/>
                            <a:pt x="142420" y="107944"/>
                          </a:cubicBezTo>
                          <a:cubicBezTo>
                            <a:pt x="142991" y="107468"/>
                            <a:pt x="143563" y="106992"/>
                            <a:pt x="144039" y="106515"/>
                          </a:cubicBezTo>
                          <a:cubicBezTo>
                            <a:pt x="145182" y="105563"/>
                            <a:pt x="146325" y="104610"/>
                            <a:pt x="147468" y="103658"/>
                          </a:cubicBezTo>
                          <a:cubicBezTo>
                            <a:pt x="148230" y="102991"/>
                            <a:pt x="148992" y="102324"/>
                            <a:pt x="149849" y="101658"/>
                          </a:cubicBezTo>
                          <a:cubicBezTo>
                            <a:pt x="150135" y="101467"/>
                            <a:pt x="150421" y="101181"/>
                            <a:pt x="150612" y="100991"/>
                          </a:cubicBezTo>
                          <a:cubicBezTo>
                            <a:pt x="152707" y="99276"/>
                            <a:pt x="154802" y="97562"/>
                            <a:pt x="156898" y="95847"/>
                          </a:cubicBezTo>
                          <a:cubicBezTo>
                            <a:pt x="157088" y="95752"/>
                            <a:pt x="157184" y="95562"/>
                            <a:pt x="157374" y="95466"/>
                          </a:cubicBezTo>
                          <a:cubicBezTo>
                            <a:pt x="157374" y="95466"/>
                            <a:pt x="157374" y="95466"/>
                            <a:pt x="157470" y="95466"/>
                          </a:cubicBezTo>
                          <a:cubicBezTo>
                            <a:pt x="159755" y="93657"/>
                            <a:pt x="162137" y="91847"/>
                            <a:pt x="164423" y="90132"/>
                          </a:cubicBezTo>
                          <a:cubicBezTo>
                            <a:pt x="164804" y="89847"/>
                            <a:pt x="165280" y="89466"/>
                            <a:pt x="165661" y="89180"/>
                          </a:cubicBezTo>
                          <a:cubicBezTo>
                            <a:pt x="166233" y="88799"/>
                            <a:pt x="166804" y="88418"/>
                            <a:pt x="167280" y="87942"/>
                          </a:cubicBezTo>
                          <a:cubicBezTo>
                            <a:pt x="171947" y="84513"/>
                            <a:pt x="176615" y="81179"/>
                            <a:pt x="181187" y="78131"/>
                          </a:cubicBezTo>
                          <a:cubicBezTo>
                            <a:pt x="182139" y="77464"/>
                            <a:pt x="183092" y="76797"/>
                            <a:pt x="184139" y="76226"/>
                          </a:cubicBezTo>
                          <a:cubicBezTo>
                            <a:pt x="184806" y="75750"/>
                            <a:pt x="185568" y="75369"/>
                            <a:pt x="186235" y="74892"/>
                          </a:cubicBezTo>
                          <a:cubicBezTo>
                            <a:pt x="187092" y="74321"/>
                            <a:pt x="187949" y="73749"/>
                            <a:pt x="188902" y="73178"/>
                          </a:cubicBezTo>
                          <a:cubicBezTo>
                            <a:pt x="190045" y="72511"/>
                            <a:pt x="191093" y="71749"/>
                            <a:pt x="192236" y="71082"/>
                          </a:cubicBezTo>
                          <a:cubicBezTo>
                            <a:pt x="192712" y="70797"/>
                            <a:pt x="193283" y="70511"/>
                            <a:pt x="193760" y="70130"/>
                          </a:cubicBezTo>
                          <a:cubicBezTo>
                            <a:pt x="194808" y="69463"/>
                            <a:pt x="195760" y="68892"/>
                            <a:pt x="196808" y="68320"/>
                          </a:cubicBezTo>
                          <a:cubicBezTo>
                            <a:pt x="197665" y="67844"/>
                            <a:pt x="198427" y="67272"/>
                            <a:pt x="199284" y="66796"/>
                          </a:cubicBezTo>
                          <a:cubicBezTo>
                            <a:pt x="204809" y="63558"/>
                            <a:pt x="210333" y="60510"/>
                            <a:pt x="215762" y="57747"/>
                          </a:cubicBezTo>
                          <a:cubicBezTo>
                            <a:pt x="232145" y="49461"/>
                            <a:pt x="248052" y="43269"/>
                            <a:pt x="263006" y="39364"/>
                          </a:cubicBezTo>
                          <a:cubicBezTo>
                            <a:pt x="263197" y="39269"/>
                            <a:pt x="263387" y="39269"/>
                            <a:pt x="263578" y="39269"/>
                          </a:cubicBezTo>
                          <a:cubicBezTo>
                            <a:pt x="265578" y="38697"/>
                            <a:pt x="267579" y="38221"/>
                            <a:pt x="269579" y="37840"/>
                          </a:cubicBezTo>
                          <a:cubicBezTo>
                            <a:pt x="270626" y="37650"/>
                            <a:pt x="271674" y="37364"/>
                            <a:pt x="272722" y="37173"/>
                          </a:cubicBezTo>
                          <a:cubicBezTo>
                            <a:pt x="274055" y="36888"/>
                            <a:pt x="275484" y="36602"/>
                            <a:pt x="276818" y="36411"/>
                          </a:cubicBezTo>
                          <a:cubicBezTo>
                            <a:pt x="277104" y="36316"/>
                            <a:pt x="277389" y="36316"/>
                            <a:pt x="277675" y="36221"/>
                          </a:cubicBezTo>
                          <a:cubicBezTo>
                            <a:pt x="282437" y="35364"/>
                            <a:pt x="287105" y="34792"/>
                            <a:pt x="291581" y="34506"/>
                          </a:cubicBezTo>
                          <a:cubicBezTo>
                            <a:pt x="292343" y="34411"/>
                            <a:pt x="293201" y="34411"/>
                            <a:pt x="293963" y="34411"/>
                          </a:cubicBezTo>
                          <a:cubicBezTo>
                            <a:pt x="295201" y="34316"/>
                            <a:pt x="296439" y="34316"/>
                            <a:pt x="297582" y="34221"/>
                          </a:cubicBezTo>
                          <a:cubicBezTo>
                            <a:pt x="298535" y="34221"/>
                            <a:pt x="299487" y="34221"/>
                            <a:pt x="300440" y="34221"/>
                          </a:cubicBezTo>
                          <a:cubicBezTo>
                            <a:pt x="301297" y="34221"/>
                            <a:pt x="302154" y="34221"/>
                            <a:pt x="302916" y="34221"/>
                          </a:cubicBezTo>
                          <a:cubicBezTo>
                            <a:pt x="307679" y="34316"/>
                            <a:pt x="312346" y="34697"/>
                            <a:pt x="316727" y="35459"/>
                          </a:cubicBezTo>
                          <a:cubicBezTo>
                            <a:pt x="318633" y="35745"/>
                            <a:pt x="320537" y="36221"/>
                            <a:pt x="322442" y="36602"/>
                          </a:cubicBezTo>
                          <a:cubicBezTo>
                            <a:pt x="323014" y="36697"/>
                            <a:pt x="323490" y="36888"/>
                            <a:pt x="323966" y="37078"/>
                          </a:cubicBezTo>
                          <a:cubicBezTo>
                            <a:pt x="324919" y="37364"/>
                            <a:pt x="325871" y="37554"/>
                            <a:pt x="326824" y="37935"/>
                          </a:cubicBezTo>
                          <a:cubicBezTo>
                            <a:pt x="327681" y="38221"/>
                            <a:pt x="328443" y="38507"/>
                            <a:pt x="329300" y="38793"/>
                          </a:cubicBezTo>
                          <a:cubicBezTo>
                            <a:pt x="330158" y="39078"/>
                            <a:pt x="330920" y="39364"/>
                            <a:pt x="331777" y="39745"/>
                          </a:cubicBezTo>
                          <a:cubicBezTo>
                            <a:pt x="332253" y="39936"/>
                            <a:pt x="332634" y="40031"/>
                            <a:pt x="333110" y="40221"/>
                          </a:cubicBezTo>
                          <a:cubicBezTo>
                            <a:pt x="348160" y="46603"/>
                            <a:pt x="359209" y="58033"/>
                            <a:pt x="364829" y="74702"/>
                          </a:cubicBezTo>
                          <a:cubicBezTo>
                            <a:pt x="365495" y="76512"/>
                            <a:pt x="365972" y="78417"/>
                            <a:pt x="366448" y="80417"/>
                          </a:cubicBezTo>
                          <a:cubicBezTo>
                            <a:pt x="366543" y="80893"/>
                            <a:pt x="366638" y="81369"/>
                            <a:pt x="366734" y="81941"/>
                          </a:cubicBezTo>
                          <a:cubicBezTo>
                            <a:pt x="367020" y="83084"/>
                            <a:pt x="367210" y="84322"/>
                            <a:pt x="367496" y="85560"/>
                          </a:cubicBezTo>
                          <a:cubicBezTo>
                            <a:pt x="367591" y="86322"/>
                            <a:pt x="367781" y="87084"/>
                            <a:pt x="367877" y="87942"/>
                          </a:cubicBezTo>
                          <a:cubicBezTo>
                            <a:pt x="368067" y="89085"/>
                            <a:pt x="368162" y="90228"/>
                            <a:pt x="368353" y="91371"/>
                          </a:cubicBezTo>
                          <a:cubicBezTo>
                            <a:pt x="368448" y="92228"/>
                            <a:pt x="368543" y="93085"/>
                            <a:pt x="368543" y="93942"/>
                          </a:cubicBezTo>
                          <a:cubicBezTo>
                            <a:pt x="368543" y="94228"/>
                            <a:pt x="368543" y="94514"/>
                            <a:pt x="368639" y="94800"/>
                          </a:cubicBezTo>
                          <a:lnTo>
                            <a:pt x="368639" y="94800"/>
                          </a:lnTo>
                          <a:lnTo>
                            <a:pt x="368639" y="94800"/>
                          </a:lnTo>
                          <a:cubicBezTo>
                            <a:pt x="368639" y="94895"/>
                            <a:pt x="368639" y="95085"/>
                            <a:pt x="368639" y="95181"/>
                          </a:cubicBezTo>
                          <a:cubicBezTo>
                            <a:pt x="368639" y="95466"/>
                            <a:pt x="368639" y="95847"/>
                            <a:pt x="368734" y="96228"/>
                          </a:cubicBezTo>
                          <a:cubicBezTo>
                            <a:pt x="368734" y="96609"/>
                            <a:pt x="368829" y="96990"/>
                            <a:pt x="368829" y="97371"/>
                          </a:cubicBezTo>
                          <a:cubicBezTo>
                            <a:pt x="368829" y="98324"/>
                            <a:pt x="368924" y="99276"/>
                            <a:pt x="368924" y="100229"/>
                          </a:cubicBezTo>
                          <a:cubicBezTo>
                            <a:pt x="368924" y="100991"/>
                            <a:pt x="368924" y="101658"/>
                            <a:pt x="368924" y="102420"/>
                          </a:cubicBezTo>
                          <a:cubicBezTo>
                            <a:pt x="368924" y="102801"/>
                            <a:pt x="368924" y="103182"/>
                            <a:pt x="368924" y="103563"/>
                          </a:cubicBezTo>
                          <a:cubicBezTo>
                            <a:pt x="368924" y="104610"/>
                            <a:pt x="368829" y="105658"/>
                            <a:pt x="368829" y="106801"/>
                          </a:cubicBezTo>
                          <a:cubicBezTo>
                            <a:pt x="368829" y="107468"/>
                            <a:pt x="368734" y="108135"/>
                            <a:pt x="368734" y="108801"/>
                          </a:cubicBezTo>
                          <a:cubicBezTo>
                            <a:pt x="368734" y="109278"/>
                            <a:pt x="368639" y="109659"/>
                            <a:pt x="368639" y="110135"/>
                          </a:cubicBezTo>
                          <a:cubicBezTo>
                            <a:pt x="368543" y="110802"/>
                            <a:pt x="368543" y="111564"/>
                            <a:pt x="368448" y="112230"/>
                          </a:cubicBezTo>
                          <a:cubicBezTo>
                            <a:pt x="368353" y="112707"/>
                            <a:pt x="368353" y="113183"/>
                            <a:pt x="368258" y="113754"/>
                          </a:cubicBezTo>
                          <a:cubicBezTo>
                            <a:pt x="368162" y="114802"/>
                            <a:pt x="367972" y="115755"/>
                            <a:pt x="367877" y="116802"/>
                          </a:cubicBezTo>
                          <a:cubicBezTo>
                            <a:pt x="367877" y="116802"/>
                            <a:pt x="367877" y="116802"/>
                            <a:pt x="367877" y="116802"/>
                          </a:cubicBezTo>
                          <a:cubicBezTo>
                            <a:pt x="367686" y="118326"/>
                            <a:pt x="367400" y="119850"/>
                            <a:pt x="367115" y="121470"/>
                          </a:cubicBezTo>
                          <a:cubicBezTo>
                            <a:pt x="366924" y="122422"/>
                            <a:pt x="366734" y="123375"/>
                            <a:pt x="366543" y="124422"/>
                          </a:cubicBezTo>
                          <a:cubicBezTo>
                            <a:pt x="366162" y="126518"/>
                            <a:pt x="365686" y="128613"/>
                            <a:pt x="365210" y="130709"/>
                          </a:cubicBezTo>
                          <a:cubicBezTo>
                            <a:pt x="365114" y="131280"/>
                            <a:pt x="364924" y="131852"/>
                            <a:pt x="364829" y="132423"/>
                          </a:cubicBezTo>
                          <a:cubicBezTo>
                            <a:pt x="364829" y="132519"/>
                            <a:pt x="364733" y="132709"/>
                            <a:pt x="364733" y="132804"/>
                          </a:cubicBezTo>
                          <a:cubicBezTo>
                            <a:pt x="364638" y="132995"/>
                            <a:pt x="364638" y="133281"/>
                            <a:pt x="364543" y="133471"/>
                          </a:cubicBezTo>
                          <a:cubicBezTo>
                            <a:pt x="350255" y="189192"/>
                            <a:pt x="302630" y="255867"/>
                            <a:pt x="237956" y="304254"/>
                          </a:cubicBezTo>
                          <a:cubicBezTo>
                            <a:pt x="178805" y="348450"/>
                            <a:pt x="120131" y="366453"/>
                            <a:pt x="81174" y="356928"/>
                          </a:cubicBezTo>
                          <a:cubicBezTo>
                            <a:pt x="79364" y="356451"/>
                            <a:pt x="77459" y="355975"/>
                            <a:pt x="75745" y="355404"/>
                          </a:cubicBezTo>
                          <a:cubicBezTo>
                            <a:pt x="72506" y="354356"/>
                            <a:pt x="69458" y="353022"/>
                            <a:pt x="66601" y="351594"/>
                          </a:cubicBezTo>
                          <a:cubicBezTo>
                            <a:pt x="66315" y="351498"/>
                            <a:pt x="66125" y="351403"/>
                            <a:pt x="65839" y="351213"/>
                          </a:cubicBezTo>
                          <a:cubicBezTo>
                            <a:pt x="65553" y="351022"/>
                            <a:pt x="65267" y="350832"/>
                            <a:pt x="64982" y="350736"/>
                          </a:cubicBezTo>
                          <a:cubicBezTo>
                            <a:pt x="64410" y="350451"/>
                            <a:pt x="63934" y="350070"/>
                            <a:pt x="63362" y="349784"/>
                          </a:cubicBezTo>
                          <a:cubicBezTo>
                            <a:pt x="62791" y="349403"/>
                            <a:pt x="62220" y="349117"/>
                            <a:pt x="61648" y="348736"/>
                          </a:cubicBezTo>
                          <a:cubicBezTo>
                            <a:pt x="61553" y="348641"/>
                            <a:pt x="61362" y="348546"/>
                            <a:pt x="61267" y="348450"/>
                          </a:cubicBezTo>
                          <a:cubicBezTo>
                            <a:pt x="59838" y="347498"/>
                            <a:pt x="58409" y="346450"/>
                            <a:pt x="57076" y="345402"/>
                          </a:cubicBezTo>
                          <a:cubicBezTo>
                            <a:pt x="56790" y="345212"/>
                            <a:pt x="56600" y="344926"/>
                            <a:pt x="56314" y="344736"/>
                          </a:cubicBezTo>
                          <a:cubicBezTo>
                            <a:pt x="55933" y="344355"/>
                            <a:pt x="55552" y="344069"/>
                            <a:pt x="55171" y="343688"/>
                          </a:cubicBezTo>
                          <a:cubicBezTo>
                            <a:pt x="54790" y="343307"/>
                            <a:pt x="54409" y="343021"/>
                            <a:pt x="54028" y="342640"/>
                          </a:cubicBezTo>
                          <a:cubicBezTo>
                            <a:pt x="53552" y="342164"/>
                            <a:pt x="53075" y="341783"/>
                            <a:pt x="52695" y="341307"/>
                          </a:cubicBezTo>
                          <a:cubicBezTo>
                            <a:pt x="52409" y="341021"/>
                            <a:pt x="52123" y="340735"/>
                            <a:pt x="51932" y="340449"/>
                          </a:cubicBezTo>
                          <a:cubicBezTo>
                            <a:pt x="50027" y="338449"/>
                            <a:pt x="48122" y="336258"/>
                            <a:pt x="46503" y="333877"/>
                          </a:cubicBezTo>
                          <a:cubicBezTo>
                            <a:pt x="43455" y="329496"/>
                            <a:pt x="40979" y="324447"/>
                            <a:pt x="39169" y="318923"/>
                          </a:cubicBezTo>
                          <a:cubicBezTo>
                            <a:pt x="38502" y="317113"/>
                            <a:pt x="38026" y="315208"/>
                            <a:pt x="37550" y="313208"/>
                          </a:cubicBezTo>
                          <a:cubicBezTo>
                            <a:pt x="37454" y="312732"/>
                            <a:pt x="37359" y="312160"/>
                            <a:pt x="37264" y="311684"/>
                          </a:cubicBezTo>
                          <a:cubicBezTo>
                            <a:pt x="37074" y="310922"/>
                            <a:pt x="36883" y="310065"/>
                            <a:pt x="36788" y="309207"/>
                          </a:cubicBezTo>
                          <a:cubicBezTo>
                            <a:pt x="36692" y="308826"/>
                            <a:pt x="36597" y="308445"/>
                            <a:pt x="36597" y="308064"/>
                          </a:cubicBezTo>
                          <a:cubicBezTo>
                            <a:pt x="36502" y="307302"/>
                            <a:pt x="36312" y="306540"/>
                            <a:pt x="36216" y="305683"/>
                          </a:cubicBezTo>
                          <a:cubicBezTo>
                            <a:pt x="36121" y="305016"/>
                            <a:pt x="36026" y="304445"/>
                            <a:pt x="36026" y="303778"/>
                          </a:cubicBezTo>
                          <a:cubicBezTo>
                            <a:pt x="35930" y="303302"/>
                            <a:pt x="35930" y="302730"/>
                            <a:pt x="35835" y="302254"/>
                          </a:cubicBezTo>
                          <a:cubicBezTo>
                            <a:pt x="35835" y="301873"/>
                            <a:pt x="35740" y="301492"/>
                            <a:pt x="35645" y="301016"/>
                          </a:cubicBezTo>
                          <a:cubicBezTo>
                            <a:pt x="34692" y="290538"/>
                            <a:pt x="35549" y="279299"/>
                            <a:pt x="38026" y="267393"/>
                          </a:cubicBezTo>
                          <a:cubicBezTo>
                            <a:pt x="38312" y="265869"/>
                            <a:pt x="38693" y="264440"/>
                            <a:pt x="39074" y="262916"/>
                          </a:cubicBezTo>
                          <a:cubicBezTo>
                            <a:pt x="39169" y="262344"/>
                            <a:pt x="39264" y="261868"/>
                            <a:pt x="39455" y="261297"/>
                          </a:cubicBezTo>
                          <a:cubicBezTo>
                            <a:pt x="39455" y="261106"/>
                            <a:pt x="39550" y="261011"/>
                            <a:pt x="39550" y="260820"/>
                          </a:cubicBezTo>
                          <a:cubicBezTo>
                            <a:pt x="39550" y="257963"/>
                            <a:pt x="40312" y="255296"/>
                            <a:pt x="41074" y="252629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D108">
                            <a:alpha val="100000"/>
                          </a:srgbClr>
                        </a:gs>
                        <a:gs pos="50000">
                          <a:srgbClr val="F0A704">
                            <a:alpha val="100000"/>
                          </a:srgbClr>
                        </a:gs>
                        <a:gs pos="100000">
                          <a:srgbClr val="E27D00">
                            <a:alpha val="100000"/>
                          </a:srgbClr>
                        </a:gs>
                      </a:gsLst>
                      <a:lin ang="834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2" name="AutoShape 122"/>
                    <p:cNvSpPr/>
                    <p:nvPr/>
                  </p:nvSpPr>
                  <p:spPr>
                    <a:xfrm>
                      <a:off x="6760846" y="4124325"/>
                      <a:ext cx="333754" cy="3253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3754" h="325322">
                          <a:moveTo>
                            <a:pt x="12953" y="200882"/>
                          </a:moveTo>
                          <a:cubicBezTo>
                            <a:pt x="12667" y="201549"/>
                            <a:pt x="12381" y="202216"/>
                            <a:pt x="12095" y="202883"/>
                          </a:cubicBezTo>
                          <a:cubicBezTo>
                            <a:pt x="12000" y="203073"/>
                            <a:pt x="12000" y="203168"/>
                            <a:pt x="11905" y="203359"/>
                          </a:cubicBezTo>
                          <a:cubicBezTo>
                            <a:pt x="11619" y="204216"/>
                            <a:pt x="11333" y="204978"/>
                            <a:pt x="10952" y="205740"/>
                          </a:cubicBezTo>
                          <a:cubicBezTo>
                            <a:pt x="10381" y="207359"/>
                            <a:pt x="9714" y="208883"/>
                            <a:pt x="9238" y="210503"/>
                          </a:cubicBezTo>
                          <a:cubicBezTo>
                            <a:pt x="8952" y="211455"/>
                            <a:pt x="8571" y="212312"/>
                            <a:pt x="8285" y="213265"/>
                          </a:cubicBezTo>
                          <a:cubicBezTo>
                            <a:pt x="7904" y="214313"/>
                            <a:pt x="7619" y="215360"/>
                            <a:pt x="7237" y="216408"/>
                          </a:cubicBezTo>
                          <a:cubicBezTo>
                            <a:pt x="7142" y="216694"/>
                            <a:pt x="7047" y="216979"/>
                            <a:pt x="6952" y="217265"/>
                          </a:cubicBezTo>
                          <a:cubicBezTo>
                            <a:pt x="5999" y="220409"/>
                            <a:pt x="5047" y="223647"/>
                            <a:pt x="4285" y="226695"/>
                          </a:cubicBezTo>
                          <a:cubicBezTo>
                            <a:pt x="4285" y="226886"/>
                            <a:pt x="4190" y="226981"/>
                            <a:pt x="4190" y="227171"/>
                          </a:cubicBezTo>
                          <a:cubicBezTo>
                            <a:pt x="4094" y="227743"/>
                            <a:pt x="3904" y="228219"/>
                            <a:pt x="3808" y="228791"/>
                          </a:cubicBezTo>
                          <a:cubicBezTo>
                            <a:pt x="3428" y="230314"/>
                            <a:pt x="3046" y="231743"/>
                            <a:pt x="2761" y="233267"/>
                          </a:cubicBezTo>
                          <a:cubicBezTo>
                            <a:pt x="284" y="245174"/>
                            <a:pt x="-573" y="256508"/>
                            <a:pt x="379" y="266891"/>
                          </a:cubicBezTo>
                          <a:cubicBezTo>
                            <a:pt x="379" y="267271"/>
                            <a:pt x="475" y="267653"/>
                            <a:pt x="570" y="268129"/>
                          </a:cubicBezTo>
                          <a:cubicBezTo>
                            <a:pt x="665" y="268700"/>
                            <a:pt x="665" y="269176"/>
                            <a:pt x="761" y="269653"/>
                          </a:cubicBezTo>
                          <a:cubicBezTo>
                            <a:pt x="856" y="270320"/>
                            <a:pt x="951" y="270891"/>
                            <a:pt x="951" y="271558"/>
                          </a:cubicBezTo>
                          <a:cubicBezTo>
                            <a:pt x="1046" y="272320"/>
                            <a:pt x="1142" y="273082"/>
                            <a:pt x="1332" y="273939"/>
                          </a:cubicBezTo>
                          <a:cubicBezTo>
                            <a:pt x="1427" y="274320"/>
                            <a:pt x="1523" y="274701"/>
                            <a:pt x="1523" y="275082"/>
                          </a:cubicBezTo>
                          <a:cubicBezTo>
                            <a:pt x="1713" y="275939"/>
                            <a:pt x="1808" y="276701"/>
                            <a:pt x="1999" y="277559"/>
                          </a:cubicBezTo>
                          <a:cubicBezTo>
                            <a:pt x="2094" y="278035"/>
                            <a:pt x="2189" y="278606"/>
                            <a:pt x="2284" y="279083"/>
                          </a:cubicBezTo>
                          <a:cubicBezTo>
                            <a:pt x="2761" y="280988"/>
                            <a:pt x="3332" y="282892"/>
                            <a:pt x="3904" y="284797"/>
                          </a:cubicBezTo>
                          <a:cubicBezTo>
                            <a:pt x="5809" y="290322"/>
                            <a:pt x="8285" y="295370"/>
                            <a:pt x="11238" y="299752"/>
                          </a:cubicBezTo>
                          <a:cubicBezTo>
                            <a:pt x="12857" y="302133"/>
                            <a:pt x="14667" y="304324"/>
                            <a:pt x="16667" y="306324"/>
                          </a:cubicBezTo>
                          <a:cubicBezTo>
                            <a:pt x="16953" y="306610"/>
                            <a:pt x="17239" y="306896"/>
                            <a:pt x="17429" y="307181"/>
                          </a:cubicBezTo>
                          <a:cubicBezTo>
                            <a:pt x="17905" y="307658"/>
                            <a:pt x="18287" y="308038"/>
                            <a:pt x="18763" y="308515"/>
                          </a:cubicBezTo>
                          <a:cubicBezTo>
                            <a:pt x="19144" y="308896"/>
                            <a:pt x="19525" y="309182"/>
                            <a:pt x="19906" y="309563"/>
                          </a:cubicBezTo>
                          <a:cubicBezTo>
                            <a:pt x="20287" y="309943"/>
                            <a:pt x="20668" y="310229"/>
                            <a:pt x="21049" y="310610"/>
                          </a:cubicBezTo>
                          <a:cubicBezTo>
                            <a:pt x="21334" y="310801"/>
                            <a:pt x="21525" y="311087"/>
                            <a:pt x="21811" y="311277"/>
                          </a:cubicBezTo>
                          <a:cubicBezTo>
                            <a:pt x="23144" y="312325"/>
                            <a:pt x="24573" y="313372"/>
                            <a:pt x="26002" y="314325"/>
                          </a:cubicBezTo>
                          <a:cubicBezTo>
                            <a:pt x="26097" y="314420"/>
                            <a:pt x="26287" y="314516"/>
                            <a:pt x="26383" y="314611"/>
                          </a:cubicBezTo>
                          <a:cubicBezTo>
                            <a:pt x="26954" y="314992"/>
                            <a:pt x="27526" y="315278"/>
                            <a:pt x="28097" y="315659"/>
                          </a:cubicBezTo>
                          <a:cubicBezTo>
                            <a:pt x="28669" y="315944"/>
                            <a:pt x="29145" y="316325"/>
                            <a:pt x="29717" y="316611"/>
                          </a:cubicBezTo>
                          <a:cubicBezTo>
                            <a:pt x="30002" y="316801"/>
                            <a:pt x="30288" y="316992"/>
                            <a:pt x="30574" y="317087"/>
                          </a:cubicBezTo>
                          <a:cubicBezTo>
                            <a:pt x="30859" y="317183"/>
                            <a:pt x="31050" y="317278"/>
                            <a:pt x="31336" y="317468"/>
                          </a:cubicBezTo>
                          <a:cubicBezTo>
                            <a:pt x="34193" y="318897"/>
                            <a:pt x="37241" y="320230"/>
                            <a:pt x="40480" y="321278"/>
                          </a:cubicBezTo>
                          <a:cubicBezTo>
                            <a:pt x="42290" y="321850"/>
                            <a:pt x="44099" y="322421"/>
                            <a:pt x="45909" y="322802"/>
                          </a:cubicBezTo>
                          <a:cubicBezTo>
                            <a:pt x="84866" y="332422"/>
                            <a:pt x="143636" y="314420"/>
                            <a:pt x="202691" y="270129"/>
                          </a:cubicBezTo>
                          <a:cubicBezTo>
                            <a:pt x="267461" y="221742"/>
                            <a:pt x="315086" y="155067"/>
                            <a:pt x="329278" y="99346"/>
                          </a:cubicBezTo>
                          <a:cubicBezTo>
                            <a:pt x="329373" y="99155"/>
                            <a:pt x="329373" y="98870"/>
                            <a:pt x="329468" y="98679"/>
                          </a:cubicBezTo>
                          <a:cubicBezTo>
                            <a:pt x="329468" y="98584"/>
                            <a:pt x="329563" y="98393"/>
                            <a:pt x="329563" y="98298"/>
                          </a:cubicBezTo>
                          <a:cubicBezTo>
                            <a:pt x="329659" y="97726"/>
                            <a:pt x="329849" y="97155"/>
                            <a:pt x="329945" y="96583"/>
                          </a:cubicBezTo>
                          <a:cubicBezTo>
                            <a:pt x="330421" y="94488"/>
                            <a:pt x="330897" y="92392"/>
                            <a:pt x="331278" y="90297"/>
                          </a:cubicBezTo>
                          <a:cubicBezTo>
                            <a:pt x="331469" y="89345"/>
                            <a:pt x="331659" y="88297"/>
                            <a:pt x="331850" y="87344"/>
                          </a:cubicBezTo>
                          <a:cubicBezTo>
                            <a:pt x="332135" y="85820"/>
                            <a:pt x="332326" y="84201"/>
                            <a:pt x="332612" y="82677"/>
                          </a:cubicBezTo>
                          <a:cubicBezTo>
                            <a:pt x="332612" y="82677"/>
                            <a:pt x="332612" y="82677"/>
                            <a:pt x="332612" y="82677"/>
                          </a:cubicBezTo>
                          <a:cubicBezTo>
                            <a:pt x="332707" y="81629"/>
                            <a:pt x="332897" y="80582"/>
                            <a:pt x="332992" y="79629"/>
                          </a:cubicBezTo>
                          <a:cubicBezTo>
                            <a:pt x="333088" y="79153"/>
                            <a:pt x="333088" y="78676"/>
                            <a:pt x="333183" y="78105"/>
                          </a:cubicBezTo>
                          <a:cubicBezTo>
                            <a:pt x="333278" y="77438"/>
                            <a:pt x="333278" y="76676"/>
                            <a:pt x="333374" y="76009"/>
                          </a:cubicBezTo>
                          <a:cubicBezTo>
                            <a:pt x="333374" y="75533"/>
                            <a:pt x="333469" y="75057"/>
                            <a:pt x="333469" y="74676"/>
                          </a:cubicBezTo>
                          <a:cubicBezTo>
                            <a:pt x="333564" y="74009"/>
                            <a:pt x="333564" y="73342"/>
                            <a:pt x="333659" y="72676"/>
                          </a:cubicBezTo>
                          <a:cubicBezTo>
                            <a:pt x="333755" y="71628"/>
                            <a:pt x="333755" y="70485"/>
                            <a:pt x="333755" y="69437"/>
                          </a:cubicBezTo>
                          <a:cubicBezTo>
                            <a:pt x="333755" y="69056"/>
                            <a:pt x="333755" y="68675"/>
                            <a:pt x="333755" y="68199"/>
                          </a:cubicBezTo>
                          <a:cubicBezTo>
                            <a:pt x="333755" y="67437"/>
                            <a:pt x="333755" y="66770"/>
                            <a:pt x="333755" y="66008"/>
                          </a:cubicBezTo>
                          <a:cubicBezTo>
                            <a:pt x="333755" y="65056"/>
                            <a:pt x="333755" y="64103"/>
                            <a:pt x="333659" y="63151"/>
                          </a:cubicBezTo>
                          <a:cubicBezTo>
                            <a:pt x="333659" y="62770"/>
                            <a:pt x="333659" y="62389"/>
                            <a:pt x="333564" y="62008"/>
                          </a:cubicBezTo>
                          <a:cubicBezTo>
                            <a:pt x="333564" y="61627"/>
                            <a:pt x="333564" y="61341"/>
                            <a:pt x="333469" y="60960"/>
                          </a:cubicBezTo>
                          <a:cubicBezTo>
                            <a:pt x="333469" y="60865"/>
                            <a:pt x="333469" y="60674"/>
                            <a:pt x="333469" y="60579"/>
                          </a:cubicBezTo>
                          <a:lnTo>
                            <a:pt x="333469" y="60579"/>
                          </a:lnTo>
                          <a:lnTo>
                            <a:pt x="333469" y="60579"/>
                          </a:lnTo>
                          <a:cubicBezTo>
                            <a:pt x="333469" y="60293"/>
                            <a:pt x="333469" y="60008"/>
                            <a:pt x="333374" y="59722"/>
                          </a:cubicBezTo>
                          <a:cubicBezTo>
                            <a:pt x="333278" y="58864"/>
                            <a:pt x="333278" y="58007"/>
                            <a:pt x="333183" y="57150"/>
                          </a:cubicBezTo>
                          <a:cubicBezTo>
                            <a:pt x="333088" y="56007"/>
                            <a:pt x="332897" y="54864"/>
                            <a:pt x="332707" y="53721"/>
                          </a:cubicBezTo>
                          <a:cubicBezTo>
                            <a:pt x="332612" y="52959"/>
                            <a:pt x="332516" y="52197"/>
                            <a:pt x="332326" y="51340"/>
                          </a:cubicBezTo>
                          <a:cubicBezTo>
                            <a:pt x="332135" y="50101"/>
                            <a:pt x="331850" y="48958"/>
                            <a:pt x="331564" y="47720"/>
                          </a:cubicBezTo>
                          <a:cubicBezTo>
                            <a:pt x="331469" y="47244"/>
                            <a:pt x="331373" y="46672"/>
                            <a:pt x="331278" y="46196"/>
                          </a:cubicBezTo>
                          <a:cubicBezTo>
                            <a:pt x="330802" y="44291"/>
                            <a:pt x="330230" y="42386"/>
                            <a:pt x="329659" y="40481"/>
                          </a:cubicBezTo>
                          <a:cubicBezTo>
                            <a:pt x="324039" y="23813"/>
                            <a:pt x="312990" y="12287"/>
                            <a:pt x="297941" y="6001"/>
                          </a:cubicBezTo>
                          <a:cubicBezTo>
                            <a:pt x="297464" y="5810"/>
                            <a:pt x="297083" y="5715"/>
                            <a:pt x="296607" y="5525"/>
                          </a:cubicBezTo>
                          <a:cubicBezTo>
                            <a:pt x="295845" y="5239"/>
                            <a:pt x="294988" y="4858"/>
                            <a:pt x="294130" y="4572"/>
                          </a:cubicBezTo>
                          <a:cubicBezTo>
                            <a:pt x="293369" y="4286"/>
                            <a:pt x="292511" y="4000"/>
                            <a:pt x="291749" y="3715"/>
                          </a:cubicBezTo>
                          <a:cubicBezTo>
                            <a:pt x="290797" y="3429"/>
                            <a:pt x="289844" y="3143"/>
                            <a:pt x="288892" y="2858"/>
                          </a:cubicBezTo>
                          <a:cubicBezTo>
                            <a:pt x="288416" y="2762"/>
                            <a:pt x="287844" y="2572"/>
                            <a:pt x="287368" y="2381"/>
                          </a:cubicBezTo>
                          <a:cubicBezTo>
                            <a:pt x="285558" y="1905"/>
                            <a:pt x="283653" y="1524"/>
                            <a:pt x="281653" y="1238"/>
                          </a:cubicBezTo>
                          <a:cubicBezTo>
                            <a:pt x="277271" y="476"/>
                            <a:pt x="272604" y="95"/>
                            <a:pt x="267842" y="0"/>
                          </a:cubicBezTo>
                          <a:cubicBezTo>
                            <a:pt x="266984" y="0"/>
                            <a:pt x="266127" y="0"/>
                            <a:pt x="265270" y="0"/>
                          </a:cubicBezTo>
                          <a:cubicBezTo>
                            <a:pt x="264317" y="0"/>
                            <a:pt x="263365" y="0"/>
                            <a:pt x="262412" y="0"/>
                          </a:cubicBezTo>
                          <a:cubicBezTo>
                            <a:pt x="261174" y="0"/>
                            <a:pt x="260031" y="95"/>
                            <a:pt x="258793" y="191"/>
                          </a:cubicBezTo>
                          <a:cubicBezTo>
                            <a:pt x="258031" y="191"/>
                            <a:pt x="257269" y="286"/>
                            <a:pt x="256412" y="286"/>
                          </a:cubicBezTo>
                          <a:cubicBezTo>
                            <a:pt x="251935" y="571"/>
                            <a:pt x="247267" y="1238"/>
                            <a:pt x="242505" y="2000"/>
                          </a:cubicBezTo>
                          <a:cubicBezTo>
                            <a:pt x="242219" y="2096"/>
                            <a:pt x="241934" y="2096"/>
                            <a:pt x="241648" y="2191"/>
                          </a:cubicBezTo>
                          <a:cubicBezTo>
                            <a:pt x="240314" y="2476"/>
                            <a:pt x="238886" y="2667"/>
                            <a:pt x="237552" y="2953"/>
                          </a:cubicBezTo>
                          <a:cubicBezTo>
                            <a:pt x="236504" y="3143"/>
                            <a:pt x="235457" y="3334"/>
                            <a:pt x="234504" y="3620"/>
                          </a:cubicBezTo>
                          <a:cubicBezTo>
                            <a:pt x="232504" y="4096"/>
                            <a:pt x="230504" y="4572"/>
                            <a:pt x="228503" y="5048"/>
                          </a:cubicBezTo>
                          <a:cubicBezTo>
                            <a:pt x="228313" y="5048"/>
                            <a:pt x="228122" y="5143"/>
                            <a:pt x="228027" y="5143"/>
                          </a:cubicBezTo>
                          <a:cubicBezTo>
                            <a:pt x="213073" y="9049"/>
                            <a:pt x="197166" y="15240"/>
                            <a:pt x="180783" y="23527"/>
                          </a:cubicBezTo>
                          <a:cubicBezTo>
                            <a:pt x="175354" y="26289"/>
                            <a:pt x="169829" y="29337"/>
                            <a:pt x="164305" y="32575"/>
                          </a:cubicBezTo>
                          <a:cubicBezTo>
                            <a:pt x="163448" y="33052"/>
                            <a:pt x="162686" y="33623"/>
                            <a:pt x="161828" y="34100"/>
                          </a:cubicBezTo>
                          <a:cubicBezTo>
                            <a:pt x="160780" y="34671"/>
                            <a:pt x="159828" y="35338"/>
                            <a:pt x="158780" y="35909"/>
                          </a:cubicBezTo>
                          <a:cubicBezTo>
                            <a:pt x="158304" y="36195"/>
                            <a:pt x="157733" y="36481"/>
                            <a:pt x="157256" y="36862"/>
                          </a:cubicBezTo>
                          <a:cubicBezTo>
                            <a:pt x="156209" y="37529"/>
                            <a:pt x="155066" y="38195"/>
                            <a:pt x="153923" y="38957"/>
                          </a:cubicBezTo>
                          <a:cubicBezTo>
                            <a:pt x="153065" y="39529"/>
                            <a:pt x="152113" y="40100"/>
                            <a:pt x="151255" y="40672"/>
                          </a:cubicBezTo>
                          <a:cubicBezTo>
                            <a:pt x="150589" y="41148"/>
                            <a:pt x="149827" y="41529"/>
                            <a:pt x="149160" y="42005"/>
                          </a:cubicBezTo>
                          <a:cubicBezTo>
                            <a:pt x="148208" y="42672"/>
                            <a:pt x="147255" y="43243"/>
                            <a:pt x="146207" y="43910"/>
                          </a:cubicBezTo>
                          <a:cubicBezTo>
                            <a:pt x="141540" y="47054"/>
                            <a:pt x="136873" y="50292"/>
                            <a:pt x="132301" y="53721"/>
                          </a:cubicBezTo>
                          <a:cubicBezTo>
                            <a:pt x="131729" y="54102"/>
                            <a:pt x="131158" y="54483"/>
                            <a:pt x="130682" y="54959"/>
                          </a:cubicBezTo>
                          <a:cubicBezTo>
                            <a:pt x="130300" y="55245"/>
                            <a:pt x="129824" y="55626"/>
                            <a:pt x="129443" y="55912"/>
                          </a:cubicBezTo>
                          <a:cubicBezTo>
                            <a:pt x="127062" y="57721"/>
                            <a:pt x="124776" y="59436"/>
                            <a:pt x="122490" y="61246"/>
                          </a:cubicBezTo>
                          <a:cubicBezTo>
                            <a:pt x="122490" y="61246"/>
                            <a:pt x="122490" y="61246"/>
                            <a:pt x="122395" y="61246"/>
                          </a:cubicBezTo>
                          <a:cubicBezTo>
                            <a:pt x="122204" y="61341"/>
                            <a:pt x="122109" y="61436"/>
                            <a:pt x="122014" y="61627"/>
                          </a:cubicBezTo>
                          <a:cubicBezTo>
                            <a:pt x="119918" y="63341"/>
                            <a:pt x="117823" y="65056"/>
                            <a:pt x="115727" y="66770"/>
                          </a:cubicBezTo>
                          <a:cubicBezTo>
                            <a:pt x="115442" y="66961"/>
                            <a:pt x="115156" y="67246"/>
                            <a:pt x="114870" y="67437"/>
                          </a:cubicBezTo>
                          <a:cubicBezTo>
                            <a:pt x="114108" y="68104"/>
                            <a:pt x="113346" y="68771"/>
                            <a:pt x="112489" y="69437"/>
                          </a:cubicBezTo>
                          <a:cubicBezTo>
                            <a:pt x="111346" y="70390"/>
                            <a:pt x="110203" y="71342"/>
                            <a:pt x="109060" y="72390"/>
                          </a:cubicBezTo>
                          <a:cubicBezTo>
                            <a:pt x="108488" y="72866"/>
                            <a:pt x="107917" y="73342"/>
                            <a:pt x="107441" y="73819"/>
                          </a:cubicBezTo>
                          <a:cubicBezTo>
                            <a:pt x="106583" y="74581"/>
                            <a:pt x="105726" y="75343"/>
                            <a:pt x="104869" y="76105"/>
                          </a:cubicBezTo>
                          <a:cubicBezTo>
                            <a:pt x="104107" y="76771"/>
                            <a:pt x="103440" y="77343"/>
                            <a:pt x="102773" y="78010"/>
                          </a:cubicBezTo>
                          <a:cubicBezTo>
                            <a:pt x="101916" y="78772"/>
                            <a:pt x="100963" y="79629"/>
                            <a:pt x="100106" y="80391"/>
                          </a:cubicBezTo>
                          <a:cubicBezTo>
                            <a:pt x="99344" y="81153"/>
                            <a:pt x="98487" y="81820"/>
                            <a:pt x="97725" y="82582"/>
                          </a:cubicBezTo>
                          <a:cubicBezTo>
                            <a:pt x="97344" y="82963"/>
                            <a:pt x="96963" y="83344"/>
                            <a:pt x="96582" y="83629"/>
                          </a:cubicBezTo>
                          <a:cubicBezTo>
                            <a:pt x="95153" y="84963"/>
                            <a:pt x="93725" y="86296"/>
                            <a:pt x="92296" y="87725"/>
                          </a:cubicBezTo>
                          <a:cubicBezTo>
                            <a:pt x="91820" y="88201"/>
                            <a:pt x="91343" y="88583"/>
                            <a:pt x="90867" y="89059"/>
                          </a:cubicBezTo>
                          <a:cubicBezTo>
                            <a:pt x="90772" y="89154"/>
                            <a:pt x="90677" y="89249"/>
                            <a:pt x="90581" y="89345"/>
                          </a:cubicBezTo>
                          <a:cubicBezTo>
                            <a:pt x="88581" y="91250"/>
                            <a:pt x="86581" y="93250"/>
                            <a:pt x="84676" y="95250"/>
                          </a:cubicBezTo>
                          <a:cubicBezTo>
                            <a:pt x="84485" y="95441"/>
                            <a:pt x="84390" y="95536"/>
                            <a:pt x="84200" y="95726"/>
                          </a:cubicBezTo>
                          <a:cubicBezTo>
                            <a:pt x="83533" y="96393"/>
                            <a:pt x="82961" y="97060"/>
                            <a:pt x="82295" y="97726"/>
                          </a:cubicBezTo>
                          <a:cubicBezTo>
                            <a:pt x="81056" y="98965"/>
                            <a:pt x="79913" y="100203"/>
                            <a:pt x="78675" y="101537"/>
                          </a:cubicBezTo>
                          <a:cubicBezTo>
                            <a:pt x="78294" y="101917"/>
                            <a:pt x="78008" y="102203"/>
                            <a:pt x="77627" y="102584"/>
                          </a:cubicBezTo>
                          <a:cubicBezTo>
                            <a:pt x="76770" y="103537"/>
                            <a:pt x="75913" y="104489"/>
                            <a:pt x="75055" y="105442"/>
                          </a:cubicBezTo>
                          <a:cubicBezTo>
                            <a:pt x="74198" y="106299"/>
                            <a:pt x="73436" y="107251"/>
                            <a:pt x="72579" y="108109"/>
                          </a:cubicBezTo>
                          <a:cubicBezTo>
                            <a:pt x="72198" y="108585"/>
                            <a:pt x="71722" y="109061"/>
                            <a:pt x="71341" y="109538"/>
                          </a:cubicBezTo>
                          <a:cubicBezTo>
                            <a:pt x="70103" y="110871"/>
                            <a:pt x="68959" y="112204"/>
                            <a:pt x="67817" y="113538"/>
                          </a:cubicBezTo>
                          <a:cubicBezTo>
                            <a:pt x="67150" y="114300"/>
                            <a:pt x="66483" y="115157"/>
                            <a:pt x="65816" y="115919"/>
                          </a:cubicBezTo>
                          <a:cubicBezTo>
                            <a:pt x="65530" y="116300"/>
                            <a:pt x="65150" y="116681"/>
                            <a:pt x="64864" y="116967"/>
                          </a:cubicBezTo>
                          <a:cubicBezTo>
                            <a:pt x="62863" y="119348"/>
                            <a:pt x="60958" y="121634"/>
                            <a:pt x="59054" y="124016"/>
                          </a:cubicBezTo>
                          <a:cubicBezTo>
                            <a:pt x="58673" y="124492"/>
                            <a:pt x="58292" y="124968"/>
                            <a:pt x="57911" y="125444"/>
                          </a:cubicBezTo>
                          <a:cubicBezTo>
                            <a:pt x="57815" y="125539"/>
                            <a:pt x="57720" y="125635"/>
                            <a:pt x="57720" y="125730"/>
                          </a:cubicBezTo>
                          <a:cubicBezTo>
                            <a:pt x="55148" y="128873"/>
                            <a:pt x="52767" y="132112"/>
                            <a:pt x="50386" y="135255"/>
                          </a:cubicBezTo>
                          <a:cubicBezTo>
                            <a:pt x="49719" y="136112"/>
                            <a:pt x="49148" y="136970"/>
                            <a:pt x="48481" y="137827"/>
                          </a:cubicBezTo>
                          <a:cubicBezTo>
                            <a:pt x="47624" y="139065"/>
                            <a:pt x="46671" y="140303"/>
                            <a:pt x="45719" y="141542"/>
                          </a:cubicBezTo>
                          <a:cubicBezTo>
                            <a:pt x="44766" y="142875"/>
                            <a:pt x="43909" y="144113"/>
                            <a:pt x="43052" y="145447"/>
                          </a:cubicBezTo>
                          <a:cubicBezTo>
                            <a:pt x="42671" y="146018"/>
                            <a:pt x="42290" y="146590"/>
                            <a:pt x="41908" y="147066"/>
                          </a:cubicBezTo>
                          <a:cubicBezTo>
                            <a:pt x="41432" y="147733"/>
                            <a:pt x="40956" y="148495"/>
                            <a:pt x="40384" y="149162"/>
                          </a:cubicBezTo>
                          <a:cubicBezTo>
                            <a:pt x="40384" y="149257"/>
                            <a:pt x="40289" y="149257"/>
                            <a:pt x="40289" y="149352"/>
                          </a:cubicBezTo>
                          <a:cubicBezTo>
                            <a:pt x="40194" y="149447"/>
                            <a:pt x="40194" y="149542"/>
                            <a:pt x="40099" y="149638"/>
                          </a:cubicBezTo>
                          <a:cubicBezTo>
                            <a:pt x="39813" y="150114"/>
                            <a:pt x="39432" y="150590"/>
                            <a:pt x="39146" y="151067"/>
                          </a:cubicBezTo>
                          <a:cubicBezTo>
                            <a:pt x="37622" y="153353"/>
                            <a:pt x="36194" y="155543"/>
                            <a:pt x="34765" y="157829"/>
                          </a:cubicBezTo>
                          <a:cubicBezTo>
                            <a:pt x="34098" y="158782"/>
                            <a:pt x="33527" y="159829"/>
                            <a:pt x="32955" y="160782"/>
                          </a:cubicBezTo>
                          <a:cubicBezTo>
                            <a:pt x="32098" y="162116"/>
                            <a:pt x="31241" y="163544"/>
                            <a:pt x="30479" y="164878"/>
                          </a:cubicBezTo>
                          <a:cubicBezTo>
                            <a:pt x="30193" y="165354"/>
                            <a:pt x="30002" y="165735"/>
                            <a:pt x="29717" y="166211"/>
                          </a:cubicBezTo>
                          <a:cubicBezTo>
                            <a:pt x="29050" y="167354"/>
                            <a:pt x="28478" y="168402"/>
                            <a:pt x="27812" y="169545"/>
                          </a:cubicBezTo>
                          <a:cubicBezTo>
                            <a:pt x="26859" y="171259"/>
                            <a:pt x="25907" y="172879"/>
                            <a:pt x="24954" y="174593"/>
                          </a:cubicBezTo>
                          <a:cubicBezTo>
                            <a:pt x="24287" y="175736"/>
                            <a:pt x="23716" y="176879"/>
                            <a:pt x="23144" y="178022"/>
                          </a:cubicBezTo>
                          <a:cubicBezTo>
                            <a:pt x="22287" y="179642"/>
                            <a:pt x="21430" y="181356"/>
                            <a:pt x="20573" y="182975"/>
                          </a:cubicBezTo>
                          <a:cubicBezTo>
                            <a:pt x="20287" y="183642"/>
                            <a:pt x="19906" y="184309"/>
                            <a:pt x="19620" y="184880"/>
                          </a:cubicBezTo>
                          <a:cubicBezTo>
                            <a:pt x="19429" y="185357"/>
                            <a:pt x="19144" y="185833"/>
                            <a:pt x="18953" y="186309"/>
                          </a:cubicBezTo>
                          <a:cubicBezTo>
                            <a:pt x="18667" y="186976"/>
                            <a:pt x="18287" y="187547"/>
                            <a:pt x="18001" y="188214"/>
                          </a:cubicBezTo>
                          <a:cubicBezTo>
                            <a:pt x="16667" y="191071"/>
                            <a:pt x="15334" y="193929"/>
                            <a:pt x="14191" y="196787"/>
                          </a:cubicBezTo>
                          <a:cubicBezTo>
                            <a:pt x="14000" y="198311"/>
                            <a:pt x="13524" y="199549"/>
                            <a:pt x="12953" y="200882"/>
                          </a:cubicBezTo>
                          <a:close/>
                          <a:moveTo>
                            <a:pt x="166210" y="42577"/>
                          </a:moveTo>
                          <a:cubicBezTo>
                            <a:pt x="166496" y="42386"/>
                            <a:pt x="166781" y="42291"/>
                            <a:pt x="167067" y="42100"/>
                          </a:cubicBezTo>
                          <a:cubicBezTo>
                            <a:pt x="168020" y="41529"/>
                            <a:pt x="168972" y="40958"/>
                            <a:pt x="169925" y="40481"/>
                          </a:cubicBezTo>
                          <a:cubicBezTo>
                            <a:pt x="171067" y="39814"/>
                            <a:pt x="172306" y="39148"/>
                            <a:pt x="173449" y="38481"/>
                          </a:cubicBezTo>
                          <a:cubicBezTo>
                            <a:pt x="173734" y="38291"/>
                            <a:pt x="174116" y="38100"/>
                            <a:pt x="174401" y="38005"/>
                          </a:cubicBezTo>
                          <a:cubicBezTo>
                            <a:pt x="175259" y="37529"/>
                            <a:pt x="176211" y="37052"/>
                            <a:pt x="177068" y="36576"/>
                          </a:cubicBezTo>
                          <a:cubicBezTo>
                            <a:pt x="178402" y="35909"/>
                            <a:pt x="179735" y="35147"/>
                            <a:pt x="181069" y="34480"/>
                          </a:cubicBezTo>
                          <a:cubicBezTo>
                            <a:pt x="181069" y="34480"/>
                            <a:pt x="181069" y="34480"/>
                            <a:pt x="181069" y="34480"/>
                          </a:cubicBezTo>
                          <a:cubicBezTo>
                            <a:pt x="185165" y="32385"/>
                            <a:pt x="189260" y="30480"/>
                            <a:pt x="193261" y="28766"/>
                          </a:cubicBezTo>
                          <a:cubicBezTo>
                            <a:pt x="194785" y="28099"/>
                            <a:pt x="196404" y="27432"/>
                            <a:pt x="197928" y="26765"/>
                          </a:cubicBezTo>
                          <a:cubicBezTo>
                            <a:pt x="198500" y="26479"/>
                            <a:pt x="199166" y="26289"/>
                            <a:pt x="199738" y="26003"/>
                          </a:cubicBezTo>
                          <a:cubicBezTo>
                            <a:pt x="200024" y="25908"/>
                            <a:pt x="200309" y="25717"/>
                            <a:pt x="200595" y="25622"/>
                          </a:cubicBezTo>
                          <a:cubicBezTo>
                            <a:pt x="203834" y="24289"/>
                            <a:pt x="207072" y="23146"/>
                            <a:pt x="210215" y="22003"/>
                          </a:cubicBezTo>
                          <a:cubicBezTo>
                            <a:pt x="210311" y="22003"/>
                            <a:pt x="210406" y="21908"/>
                            <a:pt x="210501" y="21908"/>
                          </a:cubicBezTo>
                          <a:cubicBezTo>
                            <a:pt x="211739" y="21431"/>
                            <a:pt x="213073" y="21050"/>
                            <a:pt x="214311" y="20669"/>
                          </a:cubicBezTo>
                          <a:cubicBezTo>
                            <a:pt x="215263" y="20383"/>
                            <a:pt x="216216" y="20098"/>
                            <a:pt x="217073" y="19812"/>
                          </a:cubicBezTo>
                          <a:cubicBezTo>
                            <a:pt x="219169" y="19145"/>
                            <a:pt x="221264" y="18574"/>
                            <a:pt x="223265" y="18002"/>
                          </a:cubicBezTo>
                          <a:cubicBezTo>
                            <a:pt x="223265" y="18002"/>
                            <a:pt x="223265" y="18002"/>
                            <a:pt x="223265" y="18002"/>
                          </a:cubicBezTo>
                          <a:cubicBezTo>
                            <a:pt x="223360" y="18002"/>
                            <a:pt x="223550" y="17907"/>
                            <a:pt x="223646" y="17907"/>
                          </a:cubicBezTo>
                          <a:cubicBezTo>
                            <a:pt x="225360" y="17431"/>
                            <a:pt x="227170" y="17050"/>
                            <a:pt x="228884" y="16669"/>
                          </a:cubicBezTo>
                          <a:cubicBezTo>
                            <a:pt x="229265" y="16574"/>
                            <a:pt x="229742" y="16478"/>
                            <a:pt x="230123" y="16383"/>
                          </a:cubicBezTo>
                          <a:cubicBezTo>
                            <a:pt x="230789" y="16192"/>
                            <a:pt x="231456" y="16097"/>
                            <a:pt x="232218" y="16002"/>
                          </a:cubicBezTo>
                          <a:cubicBezTo>
                            <a:pt x="233647" y="15716"/>
                            <a:pt x="235075" y="15430"/>
                            <a:pt x="236504" y="15145"/>
                          </a:cubicBezTo>
                          <a:cubicBezTo>
                            <a:pt x="236790" y="15050"/>
                            <a:pt x="237171" y="15050"/>
                            <a:pt x="237457" y="14954"/>
                          </a:cubicBezTo>
                          <a:cubicBezTo>
                            <a:pt x="238028" y="14859"/>
                            <a:pt x="238504" y="14764"/>
                            <a:pt x="238981" y="14764"/>
                          </a:cubicBezTo>
                          <a:cubicBezTo>
                            <a:pt x="240219" y="14573"/>
                            <a:pt x="241553" y="14383"/>
                            <a:pt x="242791" y="14192"/>
                          </a:cubicBezTo>
                          <a:cubicBezTo>
                            <a:pt x="243648" y="14097"/>
                            <a:pt x="244600" y="14002"/>
                            <a:pt x="245458" y="13907"/>
                          </a:cubicBezTo>
                          <a:cubicBezTo>
                            <a:pt x="246601" y="13811"/>
                            <a:pt x="247839" y="13621"/>
                            <a:pt x="248982" y="13525"/>
                          </a:cubicBezTo>
                          <a:cubicBezTo>
                            <a:pt x="249839" y="13430"/>
                            <a:pt x="250792" y="13430"/>
                            <a:pt x="251649" y="13335"/>
                          </a:cubicBezTo>
                          <a:cubicBezTo>
                            <a:pt x="252792" y="13240"/>
                            <a:pt x="253840" y="13240"/>
                            <a:pt x="254983" y="13145"/>
                          </a:cubicBezTo>
                          <a:cubicBezTo>
                            <a:pt x="255840" y="13145"/>
                            <a:pt x="256792" y="13145"/>
                            <a:pt x="257650" y="13145"/>
                          </a:cubicBezTo>
                          <a:cubicBezTo>
                            <a:pt x="258698" y="13145"/>
                            <a:pt x="259745" y="13145"/>
                            <a:pt x="260793" y="13145"/>
                          </a:cubicBezTo>
                          <a:cubicBezTo>
                            <a:pt x="261650" y="13145"/>
                            <a:pt x="262508" y="13240"/>
                            <a:pt x="263365" y="13240"/>
                          </a:cubicBezTo>
                          <a:cubicBezTo>
                            <a:pt x="264413" y="13335"/>
                            <a:pt x="265365" y="13335"/>
                            <a:pt x="266413" y="13430"/>
                          </a:cubicBezTo>
                          <a:cubicBezTo>
                            <a:pt x="267270" y="13525"/>
                            <a:pt x="268127" y="13621"/>
                            <a:pt x="268889" y="13716"/>
                          </a:cubicBezTo>
                          <a:cubicBezTo>
                            <a:pt x="269842" y="13811"/>
                            <a:pt x="270794" y="14002"/>
                            <a:pt x="271747" y="14097"/>
                          </a:cubicBezTo>
                          <a:cubicBezTo>
                            <a:pt x="272604" y="14192"/>
                            <a:pt x="273366" y="14383"/>
                            <a:pt x="274223" y="14573"/>
                          </a:cubicBezTo>
                          <a:cubicBezTo>
                            <a:pt x="275176" y="14764"/>
                            <a:pt x="276033" y="14954"/>
                            <a:pt x="276986" y="15145"/>
                          </a:cubicBezTo>
                          <a:cubicBezTo>
                            <a:pt x="277748" y="15335"/>
                            <a:pt x="278509" y="15526"/>
                            <a:pt x="279271" y="15716"/>
                          </a:cubicBezTo>
                          <a:cubicBezTo>
                            <a:pt x="280129" y="15907"/>
                            <a:pt x="280986" y="16192"/>
                            <a:pt x="281843" y="16478"/>
                          </a:cubicBezTo>
                          <a:cubicBezTo>
                            <a:pt x="282605" y="16669"/>
                            <a:pt x="283367" y="16954"/>
                            <a:pt x="284034" y="17240"/>
                          </a:cubicBezTo>
                          <a:cubicBezTo>
                            <a:pt x="284891" y="17526"/>
                            <a:pt x="285653" y="17812"/>
                            <a:pt x="286511" y="18193"/>
                          </a:cubicBezTo>
                          <a:cubicBezTo>
                            <a:pt x="287273" y="18479"/>
                            <a:pt x="287939" y="18764"/>
                            <a:pt x="288606" y="19145"/>
                          </a:cubicBezTo>
                          <a:cubicBezTo>
                            <a:pt x="289368" y="19526"/>
                            <a:pt x="290130" y="19907"/>
                            <a:pt x="290892" y="20288"/>
                          </a:cubicBezTo>
                          <a:cubicBezTo>
                            <a:pt x="291559" y="20669"/>
                            <a:pt x="292225" y="20955"/>
                            <a:pt x="292892" y="21336"/>
                          </a:cubicBezTo>
                          <a:cubicBezTo>
                            <a:pt x="293654" y="21717"/>
                            <a:pt x="294321" y="22193"/>
                            <a:pt x="295083" y="22670"/>
                          </a:cubicBezTo>
                          <a:cubicBezTo>
                            <a:pt x="295750" y="23050"/>
                            <a:pt x="296321" y="23432"/>
                            <a:pt x="296988" y="23908"/>
                          </a:cubicBezTo>
                          <a:cubicBezTo>
                            <a:pt x="297655" y="24384"/>
                            <a:pt x="298321" y="24860"/>
                            <a:pt x="298988" y="25337"/>
                          </a:cubicBezTo>
                          <a:cubicBezTo>
                            <a:pt x="299560" y="25813"/>
                            <a:pt x="300131" y="26194"/>
                            <a:pt x="300703" y="26670"/>
                          </a:cubicBezTo>
                          <a:cubicBezTo>
                            <a:pt x="301370" y="27242"/>
                            <a:pt x="301941" y="27718"/>
                            <a:pt x="302608" y="28289"/>
                          </a:cubicBezTo>
                          <a:cubicBezTo>
                            <a:pt x="303179" y="28766"/>
                            <a:pt x="303655" y="29337"/>
                            <a:pt x="304227" y="29813"/>
                          </a:cubicBezTo>
                          <a:cubicBezTo>
                            <a:pt x="304799" y="30385"/>
                            <a:pt x="305370" y="31051"/>
                            <a:pt x="305942" y="31718"/>
                          </a:cubicBezTo>
                          <a:cubicBezTo>
                            <a:pt x="306418" y="32290"/>
                            <a:pt x="306894" y="32861"/>
                            <a:pt x="307370" y="33433"/>
                          </a:cubicBezTo>
                          <a:cubicBezTo>
                            <a:pt x="307942" y="34100"/>
                            <a:pt x="308513" y="34862"/>
                            <a:pt x="308990" y="35528"/>
                          </a:cubicBezTo>
                          <a:cubicBezTo>
                            <a:pt x="309371" y="36100"/>
                            <a:pt x="309752" y="36576"/>
                            <a:pt x="310133" y="37147"/>
                          </a:cubicBezTo>
                          <a:cubicBezTo>
                            <a:pt x="310799" y="38100"/>
                            <a:pt x="311371" y="39053"/>
                            <a:pt x="311942" y="40005"/>
                          </a:cubicBezTo>
                          <a:cubicBezTo>
                            <a:pt x="312133" y="40386"/>
                            <a:pt x="312419" y="40767"/>
                            <a:pt x="312609" y="41148"/>
                          </a:cubicBezTo>
                          <a:cubicBezTo>
                            <a:pt x="313276" y="42386"/>
                            <a:pt x="313847" y="43625"/>
                            <a:pt x="314419" y="44863"/>
                          </a:cubicBezTo>
                          <a:cubicBezTo>
                            <a:pt x="314514" y="45053"/>
                            <a:pt x="314609" y="45244"/>
                            <a:pt x="314705" y="45434"/>
                          </a:cubicBezTo>
                          <a:cubicBezTo>
                            <a:pt x="315371" y="46958"/>
                            <a:pt x="315943" y="48578"/>
                            <a:pt x="316514" y="50197"/>
                          </a:cubicBezTo>
                          <a:cubicBezTo>
                            <a:pt x="316514" y="50197"/>
                            <a:pt x="316514" y="50197"/>
                            <a:pt x="316514" y="50197"/>
                          </a:cubicBezTo>
                          <a:cubicBezTo>
                            <a:pt x="316514" y="50197"/>
                            <a:pt x="316514" y="50197"/>
                            <a:pt x="316514" y="50197"/>
                          </a:cubicBezTo>
                          <a:cubicBezTo>
                            <a:pt x="316705" y="50863"/>
                            <a:pt x="316895" y="51530"/>
                            <a:pt x="317086" y="52292"/>
                          </a:cubicBezTo>
                          <a:cubicBezTo>
                            <a:pt x="317371" y="53150"/>
                            <a:pt x="317657" y="54102"/>
                            <a:pt x="317848" y="54959"/>
                          </a:cubicBezTo>
                          <a:cubicBezTo>
                            <a:pt x="318038" y="55531"/>
                            <a:pt x="318134" y="56197"/>
                            <a:pt x="318229" y="56769"/>
                          </a:cubicBezTo>
                          <a:cubicBezTo>
                            <a:pt x="318515" y="57817"/>
                            <a:pt x="318705" y="58960"/>
                            <a:pt x="318896" y="60008"/>
                          </a:cubicBezTo>
                          <a:cubicBezTo>
                            <a:pt x="318991" y="60770"/>
                            <a:pt x="319086" y="61436"/>
                            <a:pt x="319181" y="62198"/>
                          </a:cubicBezTo>
                          <a:cubicBezTo>
                            <a:pt x="319372" y="63246"/>
                            <a:pt x="319467" y="64294"/>
                            <a:pt x="319562" y="65342"/>
                          </a:cubicBezTo>
                          <a:cubicBezTo>
                            <a:pt x="319658" y="66104"/>
                            <a:pt x="319753" y="66866"/>
                            <a:pt x="319753" y="67723"/>
                          </a:cubicBezTo>
                          <a:cubicBezTo>
                            <a:pt x="319848" y="68771"/>
                            <a:pt x="319848" y="69818"/>
                            <a:pt x="319943" y="70866"/>
                          </a:cubicBezTo>
                          <a:cubicBezTo>
                            <a:pt x="319943" y="71723"/>
                            <a:pt x="320038" y="72580"/>
                            <a:pt x="320038" y="73438"/>
                          </a:cubicBezTo>
                          <a:cubicBezTo>
                            <a:pt x="320038" y="74486"/>
                            <a:pt x="320038" y="75533"/>
                            <a:pt x="320038" y="76581"/>
                          </a:cubicBezTo>
                          <a:cubicBezTo>
                            <a:pt x="320038" y="77533"/>
                            <a:pt x="319943" y="78581"/>
                            <a:pt x="319943" y="79534"/>
                          </a:cubicBezTo>
                          <a:cubicBezTo>
                            <a:pt x="319848" y="80582"/>
                            <a:pt x="319848" y="81534"/>
                            <a:pt x="319753" y="82582"/>
                          </a:cubicBezTo>
                          <a:cubicBezTo>
                            <a:pt x="319658" y="83725"/>
                            <a:pt x="319562" y="84772"/>
                            <a:pt x="319467" y="85916"/>
                          </a:cubicBezTo>
                          <a:cubicBezTo>
                            <a:pt x="319372" y="86868"/>
                            <a:pt x="319277" y="87821"/>
                            <a:pt x="319086" y="88773"/>
                          </a:cubicBezTo>
                          <a:cubicBezTo>
                            <a:pt x="318896" y="90202"/>
                            <a:pt x="318705" y="91630"/>
                            <a:pt x="318419" y="93059"/>
                          </a:cubicBezTo>
                          <a:cubicBezTo>
                            <a:pt x="318229" y="93917"/>
                            <a:pt x="318134" y="94869"/>
                            <a:pt x="317943" y="95726"/>
                          </a:cubicBezTo>
                          <a:cubicBezTo>
                            <a:pt x="317562" y="97631"/>
                            <a:pt x="317181" y="99536"/>
                            <a:pt x="316705" y="101537"/>
                          </a:cubicBezTo>
                          <a:cubicBezTo>
                            <a:pt x="316514" y="102203"/>
                            <a:pt x="316419" y="102775"/>
                            <a:pt x="316229" y="103442"/>
                          </a:cubicBezTo>
                          <a:cubicBezTo>
                            <a:pt x="315467" y="106299"/>
                            <a:pt x="314705" y="109252"/>
                            <a:pt x="313752" y="112109"/>
                          </a:cubicBezTo>
                          <a:cubicBezTo>
                            <a:pt x="313371" y="113252"/>
                            <a:pt x="312990" y="114491"/>
                            <a:pt x="312609" y="115729"/>
                          </a:cubicBezTo>
                          <a:cubicBezTo>
                            <a:pt x="312323" y="116586"/>
                            <a:pt x="312038" y="117443"/>
                            <a:pt x="311752" y="118300"/>
                          </a:cubicBezTo>
                          <a:cubicBezTo>
                            <a:pt x="311275" y="119729"/>
                            <a:pt x="310704" y="121158"/>
                            <a:pt x="310133" y="122587"/>
                          </a:cubicBezTo>
                          <a:cubicBezTo>
                            <a:pt x="309847" y="123349"/>
                            <a:pt x="309561" y="124111"/>
                            <a:pt x="309275" y="124873"/>
                          </a:cubicBezTo>
                          <a:cubicBezTo>
                            <a:pt x="308990" y="125635"/>
                            <a:pt x="308704" y="126301"/>
                            <a:pt x="308418" y="127063"/>
                          </a:cubicBezTo>
                          <a:cubicBezTo>
                            <a:pt x="307656" y="128873"/>
                            <a:pt x="306894" y="130683"/>
                            <a:pt x="306132" y="132588"/>
                          </a:cubicBezTo>
                          <a:cubicBezTo>
                            <a:pt x="305751" y="133541"/>
                            <a:pt x="305275" y="134493"/>
                            <a:pt x="304894" y="135446"/>
                          </a:cubicBezTo>
                          <a:cubicBezTo>
                            <a:pt x="304132" y="137065"/>
                            <a:pt x="303370" y="138684"/>
                            <a:pt x="302608" y="140303"/>
                          </a:cubicBezTo>
                          <a:cubicBezTo>
                            <a:pt x="302132" y="141351"/>
                            <a:pt x="301560" y="142399"/>
                            <a:pt x="301084" y="143351"/>
                          </a:cubicBezTo>
                          <a:cubicBezTo>
                            <a:pt x="300322" y="144875"/>
                            <a:pt x="299560" y="146399"/>
                            <a:pt x="298703" y="147923"/>
                          </a:cubicBezTo>
                          <a:cubicBezTo>
                            <a:pt x="298131" y="148971"/>
                            <a:pt x="297559" y="150019"/>
                            <a:pt x="297083" y="151067"/>
                          </a:cubicBezTo>
                          <a:cubicBezTo>
                            <a:pt x="296226" y="152591"/>
                            <a:pt x="295369" y="154210"/>
                            <a:pt x="294416" y="155734"/>
                          </a:cubicBezTo>
                          <a:cubicBezTo>
                            <a:pt x="293845" y="156686"/>
                            <a:pt x="293273" y="157734"/>
                            <a:pt x="292702" y="158687"/>
                          </a:cubicBezTo>
                          <a:cubicBezTo>
                            <a:pt x="291749" y="160401"/>
                            <a:pt x="290702" y="162020"/>
                            <a:pt x="289654" y="163735"/>
                          </a:cubicBezTo>
                          <a:cubicBezTo>
                            <a:pt x="289082" y="164592"/>
                            <a:pt x="288606" y="165449"/>
                            <a:pt x="288034" y="166402"/>
                          </a:cubicBezTo>
                          <a:cubicBezTo>
                            <a:pt x="286701" y="168592"/>
                            <a:pt x="285272" y="170783"/>
                            <a:pt x="283844" y="172974"/>
                          </a:cubicBezTo>
                          <a:cubicBezTo>
                            <a:pt x="283558" y="173355"/>
                            <a:pt x="283272" y="173831"/>
                            <a:pt x="283082" y="174212"/>
                          </a:cubicBezTo>
                          <a:cubicBezTo>
                            <a:pt x="283082" y="174308"/>
                            <a:pt x="282986" y="174308"/>
                            <a:pt x="282986" y="174403"/>
                          </a:cubicBezTo>
                          <a:cubicBezTo>
                            <a:pt x="282224" y="175546"/>
                            <a:pt x="281367" y="176689"/>
                            <a:pt x="280605" y="177832"/>
                          </a:cubicBezTo>
                          <a:cubicBezTo>
                            <a:pt x="278986" y="180213"/>
                            <a:pt x="277271" y="182499"/>
                            <a:pt x="275652" y="184880"/>
                          </a:cubicBezTo>
                          <a:cubicBezTo>
                            <a:pt x="275080" y="185642"/>
                            <a:pt x="274509" y="186404"/>
                            <a:pt x="273938" y="187262"/>
                          </a:cubicBezTo>
                          <a:cubicBezTo>
                            <a:pt x="271747" y="190214"/>
                            <a:pt x="269461" y="193167"/>
                            <a:pt x="267175" y="196025"/>
                          </a:cubicBezTo>
                          <a:cubicBezTo>
                            <a:pt x="266794" y="196501"/>
                            <a:pt x="266317" y="196977"/>
                            <a:pt x="265937" y="197549"/>
                          </a:cubicBezTo>
                          <a:cubicBezTo>
                            <a:pt x="264127" y="199739"/>
                            <a:pt x="262317" y="201930"/>
                            <a:pt x="260507" y="204121"/>
                          </a:cubicBezTo>
                          <a:cubicBezTo>
                            <a:pt x="259650" y="205168"/>
                            <a:pt x="258698" y="206216"/>
                            <a:pt x="257745" y="207264"/>
                          </a:cubicBezTo>
                          <a:cubicBezTo>
                            <a:pt x="256697" y="208502"/>
                            <a:pt x="255554" y="209741"/>
                            <a:pt x="254507" y="210979"/>
                          </a:cubicBezTo>
                          <a:cubicBezTo>
                            <a:pt x="253363" y="212217"/>
                            <a:pt x="252316" y="213455"/>
                            <a:pt x="251173" y="214693"/>
                          </a:cubicBezTo>
                          <a:cubicBezTo>
                            <a:pt x="250316" y="215551"/>
                            <a:pt x="249554" y="216503"/>
                            <a:pt x="248696" y="217361"/>
                          </a:cubicBezTo>
                          <a:cubicBezTo>
                            <a:pt x="247267" y="218884"/>
                            <a:pt x="245934" y="220313"/>
                            <a:pt x="244505" y="221742"/>
                          </a:cubicBezTo>
                          <a:cubicBezTo>
                            <a:pt x="243934" y="222313"/>
                            <a:pt x="243362" y="222980"/>
                            <a:pt x="242791" y="223552"/>
                          </a:cubicBezTo>
                          <a:cubicBezTo>
                            <a:pt x="240791" y="225552"/>
                            <a:pt x="238790" y="227647"/>
                            <a:pt x="236695" y="229648"/>
                          </a:cubicBezTo>
                          <a:cubicBezTo>
                            <a:pt x="236219" y="230124"/>
                            <a:pt x="235838" y="230505"/>
                            <a:pt x="235361" y="230886"/>
                          </a:cubicBezTo>
                          <a:cubicBezTo>
                            <a:pt x="233742" y="232505"/>
                            <a:pt x="232028" y="234029"/>
                            <a:pt x="230408" y="235649"/>
                          </a:cubicBezTo>
                          <a:cubicBezTo>
                            <a:pt x="229646" y="236315"/>
                            <a:pt x="228979" y="236982"/>
                            <a:pt x="228217" y="237649"/>
                          </a:cubicBezTo>
                          <a:cubicBezTo>
                            <a:pt x="226789" y="238982"/>
                            <a:pt x="225360" y="240316"/>
                            <a:pt x="223836" y="241554"/>
                          </a:cubicBezTo>
                          <a:cubicBezTo>
                            <a:pt x="223074" y="242221"/>
                            <a:pt x="222217" y="242983"/>
                            <a:pt x="221455" y="243650"/>
                          </a:cubicBezTo>
                          <a:cubicBezTo>
                            <a:pt x="219931" y="244983"/>
                            <a:pt x="218407" y="246317"/>
                            <a:pt x="216788" y="247650"/>
                          </a:cubicBezTo>
                          <a:cubicBezTo>
                            <a:pt x="216025" y="248221"/>
                            <a:pt x="215359" y="248888"/>
                            <a:pt x="214597" y="249460"/>
                          </a:cubicBezTo>
                          <a:cubicBezTo>
                            <a:pt x="212501" y="251270"/>
                            <a:pt x="210311" y="252984"/>
                            <a:pt x="208120" y="254699"/>
                          </a:cubicBezTo>
                          <a:cubicBezTo>
                            <a:pt x="207929" y="254794"/>
                            <a:pt x="207834" y="254984"/>
                            <a:pt x="207644" y="255079"/>
                          </a:cubicBezTo>
                          <a:cubicBezTo>
                            <a:pt x="205167" y="257080"/>
                            <a:pt x="202595" y="258985"/>
                            <a:pt x="200024" y="260890"/>
                          </a:cubicBezTo>
                          <a:cubicBezTo>
                            <a:pt x="200024" y="260890"/>
                            <a:pt x="200024" y="260890"/>
                            <a:pt x="200024" y="260890"/>
                          </a:cubicBezTo>
                          <a:cubicBezTo>
                            <a:pt x="200024" y="260890"/>
                            <a:pt x="200024" y="260890"/>
                            <a:pt x="200024" y="260890"/>
                          </a:cubicBezTo>
                          <a:cubicBezTo>
                            <a:pt x="197642" y="262700"/>
                            <a:pt x="195261" y="264414"/>
                            <a:pt x="192784" y="266129"/>
                          </a:cubicBezTo>
                          <a:cubicBezTo>
                            <a:pt x="192023" y="266700"/>
                            <a:pt x="191261" y="267176"/>
                            <a:pt x="190499" y="267748"/>
                          </a:cubicBezTo>
                          <a:cubicBezTo>
                            <a:pt x="188879" y="268891"/>
                            <a:pt x="187165" y="270034"/>
                            <a:pt x="185546" y="271177"/>
                          </a:cubicBezTo>
                          <a:cubicBezTo>
                            <a:pt x="184688" y="271748"/>
                            <a:pt x="183831" y="272320"/>
                            <a:pt x="183069" y="272796"/>
                          </a:cubicBezTo>
                          <a:cubicBezTo>
                            <a:pt x="181450" y="273844"/>
                            <a:pt x="179926" y="274892"/>
                            <a:pt x="178307" y="275844"/>
                          </a:cubicBezTo>
                          <a:cubicBezTo>
                            <a:pt x="177449" y="276416"/>
                            <a:pt x="176592" y="276987"/>
                            <a:pt x="175735" y="277463"/>
                          </a:cubicBezTo>
                          <a:cubicBezTo>
                            <a:pt x="174116" y="278416"/>
                            <a:pt x="172592" y="279368"/>
                            <a:pt x="170972" y="280321"/>
                          </a:cubicBezTo>
                          <a:cubicBezTo>
                            <a:pt x="170115" y="280892"/>
                            <a:pt x="169163" y="281368"/>
                            <a:pt x="168305" y="281940"/>
                          </a:cubicBezTo>
                          <a:cubicBezTo>
                            <a:pt x="166686" y="282892"/>
                            <a:pt x="165067" y="283845"/>
                            <a:pt x="163448" y="284702"/>
                          </a:cubicBezTo>
                          <a:cubicBezTo>
                            <a:pt x="162686" y="285083"/>
                            <a:pt x="161924" y="285559"/>
                            <a:pt x="161162" y="285941"/>
                          </a:cubicBezTo>
                          <a:cubicBezTo>
                            <a:pt x="158780" y="287179"/>
                            <a:pt x="156494" y="288512"/>
                            <a:pt x="154113" y="289655"/>
                          </a:cubicBezTo>
                          <a:cubicBezTo>
                            <a:pt x="153923" y="289750"/>
                            <a:pt x="153637" y="289846"/>
                            <a:pt x="153446" y="289941"/>
                          </a:cubicBezTo>
                          <a:cubicBezTo>
                            <a:pt x="151351" y="290989"/>
                            <a:pt x="149160" y="292037"/>
                            <a:pt x="147065" y="293084"/>
                          </a:cubicBezTo>
                          <a:cubicBezTo>
                            <a:pt x="146303" y="293465"/>
                            <a:pt x="145541" y="293751"/>
                            <a:pt x="144874" y="294132"/>
                          </a:cubicBezTo>
                          <a:cubicBezTo>
                            <a:pt x="143254" y="294894"/>
                            <a:pt x="141730" y="295561"/>
                            <a:pt x="140111" y="296228"/>
                          </a:cubicBezTo>
                          <a:cubicBezTo>
                            <a:pt x="140016" y="296228"/>
                            <a:pt x="139921" y="296323"/>
                            <a:pt x="139825" y="296323"/>
                          </a:cubicBezTo>
                          <a:cubicBezTo>
                            <a:pt x="138968" y="296704"/>
                            <a:pt x="138206" y="296989"/>
                            <a:pt x="137349" y="297371"/>
                          </a:cubicBezTo>
                          <a:cubicBezTo>
                            <a:pt x="135920" y="297942"/>
                            <a:pt x="134587" y="298513"/>
                            <a:pt x="133158" y="299085"/>
                          </a:cubicBezTo>
                          <a:cubicBezTo>
                            <a:pt x="132301" y="299466"/>
                            <a:pt x="131348" y="299752"/>
                            <a:pt x="130491" y="300133"/>
                          </a:cubicBezTo>
                          <a:cubicBezTo>
                            <a:pt x="129158" y="300609"/>
                            <a:pt x="127919" y="301085"/>
                            <a:pt x="126681" y="301562"/>
                          </a:cubicBezTo>
                          <a:cubicBezTo>
                            <a:pt x="124776" y="302228"/>
                            <a:pt x="122871" y="302895"/>
                            <a:pt x="120966" y="303562"/>
                          </a:cubicBezTo>
                          <a:cubicBezTo>
                            <a:pt x="120395" y="303752"/>
                            <a:pt x="119823" y="303943"/>
                            <a:pt x="119252" y="304133"/>
                          </a:cubicBezTo>
                          <a:cubicBezTo>
                            <a:pt x="118680" y="304324"/>
                            <a:pt x="118013" y="304514"/>
                            <a:pt x="117442" y="304705"/>
                          </a:cubicBezTo>
                          <a:cubicBezTo>
                            <a:pt x="115156" y="305371"/>
                            <a:pt x="112965" y="306038"/>
                            <a:pt x="110679" y="306610"/>
                          </a:cubicBezTo>
                          <a:cubicBezTo>
                            <a:pt x="110488" y="306705"/>
                            <a:pt x="110298" y="306705"/>
                            <a:pt x="110108" y="306800"/>
                          </a:cubicBezTo>
                          <a:cubicBezTo>
                            <a:pt x="108679" y="307181"/>
                            <a:pt x="107250" y="307467"/>
                            <a:pt x="105821" y="307848"/>
                          </a:cubicBezTo>
                          <a:cubicBezTo>
                            <a:pt x="101630" y="308800"/>
                            <a:pt x="97534" y="309563"/>
                            <a:pt x="93534" y="310134"/>
                          </a:cubicBezTo>
                          <a:cubicBezTo>
                            <a:pt x="92677" y="310229"/>
                            <a:pt x="91915" y="310420"/>
                            <a:pt x="91058" y="310515"/>
                          </a:cubicBezTo>
                          <a:cubicBezTo>
                            <a:pt x="90581" y="310610"/>
                            <a:pt x="90105" y="310610"/>
                            <a:pt x="89629" y="310705"/>
                          </a:cubicBezTo>
                          <a:cubicBezTo>
                            <a:pt x="89153" y="310801"/>
                            <a:pt x="88771" y="310801"/>
                            <a:pt x="88295" y="310801"/>
                          </a:cubicBezTo>
                          <a:cubicBezTo>
                            <a:pt x="85533" y="311087"/>
                            <a:pt x="82866" y="311277"/>
                            <a:pt x="80294" y="311372"/>
                          </a:cubicBezTo>
                          <a:cubicBezTo>
                            <a:pt x="79818" y="311372"/>
                            <a:pt x="79342" y="311467"/>
                            <a:pt x="78961" y="311467"/>
                          </a:cubicBezTo>
                          <a:cubicBezTo>
                            <a:pt x="78675" y="311467"/>
                            <a:pt x="78389" y="311467"/>
                            <a:pt x="78104" y="311467"/>
                          </a:cubicBezTo>
                          <a:cubicBezTo>
                            <a:pt x="77627" y="311467"/>
                            <a:pt x="77246" y="311467"/>
                            <a:pt x="76865" y="311467"/>
                          </a:cubicBezTo>
                          <a:cubicBezTo>
                            <a:pt x="73817" y="311467"/>
                            <a:pt x="70769" y="311372"/>
                            <a:pt x="67912" y="311087"/>
                          </a:cubicBezTo>
                          <a:cubicBezTo>
                            <a:pt x="67721" y="311087"/>
                            <a:pt x="67436" y="311087"/>
                            <a:pt x="67245" y="311087"/>
                          </a:cubicBezTo>
                          <a:cubicBezTo>
                            <a:pt x="66674" y="310991"/>
                            <a:pt x="66007" y="310991"/>
                            <a:pt x="65435" y="310896"/>
                          </a:cubicBezTo>
                          <a:cubicBezTo>
                            <a:pt x="64292" y="310801"/>
                            <a:pt x="63149" y="310610"/>
                            <a:pt x="62102" y="310420"/>
                          </a:cubicBezTo>
                          <a:cubicBezTo>
                            <a:pt x="61721" y="310325"/>
                            <a:pt x="61340" y="310325"/>
                            <a:pt x="60958" y="310229"/>
                          </a:cubicBezTo>
                          <a:cubicBezTo>
                            <a:pt x="39718" y="306514"/>
                            <a:pt x="24002" y="294608"/>
                            <a:pt x="17144" y="274225"/>
                          </a:cubicBezTo>
                          <a:cubicBezTo>
                            <a:pt x="-1145" y="219742"/>
                            <a:pt x="51148" y="125349"/>
                            <a:pt x="133920" y="63437"/>
                          </a:cubicBezTo>
                          <a:cubicBezTo>
                            <a:pt x="144302" y="55721"/>
                            <a:pt x="154589" y="48863"/>
                            <a:pt x="164781" y="42863"/>
                          </a:cubicBezTo>
                          <a:cubicBezTo>
                            <a:pt x="165067" y="42767"/>
                            <a:pt x="165257" y="42577"/>
                            <a:pt x="165543" y="42482"/>
                          </a:cubicBezTo>
                          <a:cubicBezTo>
                            <a:pt x="165829" y="42863"/>
                            <a:pt x="166019" y="42767"/>
                            <a:pt x="166210" y="42577"/>
                          </a:cubicBezTo>
                          <a:close/>
                        </a:path>
                      </a:pathLst>
                    </a:custGeom>
                    <a:solidFill>
                      <a:srgbClr val="9652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23" name="Group 123"/>
                  <p:cNvGrpSpPr/>
                  <p:nvPr/>
                </p:nvGrpSpPr>
                <p:grpSpPr>
                  <a:xfrm rot="0">
                    <a:off x="10846920" y="517904"/>
                    <a:ext cx="225714" cy="177310"/>
                    <a:chOff x="5029211" y="2735587"/>
                    <a:chExt cx="477571" cy="375157"/>
                  </a:xfrm>
                </p:grpSpPr>
                <p:sp>
                  <p:nvSpPr>
                    <p:cNvPr id="124" name="AutoShape 124"/>
                    <p:cNvSpPr/>
                    <p:nvPr/>
                  </p:nvSpPr>
                  <p:spPr>
                    <a:xfrm>
                      <a:off x="5083289" y="2774780"/>
                      <a:ext cx="345102" cy="2538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5102" h="253883">
                          <a:moveTo>
                            <a:pt x="212515" y="7281"/>
                          </a:moveTo>
                          <a:cubicBezTo>
                            <a:pt x="211562" y="7567"/>
                            <a:pt x="210515" y="7758"/>
                            <a:pt x="209562" y="8043"/>
                          </a:cubicBezTo>
                          <a:cubicBezTo>
                            <a:pt x="209181" y="8139"/>
                            <a:pt x="208895" y="8234"/>
                            <a:pt x="208514" y="8329"/>
                          </a:cubicBezTo>
                          <a:cubicBezTo>
                            <a:pt x="207181" y="8710"/>
                            <a:pt x="205847" y="8996"/>
                            <a:pt x="204609" y="9377"/>
                          </a:cubicBezTo>
                          <a:cubicBezTo>
                            <a:pt x="203561" y="9663"/>
                            <a:pt x="202514" y="9948"/>
                            <a:pt x="201466" y="10234"/>
                          </a:cubicBezTo>
                          <a:cubicBezTo>
                            <a:pt x="201180" y="10329"/>
                            <a:pt x="200894" y="10425"/>
                            <a:pt x="200513" y="10520"/>
                          </a:cubicBezTo>
                          <a:cubicBezTo>
                            <a:pt x="200323" y="10615"/>
                            <a:pt x="200132" y="10615"/>
                            <a:pt x="199942" y="10710"/>
                          </a:cubicBezTo>
                          <a:cubicBezTo>
                            <a:pt x="199656" y="10806"/>
                            <a:pt x="199370" y="10806"/>
                            <a:pt x="199180" y="10901"/>
                          </a:cubicBezTo>
                          <a:cubicBezTo>
                            <a:pt x="187845" y="14235"/>
                            <a:pt x="176129" y="18426"/>
                            <a:pt x="164223" y="23474"/>
                          </a:cubicBezTo>
                          <a:cubicBezTo>
                            <a:pt x="68973" y="63669"/>
                            <a:pt x="-4369" y="142822"/>
                            <a:pt x="203" y="200067"/>
                          </a:cubicBezTo>
                          <a:cubicBezTo>
                            <a:pt x="1917" y="221403"/>
                            <a:pt x="14300" y="236739"/>
                            <a:pt x="34112" y="245502"/>
                          </a:cubicBezTo>
                          <a:cubicBezTo>
                            <a:pt x="34493" y="245692"/>
                            <a:pt x="34778" y="245787"/>
                            <a:pt x="35159" y="245978"/>
                          </a:cubicBezTo>
                          <a:cubicBezTo>
                            <a:pt x="36207" y="246454"/>
                            <a:pt x="37255" y="246835"/>
                            <a:pt x="38303" y="247216"/>
                          </a:cubicBezTo>
                          <a:cubicBezTo>
                            <a:pt x="38874" y="247407"/>
                            <a:pt x="39446" y="247692"/>
                            <a:pt x="40017" y="247883"/>
                          </a:cubicBezTo>
                          <a:cubicBezTo>
                            <a:pt x="40208" y="247978"/>
                            <a:pt x="40398" y="247978"/>
                            <a:pt x="40589" y="248073"/>
                          </a:cubicBezTo>
                          <a:cubicBezTo>
                            <a:pt x="43351" y="249026"/>
                            <a:pt x="46208" y="249883"/>
                            <a:pt x="49161" y="250550"/>
                          </a:cubicBezTo>
                          <a:cubicBezTo>
                            <a:pt x="49542" y="250645"/>
                            <a:pt x="49923" y="250740"/>
                            <a:pt x="50399" y="250836"/>
                          </a:cubicBezTo>
                          <a:cubicBezTo>
                            <a:pt x="50685" y="250931"/>
                            <a:pt x="50971" y="250931"/>
                            <a:pt x="51257" y="251026"/>
                          </a:cubicBezTo>
                          <a:cubicBezTo>
                            <a:pt x="51733" y="251121"/>
                            <a:pt x="52114" y="251217"/>
                            <a:pt x="52590" y="251312"/>
                          </a:cubicBezTo>
                          <a:cubicBezTo>
                            <a:pt x="55162" y="251883"/>
                            <a:pt x="57829" y="252264"/>
                            <a:pt x="60496" y="252645"/>
                          </a:cubicBezTo>
                          <a:cubicBezTo>
                            <a:pt x="60972" y="252741"/>
                            <a:pt x="61353" y="252741"/>
                            <a:pt x="61829" y="252836"/>
                          </a:cubicBezTo>
                          <a:cubicBezTo>
                            <a:pt x="62306" y="252931"/>
                            <a:pt x="62782" y="252931"/>
                            <a:pt x="63258" y="253026"/>
                          </a:cubicBezTo>
                          <a:cubicBezTo>
                            <a:pt x="64020" y="253122"/>
                            <a:pt x="64877" y="253217"/>
                            <a:pt x="65735" y="253217"/>
                          </a:cubicBezTo>
                          <a:cubicBezTo>
                            <a:pt x="69735" y="253598"/>
                            <a:pt x="73926" y="253884"/>
                            <a:pt x="78212" y="253884"/>
                          </a:cubicBezTo>
                          <a:cubicBezTo>
                            <a:pt x="79736" y="253884"/>
                            <a:pt x="81260" y="253884"/>
                            <a:pt x="82784" y="253884"/>
                          </a:cubicBezTo>
                          <a:cubicBezTo>
                            <a:pt x="82880" y="253884"/>
                            <a:pt x="83070" y="253884"/>
                            <a:pt x="83165" y="253884"/>
                          </a:cubicBezTo>
                          <a:cubicBezTo>
                            <a:pt x="85451" y="253884"/>
                            <a:pt x="87833" y="253788"/>
                            <a:pt x="90214" y="253598"/>
                          </a:cubicBezTo>
                          <a:cubicBezTo>
                            <a:pt x="90881" y="253598"/>
                            <a:pt x="91452" y="253503"/>
                            <a:pt x="92119" y="253503"/>
                          </a:cubicBezTo>
                          <a:cubicBezTo>
                            <a:pt x="92690" y="253503"/>
                            <a:pt x="93357" y="253407"/>
                            <a:pt x="93929" y="253407"/>
                          </a:cubicBezTo>
                          <a:cubicBezTo>
                            <a:pt x="95929" y="253217"/>
                            <a:pt x="97929" y="253122"/>
                            <a:pt x="100025" y="252836"/>
                          </a:cubicBezTo>
                          <a:cubicBezTo>
                            <a:pt x="101358" y="252741"/>
                            <a:pt x="102692" y="252550"/>
                            <a:pt x="104120" y="252360"/>
                          </a:cubicBezTo>
                          <a:cubicBezTo>
                            <a:pt x="105073" y="252264"/>
                            <a:pt x="106025" y="252074"/>
                            <a:pt x="106978" y="251979"/>
                          </a:cubicBezTo>
                          <a:cubicBezTo>
                            <a:pt x="108502" y="251788"/>
                            <a:pt x="109931" y="251598"/>
                            <a:pt x="111455" y="251312"/>
                          </a:cubicBezTo>
                          <a:cubicBezTo>
                            <a:pt x="112312" y="251217"/>
                            <a:pt x="113169" y="251026"/>
                            <a:pt x="114026" y="250931"/>
                          </a:cubicBezTo>
                          <a:cubicBezTo>
                            <a:pt x="114122" y="250931"/>
                            <a:pt x="114217" y="250931"/>
                            <a:pt x="114312" y="250836"/>
                          </a:cubicBezTo>
                          <a:cubicBezTo>
                            <a:pt x="116027" y="250550"/>
                            <a:pt x="117741" y="250264"/>
                            <a:pt x="119456" y="249883"/>
                          </a:cubicBezTo>
                          <a:cubicBezTo>
                            <a:pt x="120218" y="249693"/>
                            <a:pt x="121075" y="249597"/>
                            <a:pt x="121837" y="249407"/>
                          </a:cubicBezTo>
                          <a:cubicBezTo>
                            <a:pt x="124123" y="248931"/>
                            <a:pt x="126504" y="248454"/>
                            <a:pt x="128790" y="247883"/>
                          </a:cubicBezTo>
                          <a:cubicBezTo>
                            <a:pt x="128981" y="247788"/>
                            <a:pt x="129266" y="247788"/>
                            <a:pt x="129457" y="247788"/>
                          </a:cubicBezTo>
                          <a:cubicBezTo>
                            <a:pt x="132029" y="247216"/>
                            <a:pt x="134600" y="246549"/>
                            <a:pt x="137172" y="245883"/>
                          </a:cubicBezTo>
                          <a:cubicBezTo>
                            <a:pt x="138029" y="245692"/>
                            <a:pt x="138791" y="245406"/>
                            <a:pt x="139649" y="245216"/>
                          </a:cubicBezTo>
                          <a:cubicBezTo>
                            <a:pt x="141458" y="244740"/>
                            <a:pt x="143268" y="244263"/>
                            <a:pt x="145078" y="243692"/>
                          </a:cubicBezTo>
                          <a:cubicBezTo>
                            <a:pt x="146030" y="243406"/>
                            <a:pt x="147078" y="243120"/>
                            <a:pt x="148031" y="242835"/>
                          </a:cubicBezTo>
                          <a:cubicBezTo>
                            <a:pt x="149745" y="242263"/>
                            <a:pt x="151555" y="241787"/>
                            <a:pt x="153365" y="241215"/>
                          </a:cubicBezTo>
                          <a:cubicBezTo>
                            <a:pt x="154317" y="240930"/>
                            <a:pt x="155270" y="240549"/>
                            <a:pt x="156222" y="240263"/>
                          </a:cubicBezTo>
                          <a:cubicBezTo>
                            <a:pt x="158032" y="239691"/>
                            <a:pt x="159842" y="239025"/>
                            <a:pt x="161651" y="238453"/>
                          </a:cubicBezTo>
                          <a:cubicBezTo>
                            <a:pt x="162604" y="238167"/>
                            <a:pt x="163556" y="237786"/>
                            <a:pt x="164509" y="237405"/>
                          </a:cubicBezTo>
                          <a:cubicBezTo>
                            <a:pt x="166414" y="236739"/>
                            <a:pt x="168319" y="235977"/>
                            <a:pt x="170224" y="235310"/>
                          </a:cubicBezTo>
                          <a:cubicBezTo>
                            <a:pt x="171081" y="235024"/>
                            <a:pt x="171938" y="234643"/>
                            <a:pt x="172796" y="234357"/>
                          </a:cubicBezTo>
                          <a:cubicBezTo>
                            <a:pt x="175558" y="233310"/>
                            <a:pt x="178320" y="232167"/>
                            <a:pt x="181082" y="231024"/>
                          </a:cubicBezTo>
                          <a:cubicBezTo>
                            <a:pt x="184035" y="229785"/>
                            <a:pt x="186988" y="228452"/>
                            <a:pt x="189941" y="227118"/>
                          </a:cubicBezTo>
                          <a:cubicBezTo>
                            <a:pt x="190131" y="227023"/>
                            <a:pt x="190226" y="227023"/>
                            <a:pt x="190417" y="226928"/>
                          </a:cubicBezTo>
                          <a:cubicBezTo>
                            <a:pt x="192989" y="225785"/>
                            <a:pt x="195560" y="224547"/>
                            <a:pt x="198037" y="223308"/>
                          </a:cubicBezTo>
                          <a:cubicBezTo>
                            <a:pt x="198894" y="222927"/>
                            <a:pt x="199656" y="222451"/>
                            <a:pt x="200513" y="222070"/>
                          </a:cubicBezTo>
                          <a:cubicBezTo>
                            <a:pt x="202323" y="221118"/>
                            <a:pt x="204228" y="220260"/>
                            <a:pt x="206038" y="219308"/>
                          </a:cubicBezTo>
                          <a:cubicBezTo>
                            <a:pt x="206990" y="218832"/>
                            <a:pt x="207943" y="218355"/>
                            <a:pt x="208800" y="217879"/>
                          </a:cubicBezTo>
                          <a:cubicBezTo>
                            <a:pt x="210515" y="216927"/>
                            <a:pt x="212324" y="216069"/>
                            <a:pt x="214039" y="215117"/>
                          </a:cubicBezTo>
                          <a:cubicBezTo>
                            <a:pt x="214896" y="214641"/>
                            <a:pt x="215753" y="214164"/>
                            <a:pt x="216611" y="213688"/>
                          </a:cubicBezTo>
                          <a:cubicBezTo>
                            <a:pt x="218611" y="212545"/>
                            <a:pt x="220611" y="211402"/>
                            <a:pt x="222611" y="210259"/>
                          </a:cubicBezTo>
                          <a:cubicBezTo>
                            <a:pt x="223088" y="209973"/>
                            <a:pt x="223659" y="209688"/>
                            <a:pt x="224231" y="209402"/>
                          </a:cubicBezTo>
                          <a:cubicBezTo>
                            <a:pt x="226707" y="207973"/>
                            <a:pt x="229184" y="206449"/>
                            <a:pt x="231660" y="204925"/>
                          </a:cubicBezTo>
                          <a:cubicBezTo>
                            <a:pt x="232327" y="204449"/>
                            <a:pt x="233089" y="204068"/>
                            <a:pt x="233756" y="203592"/>
                          </a:cubicBezTo>
                          <a:cubicBezTo>
                            <a:pt x="235470" y="202449"/>
                            <a:pt x="237280" y="201401"/>
                            <a:pt x="238994" y="200258"/>
                          </a:cubicBezTo>
                          <a:cubicBezTo>
                            <a:pt x="239947" y="199591"/>
                            <a:pt x="240995" y="198924"/>
                            <a:pt x="241947" y="198258"/>
                          </a:cubicBezTo>
                          <a:cubicBezTo>
                            <a:pt x="243376" y="197305"/>
                            <a:pt x="244805" y="196353"/>
                            <a:pt x="246138" y="195400"/>
                          </a:cubicBezTo>
                          <a:cubicBezTo>
                            <a:pt x="247472" y="194448"/>
                            <a:pt x="248805" y="193495"/>
                            <a:pt x="250139" y="192543"/>
                          </a:cubicBezTo>
                          <a:cubicBezTo>
                            <a:pt x="251282" y="191781"/>
                            <a:pt x="252425" y="190923"/>
                            <a:pt x="253568" y="190161"/>
                          </a:cubicBezTo>
                          <a:cubicBezTo>
                            <a:pt x="255854" y="188542"/>
                            <a:pt x="258140" y="186828"/>
                            <a:pt x="260330" y="185113"/>
                          </a:cubicBezTo>
                          <a:cubicBezTo>
                            <a:pt x="260807" y="184732"/>
                            <a:pt x="261378" y="184351"/>
                            <a:pt x="261854" y="183970"/>
                          </a:cubicBezTo>
                          <a:cubicBezTo>
                            <a:pt x="264807" y="181684"/>
                            <a:pt x="267665" y="179398"/>
                            <a:pt x="270522" y="177017"/>
                          </a:cubicBezTo>
                          <a:cubicBezTo>
                            <a:pt x="271284" y="176350"/>
                            <a:pt x="272046" y="175779"/>
                            <a:pt x="272808" y="175112"/>
                          </a:cubicBezTo>
                          <a:cubicBezTo>
                            <a:pt x="274999" y="173302"/>
                            <a:pt x="277190" y="171397"/>
                            <a:pt x="279285" y="169492"/>
                          </a:cubicBezTo>
                          <a:cubicBezTo>
                            <a:pt x="280333" y="168540"/>
                            <a:pt x="281381" y="167587"/>
                            <a:pt x="282428" y="166730"/>
                          </a:cubicBezTo>
                          <a:cubicBezTo>
                            <a:pt x="282428" y="166730"/>
                            <a:pt x="282524" y="166635"/>
                            <a:pt x="282524" y="166635"/>
                          </a:cubicBezTo>
                          <a:cubicBezTo>
                            <a:pt x="282905" y="166254"/>
                            <a:pt x="283286" y="165873"/>
                            <a:pt x="283667" y="165492"/>
                          </a:cubicBezTo>
                          <a:cubicBezTo>
                            <a:pt x="285572" y="163777"/>
                            <a:pt x="287381" y="162063"/>
                            <a:pt x="289286" y="160253"/>
                          </a:cubicBezTo>
                          <a:cubicBezTo>
                            <a:pt x="290048" y="159491"/>
                            <a:pt x="290810" y="158824"/>
                            <a:pt x="291477" y="158062"/>
                          </a:cubicBezTo>
                          <a:cubicBezTo>
                            <a:pt x="292906" y="156633"/>
                            <a:pt x="294239" y="155300"/>
                            <a:pt x="295668" y="153871"/>
                          </a:cubicBezTo>
                          <a:cubicBezTo>
                            <a:pt x="296525" y="153014"/>
                            <a:pt x="297287" y="152157"/>
                            <a:pt x="298049" y="151395"/>
                          </a:cubicBezTo>
                          <a:cubicBezTo>
                            <a:pt x="299288" y="150061"/>
                            <a:pt x="300526" y="148823"/>
                            <a:pt x="301764" y="147489"/>
                          </a:cubicBezTo>
                          <a:cubicBezTo>
                            <a:pt x="302526" y="146632"/>
                            <a:pt x="303383" y="145775"/>
                            <a:pt x="304145" y="144822"/>
                          </a:cubicBezTo>
                          <a:cubicBezTo>
                            <a:pt x="305288" y="143489"/>
                            <a:pt x="306431" y="142251"/>
                            <a:pt x="307574" y="140917"/>
                          </a:cubicBezTo>
                          <a:cubicBezTo>
                            <a:pt x="308336" y="140060"/>
                            <a:pt x="309098" y="139203"/>
                            <a:pt x="309765" y="138250"/>
                          </a:cubicBezTo>
                          <a:cubicBezTo>
                            <a:pt x="310908" y="136821"/>
                            <a:pt x="312051" y="135488"/>
                            <a:pt x="313194" y="134059"/>
                          </a:cubicBezTo>
                          <a:cubicBezTo>
                            <a:pt x="313861" y="133202"/>
                            <a:pt x="314528" y="132440"/>
                            <a:pt x="315099" y="131583"/>
                          </a:cubicBezTo>
                          <a:cubicBezTo>
                            <a:pt x="316337" y="129963"/>
                            <a:pt x="317480" y="128439"/>
                            <a:pt x="318623" y="126820"/>
                          </a:cubicBezTo>
                          <a:cubicBezTo>
                            <a:pt x="319100" y="126153"/>
                            <a:pt x="319576" y="125487"/>
                            <a:pt x="320052" y="124915"/>
                          </a:cubicBezTo>
                          <a:cubicBezTo>
                            <a:pt x="320528" y="124248"/>
                            <a:pt x="321005" y="123582"/>
                            <a:pt x="321386" y="122915"/>
                          </a:cubicBezTo>
                          <a:cubicBezTo>
                            <a:pt x="322243" y="121677"/>
                            <a:pt x="323195" y="120343"/>
                            <a:pt x="323957" y="119105"/>
                          </a:cubicBezTo>
                          <a:cubicBezTo>
                            <a:pt x="324434" y="118343"/>
                            <a:pt x="324910" y="117581"/>
                            <a:pt x="325386" y="116819"/>
                          </a:cubicBezTo>
                          <a:cubicBezTo>
                            <a:pt x="326053" y="115771"/>
                            <a:pt x="326720" y="114628"/>
                            <a:pt x="327386" y="113580"/>
                          </a:cubicBezTo>
                          <a:cubicBezTo>
                            <a:pt x="329006" y="110913"/>
                            <a:pt x="330434" y="108342"/>
                            <a:pt x="331863" y="105770"/>
                          </a:cubicBezTo>
                          <a:cubicBezTo>
                            <a:pt x="332149" y="105198"/>
                            <a:pt x="332435" y="104627"/>
                            <a:pt x="332720" y="104055"/>
                          </a:cubicBezTo>
                          <a:cubicBezTo>
                            <a:pt x="333673" y="102246"/>
                            <a:pt x="334530" y="100531"/>
                            <a:pt x="335292" y="98721"/>
                          </a:cubicBezTo>
                          <a:cubicBezTo>
                            <a:pt x="335673" y="97864"/>
                            <a:pt x="336054" y="97102"/>
                            <a:pt x="336435" y="96245"/>
                          </a:cubicBezTo>
                          <a:cubicBezTo>
                            <a:pt x="337007" y="94911"/>
                            <a:pt x="337578" y="93578"/>
                            <a:pt x="338150" y="92244"/>
                          </a:cubicBezTo>
                          <a:cubicBezTo>
                            <a:pt x="338531" y="91387"/>
                            <a:pt x="338816" y="90435"/>
                            <a:pt x="339197" y="89577"/>
                          </a:cubicBezTo>
                          <a:cubicBezTo>
                            <a:pt x="339578" y="88530"/>
                            <a:pt x="339959" y="87482"/>
                            <a:pt x="340245" y="86434"/>
                          </a:cubicBezTo>
                          <a:cubicBezTo>
                            <a:pt x="340531" y="85482"/>
                            <a:pt x="340912" y="84529"/>
                            <a:pt x="341198" y="83481"/>
                          </a:cubicBezTo>
                          <a:cubicBezTo>
                            <a:pt x="341483" y="82529"/>
                            <a:pt x="341769" y="81576"/>
                            <a:pt x="342055" y="80624"/>
                          </a:cubicBezTo>
                          <a:cubicBezTo>
                            <a:pt x="342341" y="79576"/>
                            <a:pt x="342626" y="78624"/>
                            <a:pt x="342817" y="77576"/>
                          </a:cubicBezTo>
                          <a:cubicBezTo>
                            <a:pt x="343007" y="76719"/>
                            <a:pt x="343198" y="75861"/>
                            <a:pt x="343388" y="75004"/>
                          </a:cubicBezTo>
                          <a:cubicBezTo>
                            <a:pt x="343579" y="73956"/>
                            <a:pt x="343769" y="72909"/>
                            <a:pt x="343960" y="71861"/>
                          </a:cubicBezTo>
                          <a:cubicBezTo>
                            <a:pt x="344055" y="71099"/>
                            <a:pt x="344246" y="70337"/>
                            <a:pt x="344341" y="69575"/>
                          </a:cubicBezTo>
                          <a:cubicBezTo>
                            <a:pt x="344531" y="68527"/>
                            <a:pt x="344627" y="67479"/>
                            <a:pt x="344722" y="66432"/>
                          </a:cubicBezTo>
                          <a:cubicBezTo>
                            <a:pt x="344817" y="65670"/>
                            <a:pt x="344912" y="65003"/>
                            <a:pt x="344912" y="64241"/>
                          </a:cubicBezTo>
                          <a:cubicBezTo>
                            <a:pt x="345008" y="63098"/>
                            <a:pt x="345008" y="62050"/>
                            <a:pt x="345103" y="60907"/>
                          </a:cubicBezTo>
                          <a:cubicBezTo>
                            <a:pt x="345103" y="60240"/>
                            <a:pt x="345103" y="59669"/>
                            <a:pt x="345103" y="59002"/>
                          </a:cubicBezTo>
                          <a:cubicBezTo>
                            <a:pt x="345103" y="58050"/>
                            <a:pt x="345008" y="57097"/>
                            <a:pt x="345008" y="56240"/>
                          </a:cubicBezTo>
                          <a:cubicBezTo>
                            <a:pt x="345008" y="55478"/>
                            <a:pt x="345008" y="54811"/>
                            <a:pt x="344912" y="54049"/>
                          </a:cubicBezTo>
                          <a:cubicBezTo>
                            <a:pt x="344817" y="52335"/>
                            <a:pt x="344531" y="50620"/>
                            <a:pt x="344246" y="49001"/>
                          </a:cubicBezTo>
                          <a:cubicBezTo>
                            <a:pt x="344246" y="48810"/>
                            <a:pt x="344150" y="48620"/>
                            <a:pt x="344150" y="48429"/>
                          </a:cubicBezTo>
                          <a:cubicBezTo>
                            <a:pt x="343865" y="47001"/>
                            <a:pt x="343579" y="45667"/>
                            <a:pt x="343293" y="44334"/>
                          </a:cubicBezTo>
                          <a:cubicBezTo>
                            <a:pt x="343198" y="43857"/>
                            <a:pt x="343007" y="43476"/>
                            <a:pt x="342912" y="43000"/>
                          </a:cubicBezTo>
                          <a:cubicBezTo>
                            <a:pt x="342626" y="41857"/>
                            <a:pt x="342245" y="40809"/>
                            <a:pt x="341864" y="39762"/>
                          </a:cubicBezTo>
                          <a:cubicBezTo>
                            <a:pt x="341674" y="39095"/>
                            <a:pt x="341388" y="38523"/>
                            <a:pt x="341102" y="37857"/>
                          </a:cubicBezTo>
                          <a:cubicBezTo>
                            <a:pt x="340721" y="36999"/>
                            <a:pt x="340436" y="36142"/>
                            <a:pt x="340055" y="35380"/>
                          </a:cubicBezTo>
                          <a:cubicBezTo>
                            <a:pt x="339769" y="34713"/>
                            <a:pt x="339388" y="34047"/>
                            <a:pt x="339007" y="33380"/>
                          </a:cubicBezTo>
                          <a:cubicBezTo>
                            <a:pt x="338626" y="32618"/>
                            <a:pt x="338150" y="31856"/>
                            <a:pt x="337769" y="31094"/>
                          </a:cubicBezTo>
                          <a:cubicBezTo>
                            <a:pt x="337388" y="30427"/>
                            <a:pt x="337007" y="29856"/>
                            <a:pt x="336626" y="29284"/>
                          </a:cubicBezTo>
                          <a:cubicBezTo>
                            <a:pt x="336149" y="28617"/>
                            <a:pt x="335673" y="27855"/>
                            <a:pt x="335197" y="27189"/>
                          </a:cubicBezTo>
                          <a:cubicBezTo>
                            <a:pt x="334721" y="26617"/>
                            <a:pt x="334340" y="26046"/>
                            <a:pt x="333863" y="25474"/>
                          </a:cubicBezTo>
                          <a:cubicBezTo>
                            <a:pt x="333292" y="24807"/>
                            <a:pt x="332816" y="24141"/>
                            <a:pt x="332244" y="23569"/>
                          </a:cubicBezTo>
                          <a:cubicBezTo>
                            <a:pt x="331768" y="22998"/>
                            <a:pt x="331292" y="22521"/>
                            <a:pt x="330720" y="21950"/>
                          </a:cubicBezTo>
                          <a:cubicBezTo>
                            <a:pt x="330149" y="21378"/>
                            <a:pt x="329482" y="20712"/>
                            <a:pt x="328910" y="20140"/>
                          </a:cubicBezTo>
                          <a:cubicBezTo>
                            <a:pt x="328339" y="19664"/>
                            <a:pt x="327767" y="19092"/>
                            <a:pt x="327196" y="18616"/>
                          </a:cubicBezTo>
                          <a:cubicBezTo>
                            <a:pt x="326529" y="18045"/>
                            <a:pt x="325862" y="17473"/>
                            <a:pt x="325196" y="16997"/>
                          </a:cubicBezTo>
                          <a:cubicBezTo>
                            <a:pt x="324624" y="16521"/>
                            <a:pt x="323957" y="16044"/>
                            <a:pt x="323386" y="15568"/>
                          </a:cubicBezTo>
                          <a:cubicBezTo>
                            <a:pt x="322719" y="15092"/>
                            <a:pt x="321957" y="14520"/>
                            <a:pt x="321195" y="14044"/>
                          </a:cubicBezTo>
                          <a:cubicBezTo>
                            <a:pt x="320528" y="13568"/>
                            <a:pt x="319862" y="13187"/>
                            <a:pt x="319195" y="12806"/>
                          </a:cubicBezTo>
                          <a:cubicBezTo>
                            <a:pt x="318433" y="12330"/>
                            <a:pt x="317671" y="11853"/>
                            <a:pt x="316814" y="11472"/>
                          </a:cubicBezTo>
                          <a:cubicBezTo>
                            <a:pt x="316147" y="11091"/>
                            <a:pt x="315385" y="10710"/>
                            <a:pt x="314718" y="10329"/>
                          </a:cubicBezTo>
                          <a:cubicBezTo>
                            <a:pt x="313861" y="9948"/>
                            <a:pt x="313004" y="9472"/>
                            <a:pt x="312146" y="9091"/>
                          </a:cubicBezTo>
                          <a:cubicBezTo>
                            <a:pt x="311384" y="8710"/>
                            <a:pt x="310622" y="8424"/>
                            <a:pt x="309860" y="8043"/>
                          </a:cubicBezTo>
                          <a:cubicBezTo>
                            <a:pt x="309003" y="7662"/>
                            <a:pt x="308051" y="7281"/>
                            <a:pt x="307098" y="6996"/>
                          </a:cubicBezTo>
                          <a:cubicBezTo>
                            <a:pt x="306336" y="6710"/>
                            <a:pt x="305574" y="6424"/>
                            <a:pt x="304717" y="6138"/>
                          </a:cubicBezTo>
                          <a:cubicBezTo>
                            <a:pt x="303764" y="5853"/>
                            <a:pt x="302812" y="5472"/>
                            <a:pt x="301859" y="5186"/>
                          </a:cubicBezTo>
                          <a:cubicBezTo>
                            <a:pt x="301002" y="4900"/>
                            <a:pt x="300240" y="4710"/>
                            <a:pt x="299383" y="4424"/>
                          </a:cubicBezTo>
                          <a:cubicBezTo>
                            <a:pt x="298335" y="4138"/>
                            <a:pt x="297287" y="3852"/>
                            <a:pt x="296335" y="3662"/>
                          </a:cubicBezTo>
                          <a:cubicBezTo>
                            <a:pt x="295478" y="3471"/>
                            <a:pt x="294620" y="3186"/>
                            <a:pt x="293763" y="2995"/>
                          </a:cubicBezTo>
                          <a:cubicBezTo>
                            <a:pt x="292715" y="2709"/>
                            <a:pt x="291572" y="2519"/>
                            <a:pt x="290429" y="2328"/>
                          </a:cubicBezTo>
                          <a:cubicBezTo>
                            <a:pt x="289572" y="2138"/>
                            <a:pt x="288715" y="1947"/>
                            <a:pt x="287858" y="1852"/>
                          </a:cubicBezTo>
                          <a:cubicBezTo>
                            <a:pt x="286715" y="1662"/>
                            <a:pt x="285476" y="1471"/>
                            <a:pt x="284333" y="1376"/>
                          </a:cubicBezTo>
                          <a:cubicBezTo>
                            <a:pt x="283476" y="1281"/>
                            <a:pt x="282619" y="1090"/>
                            <a:pt x="281666" y="995"/>
                          </a:cubicBezTo>
                          <a:cubicBezTo>
                            <a:pt x="280428" y="804"/>
                            <a:pt x="279095" y="709"/>
                            <a:pt x="277856" y="614"/>
                          </a:cubicBezTo>
                          <a:cubicBezTo>
                            <a:pt x="277285" y="614"/>
                            <a:pt x="276809" y="519"/>
                            <a:pt x="276237" y="423"/>
                          </a:cubicBezTo>
                          <a:cubicBezTo>
                            <a:pt x="275951" y="423"/>
                            <a:pt x="275570" y="328"/>
                            <a:pt x="275285" y="328"/>
                          </a:cubicBezTo>
                          <a:cubicBezTo>
                            <a:pt x="273856" y="233"/>
                            <a:pt x="272332" y="138"/>
                            <a:pt x="270903" y="138"/>
                          </a:cubicBezTo>
                          <a:cubicBezTo>
                            <a:pt x="270236" y="138"/>
                            <a:pt x="269474" y="42"/>
                            <a:pt x="268808" y="42"/>
                          </a:cubicBezTo>
                          <a:cubicBezTo>
                            <a:pt x="268427" y="42"/>
                            <a:pt x="267950" y="42"/>
                            <a:pt x="267569" y="42"/>
                          </a:cubicBezTo>
                          <a:cubicBezTo>
                            <a:pt x="265760" y="42"/>
                            <a:pt x="263950" y="-53"/>
                            <a:pt x="262140" y="42"/>
                          </a:cubicBezTo>
                          <a:cubicBezTo>
                            <a:pt x="262045" y="42"/>
                            <a:pt x="261950" y="42"/>
                            <a:pt x="261854" y="42"/>
                          </a:cubicBezTo>
                          <a:cubicBezTo>
                            <a:pt x="261854" y="42"/>
                            <a:pt x="261854" y="42"/>
                            <a:pt x="261854" y="42"/>
                          </a:cubicBezTo>
                          <a:cubicBezTo>
                            <a:pt x="259759" y="42"/>
                            <a:pt x="257568" y="138"/>
                            <a:pt x="255377" y="233"/>
                          </a:cubicBezTo>
                          <a:cubicBezTo>
                            <a:pt x="254425" y="328"/>
                            <a:pt x="253472" y="328"/>
                            <a:pt x="252520" y="423"/>
                          </a:cubicBezTo>
                          <a:cubicBezTo>
                            <a:pt x="251186" y="519"/>
                            <a:pt x="249853" y="614"/>
                            <a:pt x="248519" y="709"/>
                          </a:cubicBezTo>
                          <a:cubicBezTo>
                            <a:pt x="248424" y="709"/>
                            <a:pt x="248329" y="709"/>
                            <a:pt x="248234" y="709"/>
                          </a:cubicBezTo>
                          <a:cubicBezTo>
                            <a:pt x="244900" y="995"/>
                            <a:pt x="241471" y="1376"/>
                            <a:pt x="237947" y="1852"/>
                          </a:cubicBezTo>
                          <a:cubicBezTo>
                            <a:pt x="237661" y="1852"/>
                            <a:pt x="237280" y="1947"/>
                            <a:pt x="236994" y="1947"/>
                          </a:cubicBezTo>
                          <a:cubicBezTo>
                            <a:pt x="236327" y="2043"/>
                            <a:pt x="235756" y="2138"/>
                            <a:pt x="235089" y="2233"/>
                          </a:cubicBezTo>
                          <a:cubicBezTo>
                            <a:pt x="233470" y="2519"/>
                            <a:pt x="231755" y="2709"/>
                            <a:pt x="230041" y="2995"/>
                          </a:cubicBezTo>
                          <a:cubicBezTo>
                            <a:pt x="225659" y="3757"/>
                            <a:pt x="221278" y="4614"/>
                            <a:pt x="216801" y="5662"/>
                          </a:cubicBezTo>
                          <a:cubicBezTo>
                            <a:pt x="216801" y="5662"/>
                            <a:pt x="216801" y="5662"/>
                            <a:pt x="216801" y="5662"/>
                          </a:cubicBezTo>
                          <a:cubicBezTo>
                            <a:pt x="215468" y="6615"/>
                            <a:pt x="213944" y="6900"/>
                            <a:pt x="212515" y="728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5B000">
                            <a:alpha val="100000"/>
                          </a:srgbClr>
                        </a:gs>
                        <a:gs pos="99910">
                          <a:srgbClr val="CD8A00">
                            <a:alpha val="100000"/>
                          </a:srgbClr>
                        </a:gs>
                      </a:gsLst>
                      <a:lin ang="198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5" name="AutoShape 125"/>
                    <p:cNvSpPr/>
                    <p:nvPr/>
                  </p:nvSpPr>
                  <p:spPr>
                    <a:xfrm>
                      <a:off x="5038248" y="2783014"/>
                      <a:ext cx="468534" cy="3277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8534" h="327731">
                          <a:moveTo>
                            <a:pt x="450914" y="133731"/>
                          </a:moveTo>
                          <a:cubicBezTo>
                            <a:pt x="451009" y="133445"/>
                            <a:pt x="451199" y="133255"/>
                            <a:pt x="451295" y="132969"/>
                          </a:cubicBezTo>
                          <a:cubicBezTo>
                            <a:pt x="451580" y="132398"/>
                            <a:pt x="451866" y="131826"/>
                            <a:pt x="452152" y="131254"/>
                          </a:cubicBezTo>
                          <a:cubicBezTo>
                            <a:pt x="453390" y="128969"/>
                            <a:pt x="454533" y="126587"/>
                            <a:pt x="455581" y="124301"/>
                          </a:cubicBezTo>
                          <a:cubicBezTo>
                            <a:pt x="455771" y="123825"/>
                            <a:pt x="455962" y="123349"/>
                            <a:pt x="456248" y="122873"/>
                          </a:cubicBezTo>
                          <a:cubicBezTo>
                            <a:pt x="456533" y="122301"/>
                            <a:pt x="456819" y="121634"/>
                            <a:pt x="457105" y="121063"/>
                          </a:cubicBezTo>
                          <a:cubicBezTo>
                            <a:pt x="457867" y="119348"/>
                            <a:pt x="458629" y="117538"/>
                            <a:pt x="459295" y="115824"/>
                          </a:cubicBezTo>
                          <a:cubicBezTo>
                            <a:pt x="459581" y="115157"/>
                            <a:pt x="459772" y="114490"/>
                            <a:pt x="460058" y="113824"/>
                          </a:cubicBezTo>
                          <a:cubicBezTo>
                            <a:pt x="460248" y="113348"/>
                            <a:pt x="460439" y="112776"/>
                            <a:pt x="460629" y="112300"/>
                          </a:cubicBezTo>
                          <a:cubicBezTo>
                            <a:pt x="461105" y="110966"/>
                            <a:pt x="461582" y="109538"/>
                            <a:pt x="462058" y="108204"/>
                          </a:cubicBezTo>
                          <a:cubicBezTo>
                            <a:pt x="462344" y="107442"/>
                            <a:pt x="462534" y="106585"/>
                            <a:pt x="462820" y="105823"/>
                          </a:cubicBezTo>
                          <a:cubicBezTo>
                            <a:pt x="463010" y="105346"/>
                            <a:pt x="463106" y="104870"/>
                            <a:pt x="463296" y="104394"/>
                          </a:cubicBezTo>
                          <a:cubicBezTo>
                            <a:pt x="463677" y="103156"/>
                            <a:pt x="464058" y="101917"/>
                            <a:pt x="464344" y="100679"/>
                          </a:cubicBezTo>
                          <a:cubicBezTo>
                            <a:pt x="464534" y="99917"/>
                            <a:pt x="464725" y="99060"/>
                            <a:pt x="465011" y="98298"/>
                          </a:cubicBezTo>
                          <a:cubicBezTo>
                            <a:pt x="465106" y="97822"/>
                            <a:pt x="465296" y="97250"/>
                            <a:pt x="465392" y="96774"/>
                          </a:cubicBezTo>
                          <a:cubicBezTo>
                            <a:pt x="465677" y="95631"/>
                            <a:pt x="465868" y="94583"/>
                            <a:pt x="466154" y="93440"/>
                          </a:cubicBezTo>
                          <a:cubicBezTo>
                            <a:pt x="466344" y="92678"/>
                            <a:pt x="466439" y="91916"/>
                            <a:pt x="466630" y="91154"/>
                          </a:cubicBezTo>
                          <a:cubicBezTo>
                            <a:pt x="466725" y="90583"/>
                            <a:pt x="466916" y="89916"/>
                            <a:pt x="467011" y="89344"/>
                          </a:cubicBezTo>
                          <a:cubicBezTo>
                            <a:pt x="467201" y="88297"/>
                            <a:pt x="467392" y="87344"/>
                            <a:pt x="467487" y="86296"/>
                          </a:cubicBezTo>
                          <a:cubicBezTo>
                            <a:pt x="467582" y="85630"/>
                            <a:pt x="467678" y="85058"/>
                            <a:pt x="467678" y="84392"/>
                          </a:cubicBezTo>
                          <a:cubicBezTo>
                            <a:pt x="467773" y="83629"/>
                            <a:pt x="467868" y="82867"/>
                            <a:pt x="467963" y="82106"/>
                          </a:cubicBezTo>
                          <a:cubicBezTo>
                            <a:pt x="468059" y="81153"/>
                            <a:pt x="468154" y="80200"/>
                            <a:pt x="468249" y="79248"/>
                          </a:cubicBezTo>
                          <a:cubicBezTo>
                            <a:pt x="468249" y="78772"/>
                            <a:pt x="468249" y="78296"/>
                            <a:pt x="468344" y="77819"/>
                          </a:cubicBezTo>
                          <a:cubicBezTo>
                            <a:pt x="468440" y="76771"/>
                            <a:pt x="468440" y="75819"/>
                            <a:pt x="468440" y="74867"/>
                          </a:cubicBezTo>
                          <a:cubicBezTo>
                            <a:pt x="468440" y="74009"/>
                            <a:pt x="468535" y="73247"/>
                            <a:pt x="468535" y="72390"/>
                          </a:cubicBezTo>
                          <a:cubicBezTo>
                            <a:pt x="468535" y="72104"/>
                            <a:pt x="468535" y="71819"/>
                            <a:pt x="468535" y="71533"/>
                          </a:cubicBezTo>
                          <a:cubicBezTo>
                            <a:pt x="468535" y="69628"/>
                            <a:pt x="468440" y="67723"/>
                            <a:pt x="468344" y="65818"/>
                          </a:cubicBezTo>
                          <a:cubicBezTo>
                            <a:pt x="468344" y="65627"/>
                            <a:pt x="468344" y="65532"/>
                            <a:pt x="468249" y="65342"/>
                          </a:cubicBezTo>
                          <a:cubicBezTo>
                            <a:pt x="468059" y="63246"/>
                            <a:pt x="467773" y="61246"/>
                            <a:pt x="467487" y="59246"/>
                          </a:cubicBezTo>
                          <a:cubicBezTo>
                            <a:pt x="467487" y="58960"/>
                            <a:pt x="467392" y="58769"/>
                            <a:pt x="467392" y="58483"/>
                          </a:cubicBezTo>
                          <a:cubicBezTo>
                            <a:pt x="467296" y="57817"/>
                            <a:pt x="467106" y="57150"/>
                            <a:pt x="467011" y="56483"/>
                          </a:cubicBezTo>
                          <a:cubicBezTo>
                            <a:pt x="466820" y="55340"/>
                            <a:pt x="466535" y="54292"/>
                            <a:pt x="466249" y="53245"/>
                          </a:cubicBezTo>
                          <a:cubicBezTo>
                            <a:pt x="466058" y="52673"/>
                            <a:pt x="465963" y="52102"/>
                            <a:pt x="465868" y="51530"/>
                          </a:cubicBezTo>
                          <a:cubicBezTo>
                            <a:pt x="465677" y="50768"/>
                            <a:pt x="465487" y="50102"/>
                            <a:pt x="465201" y="49340"/>
                          </a:cubicBezTo>
                          <a:cubicBezTo>
                            <a:pt x="465011" y="48673"/>
                            <a:pt x="464725" y="48006"/>
                            <a:pt x="464534" y="47435"/>
                          </a:cubicBezTo>
                          <a:cubicBezTo>
                            <a:pt x="464249" y="46482"/>
                            <a:pt x="463868" y="45529"/>
                            <a:pt x="463487" y="44672"/>
                          </a:cubicBezTo>
                          <a:cubicBezTo>
                            <a:pt x="463296" y="44101"/>
                            <a:pt x="463010" y="43529"/>
                            <a:pt x="462820" y="42958"/>
                          </a:cubicBezTo>
                          <a:cubicBezTo>
                            <a:pt x="462629" y="42481"/>
                            <a:pt x="462344" y="42100"/>
                            <a:pt x="462153" y="41624"/>
                          </a:cubicBezTo>
                          <a:lnTo>
                            <a:pt x="438341" y="0"/>
                          </a:lnTo>
                          <a:cubicBezTo>
                            <a:pt x="438436" y="190"/>
                            <a:pt x="438436" y="381"/>
                            <a:pt x="438531" y="571"/>
                          </a:cubicBezTo>
                          <a:cubicBezTo>
                            <a:pt x="438721" y="1143"/>
                            <a:pt x="439007" y="1715"/>
                            <a:pt x="439198" y="2191"/>
                          </a:cubicBezTo>
                          <a:cubicBezTo>
                            <a:pt x="439484" y="3048"/>
                            <a:pt x="439865" y="3810"/>
                            <a:pt x="440150" y="4667"/>
                          </a:cubicBezTo>
                          <a:cubicBezTo>
                            <a:pt x="440245" y="4953"/>
                            <a:pt x="440436" y="5239"/>
                            <a:pt x="440531" y="5620"/>
                          </a:cubicBezTo>
                          <a:cubicBezTo>
                            <a:pt x="440722" y="6096"/>
                            <a:pt x="440817" y="6572"/>
                            <a:pt x="441008" y="7048"/>
                          </a:cubicBezTo>
                          <a:cubicBezTo>
                            <a:pt x="441198" y="7620"/>
                            <a:pt x="441389" y="8287"/>
                            <a:pt x="441579" y="8954"/>
                          </a:cubicBezTo>
                          <a:cubicBezTo>
                            <a:pt x="441770" y="9525"/>
                            <a:pt x="441865" y="10096"/>
                            <a:pt x="442055" y="10668"/>
                          </a:cubicBezTo>
                          <a:cubicBezTo>
                            <a:pt x="442151" y="10858"/>
                            <a:pt x="442151" y="11144"/>
                            <a:pt x="442246" y="11335"/>
                          </a:cubicBezTo>
                          <a:cubicBezTo>
                            <a:pt x="442436" y="12287"/>
                            <a:pt x="442627" y="13240"/>
                            <a:pt x="442817" y="14288"/>
                          </a:cubicBezTo>
                          <a:cubicBezTo>
                            <a:pt x="442913" y="14859"/>
                            <a:pt x="443103" y="15526"/>
                            <a:pt x="443198" y="16097"/>
                          </a:cubicBezTo>
                          <a:cubicBezTo>
                            <a:pt x="443294" y="16383"/>
                            <a:pt x="443294" y="16669"/>
                            <a:pt x="443389" y="16859"/>
                          </a:cubicBezTo>
                          <a:cubicBezTo>
                            <a:pt x="443389" y="16954"/>
                            <a:pt x="443389" y="17050"/>
                            <a:pt x="443484" y="17145"/>
                          </a:cubicBezTo>
                          <a:cubicBezTo>
                            <a:pt x="443770" y="19145"/>
                            <a:pt x="444056" y="21146"/>
                            <a:pt x="444246" y="23146"/>
                          </a:cubicBezTo>
                          <a:cubicBezTo>
                            <a:pt x="444246" y="23241"/>
                            <a:pt x="444246" y="23431"/>
                            <a:pt x="444246" y="23527"/>
                          </a:cubicBezTo>
                          <a:cubicBezTo>
                            <a:pt x="444437" y="25432"/>
                            <a:pt x="444532" y="27337"/>
                            <a:pt x="444532" y="29337"/>
                          </a:cubicBezTo>
                          <a:cubicBezTo>
                            <a:pt x="444532" y="29623"/>
                            <a:pt x="444532" y="29813"/>
                            <a:pt x="444532" y="30099"/>
                          </a:cubicBezTo>
                          <a:cubicBezTo>
                            <a:pt x="444532" y="30956"/>
                            <a:pt x="444532" y="31718"/>
                            <a:pt x="444437" y="32575"/>
                          </a:cubicBezTo>
                          <a:cubicBezTo>
                            <a:pt x="444437" y="33623"/>
                            <a:pt x="444437" y="34671"/>
                            <a:pt x="444341" y="35623"/>
                          </a:cubicBezTo>
                          <a:cubicBezTo>
                            <a:pt x="444341" y="36004"/>
                            <a:pt x="444246" y="36481"/>
                            <a:pt x="444246" y="36957"/>
                          </a:cubicBezTo>
                          <a:cubicBezTo>
                            <a:pt x="444151" y="37910"/>
                            <a:pt x="444056" y="38862"/>
                            <a:pt x="443960" y="39815"/>
                          </a:cubicBezTo>
                          <a:cubicBezTo>
                            <a:pt x="443865" y="40577"/>
                            <a:pt x="443865" y="41434"/>
                            <a:pt x="443770" y="42196"/>
                          </a:cubicBezTo>
                          <a:cubicBezTo>
                            <a:pt x="443675" y="42767"/>
                            <a:pt x="443579" y="43339"/>
                            <a:pt x="443484" y="44006"/>
                          </a:cubicBezTo>
                          <a:cubicBezTo>
                            <a:pt x="443389" y="45053"/>
                            <a:pt x="443198" y="46006"/>
                            <a:pt x="443008" y="47054"/>
                          </a:cubicBezTo>
                          <a:cubicBezTo>
                            <a:pt x="442913" y="47720"/>
                            <a:pt x="442817" y="48292"/>
                            <a:pt x="442722" y="48958"/>
                          </a:cubicBezTo>
                          <a:cubicBezTo>
                            <a:pt x="442627" y="49721"/>
                            <a:pt x="442436" y="50387"/>
                            <a:pt x="442246" y="51149"/>
                          </a:cubicBezTo>
                          <a:cubicBezTo>
                            <a:pt x="442055" y="52292"/>
                            <a:pt x="441770" y="53340"/>
                            <a:pt x="441484" y="54483"/>
                          </a:cubicBezTo>
                          <a:cubicBezTo>
                            <a:pt x="441389" y="55054"/>
                            <a:pt x="441293" y="55531"/>
                            <a:pt x="441103" y="56102"/>
                          </a:cubicBezTo>
                          <a:cubicBezTo>
                            <a:pt x="440912" y="56864"/>
                            <a:pt x="440627" y="57626"/>
                            <a:pt x="440436" y="58388"/>
                          </a:cubicBezTo>
                          <a:cubicBezTo>
                            <a:pt x="440055" y="59627"/>
                            <a:pt x="439769" y="60865"/>
                            <a:pt x="439388" y="62103"/>
                          </a:cubicBezTo>
                          <a:cubicBezTo>
                            <a:pt x="439198" y="62579"/>
                            <a:pt x="439103" y="63151"/>
                            <a:pt x="438912" y="63627"/>
                          </a:cubicBezTo>
                          <a:cubicBezTo>
                            <a:pt x="438626" y="64389"/>
                            <a:pt x="438341" y="65151"/>
                            <a:pt x="438150" y="65913"/>
                          </a:cubicBezTo>
                          <a:cubicBezTo>
                            <a:pt x="437674" y="67246"/>
                            <a:pt x="437198" y="68675"/>
                            <a:pt x="436721" y="70009"/>
                          </a:cubicBezTo>
                          <a:cubicBezTo>
                            <a:pt x="436531" y="70580"/>
                            <a:pt x="436340" y="71056"/>
                            <a:pt x="436150" y="71628"/>
                          </a:cubicBezTo>
                          <a:cubicBezTo>
                            <a:pt x="435864" y="72295"/>
                            <a:pt x="435578" y="72961"/>
                            <a:pt x="435293" y="73533"/>
                          </a:cubicBezTo>
                          <a:cubicBezTo>
                            <a:pt x="434626" y="75248"/>
                            <a:pt x="433864" y="77057"/>
                            <a:pt x="433102" y="78772"/>
                          </a:cubicBezTo>
                          <a:cubicBezTo>
                            <a:pt x="432816" y="79438"/>
                            <a:pt x="432626" y="80010"/>
                            <a:pt x="432340" y="80677"/>
                          </a:cubicBezTo>
                          <a:cubicBezTo>
                            <a:pt x="432149" y="81153"/>
                            <a:pt x="431864" y="81629"/>
                            <a:pt x="431673" y="82010"/>
                          </a:cubicBezTo>
                          <a:cubicBezTo>
                            <a:pt x="430625" y="84296"/>
                            <a:pt x="429482" y="86677"/>
                            <a:pt x="428244" y="88963"/>
                          </a:cubicBezTo>
                          <a:cubicBezTo>
                            <a:pt x="428244" y="89059"/>
                            <a:pt x="428149" y="89154"/>
                            <a:pt x="428149" y="89154"/>
                          </a:cubicBezTo>
                          <a:cubicBezTo>
                            <a:pt x="427863" y="89630"/>
                            <a:pt x="427673" y="90202"/>
                            <a:pt x="427387" y="90678"/>
                          </a:cubicBezTo>
                          <a:cubicBezTo>
                            <a:pt x="427292" y="90964"/>
                            <a:pt x="427101" y="91154"/>
                            <a:pt x="427006" y="91440"/>
                          </a:cubicBezTo>
                          <a:cubicBezTo>
                            <a:pt x="426720" y="92011"/>
                            <a:pt x="426339" y="92583"/>
                            <a:pt x="426053" y="93154"/>
                          </a:cubicBezTo>
                          <a:cubicBezTo>
                            <a:pt x="425482" y="94107"/>
                            <a:pt x="425006" y="95060"/>
                            <a:pt x="424434" y="96107"/>
                          </a:cubicBezTo>
                          <a:cubicBezTo>
                            <a:pt x="423958" y="96965"/>
                            <a:pt x="423386" y="97822"/>
                            <a:pt x="422910" y="98774"/>
                          </a:cubicBezTo>
                          <a:cubicBezTo>
                            <a:pt x="422529" y="99441"/>
                            <a:pt x="422053" y="100203"/>
                            <a:pt x="421672" y="100870"/>
                          </a:cubicBezTo>
                          <a:cubicBezTo>
                            <a:pt x="421386" y="101346"/>
                            <a:pt x="421100" y="101917"/>
                            <a:pt x="420719" y="102394"/>
                          </a:cubicBezTo>
                          <a:cubicBezTo>
                            <a:pt x="420243" y="103156"/>
                            <a:pt x="419767" y="103918"/>
                            <a:pt x="419291" y="104680"/>
                          </a:cubicBezTo>
                          <a:cubicBezTo>
                            <a:pt x="419100" y="104965"/>
                            <a:pt x="418910" y="105346"/>
                            <a:pt x="418624" y="105632"/>
                          </a:cubicBezTo>
                          <a:cubicBezTo>
                            <a:pt x="417957" y="106680"/>
                            <a:pt x="417386" y="107633"/>
                            <a:pt x="416719" y="108680"/>
                          </a:cubicBezTo>
                          <a:cubicBezTo>
                            <a:pt x="416528" y="109061"/>
                            <a:pt x="416243" y="109347"/>
                            <a:pt x="416052" y="109728"/>
                          </a:cubicBezTo>
                          <a:cubicBezTo>
                            <a:pt x="415195" y="111061"/>
                            <a:pt x="414242" y="112395"/>
                            <a:pt x="413290" y="113729"/>
                          </a:cubicBezTo>
                          <a:cubicBezTo>
                            <a:pt x="412718" y="114586"/>
                            <a:pt x="412147" y="115443"/>
                            <a:pt x="411480" y="116300"/>
                          </a:cubicBezTo>
                          <a:cubicBezTo>
                            <a:pt x="411385" y="116491"/>
                            <a:pt x="411290" y="116586"/>
                            <a:pt x="411099" y="116777"/>
                          </a:cubicBezTo>
                          <a:cubicBezTo>
                            <a:pt x="410623" y="117443"/>
                            <a:pt x="410051" y="118205"/>
                            <a:pt x="409575" y="118872"/>
                          </a:cubicBezTo>
                          <a:cubicBezTo>
                            <a:pt x="408051" y="120967"/>
                            <a:pt x="406527" y="122968"/>
                            <a:pt x="405003" y="125063"/>
                          </a:cubicBezTo>
                          <a:cubicBezTo>
                            <a:pt x="404146" y="126111"/>
                            <a:pt x="403289" y="127254"/>
                            <a:pt x="402431" y="128302"/>
                          </a:cubicBezTo>
                          <a:cubicBezTo>
                            <a:pt x="401003" y="130111"/>
                            <a:pt x="399479" y="131921"/>
                            <a:pt x="398050" y="133731"/>
                          </a:cubicBezTo>
                          <a:cubicBezTo>
                            <a:pt x="397669" y="134207"/>
                            <a:pt x="397288" y="134779"/>
                            <a:pt x="396812" y="135255"/>
                          </a:cubicBezTo>
                          <a:cubicBezTo>
                            <a:pt x="396240" y="135922"/>
                            <a:pt x="395669" y="136588"/>
                            <a:pt x="395097" y="137255"/>
                          </a:cubicBezTo>
                          <a:cubicBezTo>
                            <a:pt x="393668" y="138970"/>
                            <a:pt x="392144" y="140684"/>
                            <a:pt x="390620" y="142304"/>
                          </a:cubicBezTo>
                          <a:cubicBezTo>
                            <a:pt x="389573" y="143446"/>
                            <a:pt x="388525" y="144590"/>
                            <a:pt x="387477" y="145733"/>
                          </a:cubicBezTo>
                          <a:cubicBezTo>
                            <a:pt x="385953" y="147447"/>
                            <a:pt x="384334" y="149161"/>
                            <a:pt x="382715" y="150876"/>
                          </a:cubicBezTo>
                          <a:cubicBezTo>
                            <a:pt x="381667" y="152019"/>
                            <a:pt x="380619" y="153067"/>
                            <a:pt x="379571" y="154210"/>
                          </a:cubicBezTo>
                          <a:cubicBezTo>
                            <a:pt x="377762" y="156019"/>
                            <a:pt x="375952" y="157829"/>
                            <a:pt x="374142" y="159639"/>
                          </a:cubicBezTo>
                          <a:cubicBezTo>
                            <a:pt x="373190" y="160592"/>
                            <a:pt x="372142" y="161544"/>
                            <a:pt x="371189" y="162592"/>
                          </a:cubicBezTo>
                          <a:cubicBezTo>
                            <a:pt x="368808" y="164878"/>
                            <a:pt x="366427" y="167069"/>
                            <a:pt x="364045" y="169354"/>
                          </a:cubicBezTo>
                          <a:cubicBezTo>
                            <a:pt x="363569" y="169831"/>
                            <a:pt x="363093" y="170307"/>
                            <a:pt x="362617" y="170688"/>
                          </a:cubicBezTo>
                          <a:cubicBezTo>
                            <a:pt x="362521" y="170783"/>
                            <a:pt x="362426" y="170879"/>
                            <a:pt x="362331" y="170879"/>
                          </a:cubicBezTo>
                          <a:cubicBezTo>
                            <a:pt x="362236" y="170974"/>
                            <a:pt x="362236" y="170974"/>
                            <a:pt x="362141" y="171069"/>
                          </a:cubicBezTo>
                          <a:cubicBezTo>
                            <a:pt x="361379" y="171736"/>
                            <a:pt x="360617" y="172498"/>
                            <a:pt x="359855" y="173165"/>
                          </a:cubicBezTo>
                          <a:cubicBezTo>
                            <a:pt x="359283" y="173736"/>
                            <a:pt x="358616" y="174212"/>
                            <a:pt x="358045" y="174784"/>
                          </a:cubicBezTo>
                          <a:cubicBezTo>
                            <a:pt x="355283" y="177260"/>
                            <a:pt x="352425" y="179642"/>
                            <a:pt x="349472" y="182118"/>
                          </a:cubicBezTo>
                          <a:cubicBezTo>
                            <a:pt x="349472" y="182118"/>
                            <a:pt x="349377" y="182118"/>
                            <a:pt x="349377" y="182213"/>
                          </a:cubicBezTo>
                          <a:cubicBezTo>
                            <a:pt x="348615" y="182880"/>
                            <a:pt x="347853" y="183452"/>
                            <a:pt x="347091" y="184118"/>
                          </a:cubicBezTo>
                          <a:cubicBezTo>
                            <a:pt x="346901" y="184309"/>
                            <a:pt x="346710" y="184404"/>
                            <a:pt x="346520" y="184594"/>
                          </a:cubicBezTo>
                          <a:cubicBezTo>
                            <a:pt x="342805" y="187642"/>
                            <a:pt x="338995" y="190690"/>
                            <a:pt x="335090" y="193643"/>
                          </a:cubicBezTo>
                          <a:cubicBezTo>
                            <a:pt x="334994" y="193738"/>
                            <a:pt x="334899" y="193834"/>
                            <a:pt x="334804" y="193929"/>
                          </a:cubicBezTo>
                          <a:cubicBezTo>
                            <a:pt x="334232" y="194405"/>
                            <a:pt x="333661" y="194786"/>
                            <a:pt x="333089" y="195263"/>
                          </a:cubicBezTo>
                          <a:cubicBezTo>
                            <a:pt x="330137" y="197453"/>
                            <a:pt x="327184" y="199644"/>
                            <a:pt x="324136" y="201835"/>
                          </a:cubicBezTo>
                          <a:cubicBezTo>
                            <a:pt x="323660" y="202216"/>
                            <a:pt x="323183" y="202502"/>
                            <a:pt x="322707" y="202883"/>
                          </a:cubicBezTo>
                          <a:cubicBezTo>
                            <a:pt x="321659" y="203644"/>
                            <a:pt x="320612" y="204311"/>
                            <a:pt x="319659" y="205073"/>
                          </a:cubicBezTo>
                          <a:cubicBezTo>
                            <a:pt x="317849" y="206311"/>
                            <a:pt x="316135" y="207550"/>
                            <a:pt x="314325" y="208788"/>
                          </a:cubicBezTo>
                          <a:cubicBezTo>
                            <a:pt x="313754" y="209169"/>
                            <a:pt x="313087" y="209645"/>
                            <a:pt x="312515" y="210026"/>
                          </a:cubicBezTo>
                          <a:cubicBezTo>
                            <a:pt x="311277" y="210884"/>
                            <a:pt x="310039" y="211646"/>
                            <a:pt x="308801" y="212408"/>
                          </a:cubicBezTo>
                          <a:cubicBezTo>
                            <a:pt x="307467" y="213265"/>
                            <a:pt x="306229" y="214122"/>
                            <a:pt x="304895" y="214979"/>
                          </a:cubicBezTo>
                          <a:cubicBezTo>
                            <a:pt x="304419" y="215265"/>
                            <a:pt x="303943" y="215646"/>
                            <a:pt x="303371" y="215932"/>
                          </a:cubicBezTo>
                          <a:cubicBezTo>
                            <a:pt x="302133" y="216694"/>
                            <a:pt x="300895" y="217551"/>
                            <a:pt x="299561" y="218313"/>
                          </a:cubicBezTo>
                          <a:cubicBezTo>
                            <a:pt x="298990" y="218694"/>
                            <a:pt x="298514" y="218980"/>
                            <a:pt x="297942" y="219361"/>
                          </a:cubicBezTo>
                          <a:cubicBezTo>
                            <a:pt x="296990" y="219932"/>
                            <a:pt x="296132" y="220504"/>
                            <a:pt x="295180" y="221075"/>
                          </a:cubicBezTo>
                          <a:cubicBezTo>
                            <a:pt x="294989" y="221171"/>
                            <a:pt x="294704" y="221361"/>
                            <a:pt x="294513" y="221456"/>
                          </a:cubicBezTo>
                          <a:cubicBezTo>
                            <a:pt x="293751" y="221933"/>
                            <a:pt x="292989" y="222409"/>
                            <a:pt x="292227" y="222885"/>
                          </a:cubicBezTo>
                          <a:cubicBezTo>
                            <a:pt x="290132" y="224123"/>
                            <a:pt x="288036" y="225457"/>
                            <a:pt x="285941" y="226695"/>
                          </a:cubicBezTo>
                          <a:cubicBezTo>
                            <a:pt x="285750" y="226790"/>
                            <a:pt x="285655" y="226886"/>
                            <a:pt x="285464" y="226981"/>
                          </a:cubicBezTo>
                          <a:cubicBezTo>
                            <a:pt x="284798" y="227362"/>
                            <a:pt x="284036" y="227743"/>
                            <a:pt x="283369" y="228219"/>
                          </a:cubicBezTo>
                          <a:cubicBezTo>
                            <a:pt x="281559" y="229267"/>
                            <a:pt x="279654" y="230315"/>
                            <a:pt x="277844" y="231362"/>
                          </a:cubicBezTo>
                          <a:cubicBezTo>
                            <a:pt x="277654" y="231458"/>
                            <a:pt x="277368" y="231648"/>
                            <a:pt x="277178" y="231743"/>
                          </a:cubicBezTo>
                          <a:cubicBezTo>
                            <a:pt x="276606" y="232029"/>
                            <a:pt x="276035" y="232315"/>
                            <a:pt x="275463" y="232696"/>
                          </a:cubicBezTo>
                          <a:cubicBezTo>
                            <a:pt x="274320" y="233363"/>
                            <a:pt x="273177" y="233934"/>
                            <a:pt x="272034" y="234601"/>
                          </a:cubicBezTo>
                          <a:cubicBezTo>
                            <a:pt x="271463" y="234886"/>
                            <a:pt x="270986" y="235172"/>
                            <a:pt x="270415" y="235458"/>
                          </a:cubicBezTo>
                          <a:cubicBezTo>
                            <a:pt x="269653" y="235839"/>
                            <a:pt x="268986" y="236220"/>
                            <a:pt x="268224" y="236601"/>
                          </a:cubicBezTo>
                          <a:cubicBezTo>
                            <a:pt x="267176" y="237173"/>
                            <a:pt x="266129" y="237649"/>
                            <a:pt x="265176" y="238220"/>
                          </a:cubicBezTo>
                          <a:cubicBezTo>
                            <a:pt x="263938" y="238887"/>
                            <a:pt x="262700" y="239459"/>
                            <a:pt x="261461" y="240125"/>
                          </a:cubicBezTo>
                          <a:cubicBezTo>
                            <a:pt x="260699" y="240506"/>
                            <a:pt x="259937" y="240983"/>
                            <a:pt x="259175" y="241363"/>
                          </a:cubicBezTo>
                          <a:cubicBezTo>
                            <a:pt x="257842" y="242030"/>
                            <a:pt x="256604" y="242602"/>
                            <a:pt x="255270" y="243269"/>
                          </a:cubicBezTo>
                          <a:cubicBezTo>
                            <a:pt x="254984" y="243459"/>
                            <a:pt x="254603" y="243554"/>
                            <a:pt x="254318" y="243745"/>
                          </a:cubicBezTo>
                          <a:cubicBezTo>
                            <a:pt x="253175" y="244316"/>
                            <a:pt x="252127" y="244792"/>
                            <a:pt x="250984" y="245364"/>
                          </a:cubicBezTo>
                          <a:cubicBezTo>
                            <a:pt x="250603" y="245554"/>
                            <a:pt x="250222" y="245745"/>
                            <a:pt x="249841" y="245936"/>
                          </a:cubicBezTo>
                          <a:cubicBezTo>
                            <a:pt x="248984" y="246317"/>
                            <a:pt x="248222" y="246698"/>
                            <a:pt x="247364" y="247079"/>
                          </a:cubicBezTo>
                          <a:cubicBezTo>
                            <a:pt x="245174" y="248126"/>
                            <a:pt x="243078" y="249079"/>
                            <a:pt x="240887" y="250127"/>
                          </a:cubicBezTo>
                          <a:cubicBezTo>
                            <a:pt x="240697" y="250222"/>
                            <a:pt x="240506" y="250317"/>
                            <a:pt x="240316" y="250412"/>
                          </a:cubicBezTo>
                          <a:cubicBezTo>
                            <a:pt x="240316" y="250412"/>
                            <a:pt x="240316" y="250412"/>
                            <a:pt x="240221" y="250412"/>
                          </a:cubicBezTo>
                          <a:cubicBezTo>
                            <a:pt x="239935" y="250508"/>
                            <a:pt x="239649" y="250698"/>
                            <a:pt x="239363" y="250793"/>
                          </a:cubicBezTo>
                          <a:cubicBezTo>
                            <a:pt x="236696" y="252031"/>
                            <a:pt x="233934" y="253175"/>
                            <a:pt x="231172" y="254413"/>
                          </a:cubicBezTo>
                          <a:cubicBezTo>
                            <a:pt x="230981" y="254508"/>
                            <a:pt x="230696" y="254603"/>
                            <a:pt x="230505" y="254698"/>
                          </a:cubicBezTo>
                          <a:cubicBezTo>
                            <a:pt x="229934" y="254984"/>
                            <a:pt x="229362" y="255175"/>
                            <a:pt x="228695" y="255461"/>
                          </a:cubicBezTo>
                          <a:cubicBezTo>
                            <a:pt x="226790" y="256223"/>
                            <a:pt x="224885" y="256985"/>
                            <a:pt x="223076" y="257746"/>
                          </a:cubicBezTo>
                          <a:cubicBezTo>
                            <a:pt x="222218" y="258127"/>
                            <a:pt x="221361" y="258413"/>
                            <a:pt x="220504" y="258794"/>
                          </a:cubicBezTo>
                          <a:cubicBezTo>
                            <a:pt x="220218" y="258890"/>
                            <a:pt x="219932" y="258985"/>
                            <a:pt x="219647" y="259175"/>
                          </a:cubicBezTo>
                          <a:cubicBezTo>
                            <a:pt x="219075" y="259461"/>
                            <a:pt x="218408" y="259652"/>
                            <a:pt x="217837" y="259842"/>
                          </a:cubicBezTo>
                          <a:cubicBezTo>
                            <a:pt x="216694" y="260318"/>
                            <a:pt x="215551" y="260699"/>
                            <a:pt x="214503" y="261175"/>
                          </a:cubicBezTo>
                          <a:cubicBezTo>
                            <a:pt x="213265" y="261652"/>
                            <a:pt x="211931" y="262223"/>
                            <a:pt x="210693" y="262700"/>
                          </a:cubicBezTo>
                          <a:cubicBezTo>
                            <a:pt x="210407" y="262795"/>
                            <a:pt x="210122" y="262890"/>
                            <a:pt x="209836" y="262985"/>
                          </a:cubicBezTo>
                          <a:cubicBezTo>
                            <a:pt x="208883" y="263366"/>
                            <a:pt x="208026" y="263652"/>
                            <a:pt x="207074" y="264033"/>
                          </a:cubicBezTo>
                          <a:cubicBezTo>
                            <a:pt x="205835" y="264509"/>
                            <a:pt x="204597" y="264890"/>
                            <a:pt x="203359" y="265367"/>
                          </a:cubicBezTo>
                          <a:cubicBezTo>
                            <a:pt x="202406" y="265652"/>
                            <a:pt x="201454" y="266033"/>
                            <a:pt x="200501" y="266414"/>
                          </a:cubicBezTo>
                          <a:cubicBezTo>
                            <a:pt x="200311" y="266510"/>
                            <a:pt x="200025" y="266605"/>
                            <a:pt x="199835" y="266605"/>
                          </a:cubicBezTo>
                          <a:cubicBezTo>
                            <a:pt x="199263" y="266795"/>
                            <a:pt x="198692" y="266986"/>
                            <a:pt x="198120" y="267176"/>
                          </a:cubicBezTo>
                          <a:cubicBezTo>
                            <a:pt x="197453" y="267367"/>
                            <a:pt x="196882" y="267557"/>
                            <a:pt x="196310" y="267748"/>
                          </a:cubicBezTo>
                          <a:cubicBezTo>
                            <a:pt x="195072" y="268129"/>
                            <a:pt x="193739" y="268605"/>
                            <a:pt x="192500" y="268986"/>
                          </a:cubicBezTo>
                          <a:cubicBezTo>
                            <a:pt x="191834" y="269177"/>
                            <a:pt x="191167" y="269462"/>
                            <a:pt x="190405" y="269653"/>
                          </a:cubicBezTo>
                          <a:cubicBezTo>
                            <a:pt x="190214" y="269653"/>
                            <a:pt x="190119" y="269748"/>
                            <a:pt x="189929" y="269748"/>
                          </a:cubicBezTo>
                          <a:cubicBezTo>
                            <a:pt x="189738" y="269843"/>
                            <a:pt x="189643" y="269843"/>
                            <a:pt x="189452" y="269938"/>
                          </a:cubicBezTo>
                          <a:cubicBezTo>
                            <a:pt x="188119" y="270319"/>
                            <a:pt x="186785" y="270700"/>
                            <a:pt x="185452" y="271177"/>
                          </a:cubicBezTo>
                          <a:cubicBezTo>
                            <a:pt x="184118" y="271558"/>
                            <a:pt x="182880" y="271939"/>
                            <a:pt x="181547" y="272320"/>
                          </a:cubicBezTo>
                          <a:cubicBezTo>
                            <a:pt x="181166" y="272415"/>
                            <a:pt x="180880" y="272510"/>
                            <a:pt x="180499" y="272606"/>
                          </a:cubicBezTo>
                          <a:cubicBezTo>
                            <a:pt x="180308" y="272606"/>
                            <a:pt x="180213" y="272701"/>
                            <a:pt x="180023" y="272701"/>
                          </a:cubicBezTo>
                          <a:cubicBezTo>
                            <a:pt x="179927" y="272701"/>
                            <a:pt x="179927" y="272701"/>
                            <a:pt x="179832" y="272796"/>
                          </a:cubicBezTo>
                          <a:cubicBezTo>
                            <a:pt x="179832" y="272796"/>
                            <a:pt x="179832" y="272796"/>
                            <a:pt x="179832" y="272796"/>
                          </a:cubicBezTo>
                          <a:cubicBezTo>
                            <a:pt x="178022" y="273367"/>
                            <a:pt x="176213" y="273844"/>
                            <a:pt x="174403" y="274320"/>
                          </a:cubicBezTo>
                          <a:cubicBezTo>
                            <a:pt x="173355" y="274606"/>
                            <a:pt x="172212" y="274892"/>
                            <a:pt x="171164" y="275177"/>
                          </a:cubicBezTo>
                          <a:cubicBezTo>
                            <a:pt x="171069" y="275177"/>
                            <a:pt x="170974" y="275273"/>
                            <a:pt x="170879" y="275273"/>
                          </a:cubicBezTo>
                          <a:cubicBezTo>
                            <a:pt x="170498" y="275368"/>
                            <a:pt x="170117" y="275463"/>
                            <a:pt x="169736" y="275558"/>
                          </a:cubicBezTo>
                          <a:cubicBezTo>
                            <a:pt x="169545" y="275654"/>
                            <a:pt x="169355" y="275654"/>
                            <a:pt x="169164" y="275749"/>
                          </a:cubicBezTo>
                          <a:cubicBezTo>
                            <a:pt x="168402" y="275939"/>
                            <a:pt x="167640" y="276130"/>
                            <a:pt x="166783" y="276320"/>
                          </a:cubicBezTo>
                          <a:cubicBezTo>
                            <a:pt x="164878" y="276796"/>
                            <a:pt x="162973" y="277273"/>
                            <a:pt x="161068" y="277749"/>
                          </a:cubicBezTo>
                          <a:cubicBezTo>
                            <a:pt x="160782" y="277844"/>
                            <a:pt x="160592" y="277844"/>
                            <a:pt x="160306" y="277940"/>
                          </a:cubicBezTo>
                          <a:cubicBezTo>
                            <a:pt x="160020" y="278035"/>
                            <a:pt x="159734" y="278035"/>
                            <a:pt x="159449" y="278130"/>
                          </a:cubicBezTo>
                          <a:cubicBezTo>
                            <a:pt x="158972" y="278225"/>
                            <a:pt x="158591" y="278321"/>
                            <a:pt x="158115" y="278416"/>
                          </a:cubicBezTo>
                          <a:cubicBezTo>
                            <a:pt x="157448" y="278606"/>
                            <a:pt x="156782" y="278702"/>
                            <a:pt x="156115" y="278797"/>
                          </a:cubicBezTo>
                          <a:cubicBezTo>
                            <a:pt x="154496" y="279178"/>
                            <a:pt x="152781" y="279559"/>
                            <a:pt x="151162" y="279844"/>
                          </a:cubicBezTo>
                          <a:cubicBezTo>
                            <a:pt x="150114" y="280035"/>
                            <a:pt x="149066" y="280225"/>
                            <a:pt x="148019" y="280416"/>
                          </a:cubicBezTo>
                          <a:cubicBezTo>
                            <a:pt x="147352" y="280511"/>
                            <a:pt x="146685" y="280702"/>
                            <a:pt x="146114" y="280797"/>
                          </a:cubicBezTo>
                          <a:cubicBezTo>
                            <a:pt x="145733" y="280892"/>
                            <a:pt x="145351" y="280892"/>
                            <a:pt x="144971" y="280988"/>
                          </a:cubicBezTo>
                          <a:cubicBezTo>
                            <a:pt x="143732" y="281178"/>
                            <a:pt x="142494" y="281464"/>
                            <a:pt x="141351" y="281654"/>
                          </a:cubicBezTo>
                          <a:cubicBezTo>
                            <a:pt x="140113" y="281845"/>
                            <a:pt x="138875" y="282035"/>
                            <a:pt x="137636" y="282226"/>
                          </a:cubicBezTo>
                          <a:cubicBezTo>
                            <a:pt x="136779" y="282321"/>
                            <a:pt x="136017" y="282511"/>
                            <a:pt x="135160" y="282607"/>
                          </a:cubicBezTo>
                          <a:cubicBezTo>
                            <a:pt x="134588" y="282702"/>
                            <a:pt x="134112" y="282797"/>
                            <a:pt x="133541" y="282797"/>
                          </a:cubicBezTo>
                          <a:cubicBezTo>
                            <a:pt x="133445" y="282797"/>
                            <a:pt x="133255" y="282892"/>
                            <a:pt x="133064" y="282892"/>
                          </a:cubicBezTo>
                          <a:cubicBezTo>
                            <a:pt x="132302" y="282988"/>
                            <a:pt x="131636" y="283083"/>
                            <a:pt x="130874" y="283178"/>
                          </a:cubicBezTo>
                          <a:cubicBezTo>
                            <a:pt x="130016" y="283273"/>
                            <a:pt x="129064" y="283369"/>
                            <a:pt x="128207" y="283559"/>
                          </a:cubicBezTo>
                          <a:cubicBezTo>
                            <a:pt x="127349" y="283655"/>
                            <a:pt x="126492" y="283750"/>
                            <a:pt x="125635" y="283845"/>
                          </a:cubicBezTo>
                          <a:cubicBezTo>
                            <a:pt x="125254" y="283845"/>
                            <a:pt x="124968" y="283940"/>
                            <a:pt x="124587" y="283940"/>
                          </a:cubicBezTo>
                          <a:cubicBezTo>
                            <a:pt x="123349" y="284036"/>
                            <a:pt x="122206" y="284226"/>
                            <a:pt x="120968" y="284321"/>
                          </a:cubicBezTo>
                          <a:cubicBezTo>
                            <a:pt x="120396" y="284417"/>
                            <a:pt x="119729" y="284417"/>
                            <a:pt x="119158" y="284512"/>
                          </a:cubicBezTo>
                          <a:cubicBezTo>
                            <a:pt x="118967" y="284512"/>
                            <a:pt x="118682" y="284607"/>
                            <a:pt x="118491" y="284607"/>
                          </a:cubicBezTo>
                          <a:cubicBezTo>
                            <a:pt x="118301" y="284607"/>
                            <a:pt x="118015" y="284607"/>
                            <a:pt x="117824" y="284702"/>
                          </a:cubicBezTo>
                          <a:cubicBezTo>
                            <a:pt x="115919" y="284893"/>
                            <a:pt x="114014" y="284988"/>
                            <a:pt x="112109" y="285083"/>
                          </a:cubicBezTo>
                          <a:cubicBezTo>
                            <a:pt x="111252" y="285179"/>
                            <a:pt x="110490" y="285179"/>
                            <a:pt x="109633" y="285274"/>
                          </a:cubicBezTo>
                          <a:cubicBezTo>
                            <a:pt x="109442" y="285274"/>
                            <a:pt x="109252" y="285274"/>
                            <a:pt x="109061" y="285274"/>
                          </a:cubicBezTo>
                          <a:cubicBezTo>
                            <a:pt x="106204" y="285464"/>
                            <a:pt x="103346" y="285560"/>
                            <a:pt x="100584" y="285560"/>
                          </a:cubicBezTo>
                          <a:cubicBezTo>
                            <a:pt x="100584" y="285560"/>
                            <a:pt x="100489" y="285560"/>
                            <a:pt x="100489" y="285560"/>
                          </a:cubicBezTo>
                          <a:cubicBezTo>
                            <a:pt x="100489" y="285560"/>
                            <a:pt x="100489" y="285560"/>
                            <a:pt x="100489" y="285560"/>
                          </a:cubicBezTo>
                          <a:cubicBezTo>
                            <a:pt x="100394" y="285560"/>
                            <a:pt x="100203" y="285560"/>
                            <a:pt x="100108" y="285560"/>
                          </a:cubicBezTo>
                          <a:cubicBezTo>
                            <a:pt x="99822" y="285560"/>
                            <a:pt x="99536" y="285560"/>
                            <a:pt x="99251" y="285560"/>
                          </a:cubicBezTo>
                          <a:cubicBezTo>
                            <a:pt x="96869" y="285560"/>
                            <a:pt x="94583" y="285560"/>
                            <a:pt x="92297" y="285560"/>
                          </a:cubicBezTo>
                          <a:cubicBezTo>
                            <a:pt x="92012" y="285560"/>
                            <a:pt x="91821" y="285560"/>
                            <a:pt x="91535" y="285560"/>
                          </a:cubicBezTo>
                          <a:cubicBezTo>
                            <a:pt x="90773" y="285560"/>
                            <a:pt x="90011" y="285464"/>
                            <a:pt x="89249" y="285464"/>
                          </a:cubicBezTo>
                          <a:cubicBezTo>
                            <a:pt x="87535" y="285369"/>
                            <a:pt x="85820" y="285369"/>
                            <a:pt x="84201" y="285274"/>
                          </a:cubicBezTo>
                          <a:cubicBezTo>
                            <a:pt x="83725" y="285274"/>
                            <a:pt x="83344" y="285274"/>
                            <a:pt x="82868" y="285179"/>
                          </a:cubicBezTo>
                          <a:cubicBezTo>
                            <a:pt x="82106" y="285083"/>
                            <a:pt x="81344" y="285083"/>
                            <a:pt x="80677" y="284988"/>
                          </a:cubicBezTo>
                          <a:cubicBezTo>
                            <a:pt x="79248" y="284893"/>
                            <a:pt x="77819" y="284702"/>
                            <a:pt x="76391" y="284607"/>
                          </a:cubicBezTo>
                          <a:cubicBezTo>
                            <a:pt x="75819" y="284512"/>
                            <a:pt x="75152" y="284512"/>
                            <a:pt x="74581" y="284417"/>
                          </a:cubicBezTo>
                          <a:cubicBezTo>
                            <a:pt x="73438" y="284131"/>
                            <a:pt x="72866" y="284036"/>
                            <a:pt x="72200" y="283940"/>
                          </a:cubicBezTo>
                          <a:cubicBezTo>
                            <a:pt x="70866" y="283750"/>
                            <a:pt x="69628" y="283559"/>
                            <a:pt x="68294" y="283369"/>
                          </a:cubicBezTo>
                          <a:cubicBezTo>
                            <a:pt x="67532" y="283273"/>
                            <a:pt x="66770" y="283178"/>
                            <a:pt x="66008" y="282988"/>
                          </a:cubicBezTo>
                          <a:cubicBezTo>
                            <a:pt x="65532" y="282892"/>
                            <a:pt x="64961" y="282797"/>
                            <a:pt x="64484" y="282702"/>
                          </a:cubicBezTo>
                          <a:cubicBezTo>
                            <a:pt x="63246" y="282511"/>
                            <a:pt x="62103" y="282226"/>
                            <a:pt x="60865" y="282035"/>
                          </a:cubicBezTo>
                          <a:cubicBezTo>
                            <a:pt x="60008" y="281845"/>
                            <a:pt x="59055" y="281654"/>
                            <a:pt x="58198" y="281464"/>
                          </a:cubicBezTo>
                          <a:cubicBezTo>
                            <a:pt x="57817" y="281369"/>
                            <a:pt x="57436" y="281273"/>
                            <a:pt x="57055" y="281178"/>
                          </a:cubicBezTo>
                          <a:cubicBezTo>
                            <a:pt x="55912" y="280892"/>
                            <a:pt x="54769" y="280607"/>
                            <a:pt x="53626" y="280321"/>
                          </a:cubicBezTo>
                          <a:cubicBezTo>
                            <a:pt x="52864" y="280225"/>
                            <a:pt x="51911" y="280035"/>
                            <a:pt x="51054" y="279749"/>
                          </a:cubicBezTo>
                          <a:cubicBezTo>
                            <a:pt x="50768" y="279654"/>
                            <a:pt x="50387" y="279559"/>
                            <a:pt x="50102" y="279463"/>
                          </a:cubicBezTo>
                          <a:cubicBezTo>
                            <a:pt x="49721" y="279368"/>
                            <a:pt x="49340" y="279178"/>
                            <a:pt x="48959" y="279083"/>
                          </a:cubicBezTo>
                          <a:cubicBezTo>
                            <a:pt x="48101" y="278892"/>
                            <a:pt x="47339" y="278606"/>
                            <a:pt x="46577" y="278416"/>
                          </a:cubicBezTo>
                          <a:cubicBezTo>
                            <a:pt x="45911" y="278225"/>
                            <a:pt x="45149" y="278035"/>
                            <a:pt x="44482" y="277749"/>
                          </a:cubicBezTo>
                          <a:cubicBezTo>
                            <a:pt x="44101" y="277654"/>
                            <a:pt x="43815" y="277463"/>
                            <a:pt x="43434" y="277368"/>
                          </a:cubicBezTo>
                          <a:cubicBezTo>
                            <a:pt x="42672" y="277082"/>
                            <a:pt x="41910" y="276796"/>
                            <a:pt x="41243" y="276511"/>
                          </a:cubicBezTo>
                          <a:cubicBezTo>
                            <a:pt x="40291" y="276130"/>
                            <a:pt x="39243" y="275749"/>
                            <a:pt x="38291" y="275368"/>
                          </a:cubicBezTo>
                          <a:cubicBezTo>
                            <a:pt x="38100" y="275273"/>
                            <a:pt x="37910" y="275177"/>
                            <a:pt x="37719" y="275177"/>
                          </a:cubicBezTo>
                          <a:cubicBezTo>
                            <a:pt x="37529" y="275082"/>
                            <a:pt x="37338" y="274987"/>
                            <a:pt x="37052" y="274892"/>
                          </a:cubicBezTo>
                          <a:cubicBezTo>
                            <a:pt x="36290" y="274511"/>
                            <a:pt x="35528" y="274225"/>
                            <a:pt x="34671" y="273844"/>
                          </a:cubicBezTo>
                          <a:cubicBezTo>
                            <a:pt x="33909" y="273463"/>
                            <a:pt x="33052" y="273177"/>
                            <a:pt x="32290" y="272796"/>
                          </a:cubicBezTo>
                          <a:cubicBezTo>
                            <a:pt x="31814" y="272510"/>
                            <a:pt x="31337" y="272320"/>
                            <a:pt x="30861" y="272034"/>
                          </a:cubicBezTo>
                          <a:cubicBezTo>
                            <a:pt x="30194" y="271653"/>
                            <a:pt x="29432" y="271272"/>
                            <a:pt x="28766" y="270986"/>
                          </a:cubicBezTo>
                          <a:cubicBezTo>
                            <a:pt x="28099" y="270605"/>
                            <a:pt x="27432" y="270224"/>
                            <a:pt x="26765" y="269843"/>
                          </a:cubicBezTo>
                          <a:cubicBezTo>
                            <a:pt x="26194" y="269462"/>
                            <a:pt x="25527" y="269081"/>
                            <a:pt x="24956" y="268796"/>
                          </a:cubicBezTo>
                          <a:cubicBezTo>
                            <a:pt x="24384" y="268415"/>
                            <a:pt x="23813" y="268129"/>
                            <a:pt x="23241" y="267748"/>
                          </a:cubicBezTo>
                          <a:cubicBezTo>
                            <a:pt x="22670" y="267367"/>
                            <a:pt x="22098" y="266986"/>
                            <a:pt x="21527" y="266605"/>
                          </a:cubicBezTo>
                          <a:cubicBezTo>
                            <a:pt x="20860" y="266129"/>
                            <a:pt x="20193" y="265652"/>
                            <a:pt x="19526" y="265176"/>
                          </a:cubicBezTo>
                          <a:cubicBezTo>
                            <a:pt x="19050" y="264890"/>
                            <a:pt x="18574" y="264509"/>
                            <a:pt x="18193" y="264223"/>
                          </a:cubicBezTo>
                          <a:cubicBezTo>
                            <a:pt x="17717" y="263842"/>
                            <a:pt x="17240" y="263461"/>
                            <a:pt x="16764" y="263081"/>
                          </a:cubicBezTo>
                          <a:cubicBezTo>
                            <a:pt x="16097" y="262604"/>
                            <a:pt x="15526" y="262033"/>
                            <a:pt x="14859" y="261556"/>
                          </a:cubicBezTo>
                          <a:cubicBezTo>
                            <a:pt x="14383" y="261175"/>
                            <a:pt x="14002" y="260794"/>
                            <a:pt x="13525" y="260413"/>
                          </a:cubicBezTo>
                          <a:cubicBezTo>
                            <a:pt x="13240" y="260128"/>
                            <a:pt x="12954" y="259842"/>
                            <a:pt x="12573" y="259556"/>
                          </a:cubicBezTo>
                          <a:cubicBezTo>
                            <a:pt x="12478" y="259461"/>
                            <a:pt x="12287" y="259366"/>
                            <a:pt x="12192" y="259175"/>
                          </a:cubicBezTo>
                          <a:cubicBezTo>
                            <a:pt x="11621" y="258604"/>
                            <a:pt x="11049" y="258127"/>
                            <a:pt x="10478" y="257556"/>
                          </a:cubicBezTo>
                          <a:cubicBezTo>
                            <a:pt x="10001" y="256985"/>
                            <a:pt x="9620" y="256508"/>
                            <a:pt x="9144" y="256127"/>
                          </a:cubicBezTo>
                          <a:cubicBezTo>
                            <a:pt x="8668" y="255651"/>
                            <a:pt x="8287" y="255175"/>
                            <a:pt x="7906" y="254698"/>
                          </a:cubicBezTo>
                          <a:cubicBezTo>
                            <a:pt x="7430" y="254222"/>
                            <a:pt x="6953" y="253651"/>
                            <a:pt x="6572" y="253175"/>
                          </a:cubicBezTo>
                          <a:cubicBezTo>
                            <a:pt x="6191" y="252698"/>
                            <a:pt x="5715" y="252127"/>
                            <a:pt x="5334" y="251650"/>
                          </a:cubicBezTo>
                          <a:cubicBezTo>
                            <a:pt x="4858" y="251079"/>
                            <a:pt x="4477" y="250508"/>
                            <a:pt x="4001" y="249936"/>
                          </a:cubicBezTo>
                          <a:cubicBezTo>
                            <a:pt x="3715" y="249460"/>
                            <a:pt x="3334" y="249079"/>
                            <a:pt x="3048" y="248602"/>
                          </a:cubicBezTo>
                          <a:cubicBezTo>
                            <a:pt x="2667" y="248031"/>
                            <a:pt x="2286" y="247364"/>
                            <a:pt x="1905" y="246793"/>
                          </a:cubicBezTo>
                          <a:cubicBezTo>
                            <a:pt x="1524" y="246126"/>
                            <a:pt x="1048" y="245554"/>
                            <a:pt x="667" y="244888"/>
                          </a:cubicBezTo>
                          <a:cubicBezTo>
                            <a:pt x="476" y="244507"/>
                            <a:pt x="191" y="244126"/>
                            <a:pt x="0" y="243745"/>
                          </a:cubicBezTo>
                          <a:lnTo>
                            <a:pt x="24194" y="286131"/>
                          </a:lnTo>
                          <a:cubicBezTo>
                            <a:pt x="25146" y="287750"/>
                            <a:pt x="26194" y="289369"/>
                            <a:pt x="27242" y="290989"/>
                          </a:cubicBezTo>
                          <a:cubicBezTo>
                            <a:pt x="27623" y="291465"/>
                            <a:pt x="28004" y="292036"/>
                            <a:pt x="28385" y="292513"/>
                          </a:cubicBezTo>
                          <a:cubicBezTo>
                            <a:pt x="29147" y="293561"/>
                            <a:pt x="29909" y="294608"/>
                            <a:pt x="30766" y="295561"/>
                          </a:cubicBezTo>
                          <a:cubicBezTo>
                            <a:pt x="31242" y="296132"/>
                            <a:pt x="31718" y="296704"/>
                            <a:pt x="32290" y="297275"/>
                          </a:cubicBezTo>
                          <a:cubicBezTo>
                            <a:pt x="33052" y="298133"/>
                            <a:pt x="33909" y="298990"/>
                            <a:pt x="34671" y="299847"/>
                          </a:cubicBezTo>
                          <a:cubicBezTo>
                            <a:pt x="35243" y="300419"/>
                            <a:pt x="35814" y="300990"/>
                            <a:pt x="36386" y="301466"/>
                          </a:cubicBezTo>
                          <a:cubicBezTo>
                            <a:pt x="37243" y="302228"/>
                            <a:pt x="38100" y="302990"/>
                            <a:pt x="38957" y="303752"/>
                          </a:cubicBezTo>
                          <a:cubicBezTo>
                            <a:pt x="39624" y="304324"/>
                            <a:pt x="40196" y="304800"/>
                            <a:pt x="40862" y="305276"/>
                          </a:cubicBezTo>
                          <a:cubicBezTo>
                            <a:pt x="41815" y="306038"/>
                            <a:pt x="42767" y="306705"/>
                            <a:pt x="43720" y="307372"/>
                          </a:cubicBezTo>
                          <a:cubicBezTo>
                            <a:pt x="44387" y="307848"/>
                            <a:pt x="45053" y="308324"/>
                            <a:pt x="45720" y="308800"/>
                          </a:cubicBezTo>
                          <a:cubicBezTo>
                            <a:pt x="46768" y="309467"/>
                            <a:pt x="47816" y="310134"/>
                            <a:pt x="48863" y="310801"/>
                          </a:cubicBezTo>
                          <a:cubicBezTo>
                            <a:pt x="49530" y="311182"/>
                            <a:pt x="50197" y="311658"/>
                            <a:pt x="50959" y="312039"/>
                          </a:cubicBezTo>
                          <a:cubicBezTo>
                            <a:pt x="52102" y="312706"/>
                            <a:pt x="53340" y="313373"/>
                            <a:pt x="54674" y="314039"/>
                          </a:cubicBezTo>
                          <a:cubicBezTo>
                            <a:pt x="55340" y="314325"/>
                            <a:pt x="55912" y="314706"/>
                            <a:pt x="56579" y="314992"/>
                          </a:cubicBezTo>
                          <a:cubicBezTo>
                            <a:pt x="58293" y="315849"/>
                            <a:pt x="60103" y="316611"/>
                            <a:pt x="61913" y="317373"/>
                          </a:cubicBezTo>
                          <a:cubicBezTo>
                            <a:pt x="62103" y="317468"/>
                            <a:pt x="62293" y="317563"/>
                            <a:pt x="62484" y="317563"/>
                          </a:cubicBezTo>
                          <a:cubicBezTo>
                            <a:pt x="64484" y="318421"/>
                            <a:pt x="66580" y="319183"/>
                            <a:pt x="68771" y="319945"/>
                          </a:cubicBezTo>
                          <a:cubicBezTo>
                            <a:pt x="69437" y="320135"/>
                            <a:pt x="70104" y="320326"/>
                            <a:pt x="70866" y="320611"/>
                          </a:cubicBezTo>
                          <a:cubicBezTo>
                            <a:pt x="72390" y="321088"/>
                            <a:pt x="73819" y="321564"/>
                            <a:pt x="75438" y="322040"/>
                          </a:cubicBezTo>
                          <a:cubicBezTo>
                            <a:pt x="76295" y="322326"/>
                            <a:pt x="77153" y="322517"/>
                            <a:pt x="78105" y="322707"/>
                          </a:cubicBezTo>
                          <a:cubicBezTo>
                            <a:pt x="79534" y="323088"/>
                            <a:pt x="80963" y="323469"/>
                            <a:pt x="82391" y="323755"/>
                          </a:cubicBezTo>
                          <a:cubicBezTo>
                            <a:pt x="83344" y="323945"/>
                            <a:pt x="84296" y="324136"/>
                            <a:pt x="85344" y="324326"/>
                          </a:cubicBezTo>
                          <a:cubicBezTo>
                            <a:pt x="86773" y="324612"/>
                            <a:pt x="88202" y="324898"/>
                            <a:pt x="89630" y="325184"/>
                          </a:cubicBezTo>
                          <a:cubicBezTo>
                            <a:pt x="90678" y="325374"/>
                            <a:pt x="91726" y="325565"/>
                            <a:pt x="92774" y="325660"/>
                          </a:cubicBezTo>
                          <a:cubicBezTo>
                            <a:pt x="94202" y="325850"/>
                            <a:pt x="95726" y="326041"/>
                            <a:pt x="97250" y="326231"/>
                          </a:cubicBezTo>
                          <a:cubicBezTo>
                            <a:pt x="98298" y="326327"/>
                            <a:pt x="99346" y="326517"/>
                            <a:pt x="100394" y="326612"/>
                          </a:cubicBezTo>
                          <a:cubicBezTo>
                            <a:pt x="101918" y="326803"/>
                            <a:pt x="103537" y="326898"/>
                            <a:pt x="105156" y="326993"/>
                          </a:cubicBezTo>
                          <a:cubicBezTo>
                            <a:pt x="106204" y="327088"/>
                            <a:pt x="107252" y="327184"/>
                            <a:pt x="108299" y="327279"/>
                          </a:cubicBezTo>
                          <a:cubicBezTo>
                            <a:pt x="110014" y="327374"/>
                            <a:pt x="111824" y="327469"/>
                            <a:pt x="113538" y="327565"/>
                          </a:cubicBezTo>
                          <a:cubicBezTo>
                            <a:pt x="114491" y="327565"/>
                            <a:pt x="115443" y="327660"/>
                            <a:pt x="116396" y="327660"/>
                          </a:cubicBezTo>
                          <a:cubicBezTo>
                            <a:pt x="118682" y="327755"/>
                            <a:pt x="121063" y="327755"/>
                            <a:pt x="123349" y="327660"/>
                          </a:cubicBezTo>
                          <a:cubicBezTo>
                            <a:pt x="123730" y="327660"/>
                            <a:pt x="124206" y="327660"/>
                            <a:pt x="124587" y="327660"/>
                          </a:cubicBezTo>
                          <a:cubicBezTo>
                            <a:pt x="124587" y="327660"/>
                            <a:pt x="124682" y="327660"/>
                            <a:pt x="124682" y="327660"/>
                          </a:cubicBezTo>
                          <a:cubicBezTo>
                            <a:pt x="127445" y="327660"/>
                            <a:pt x="130302" y="327469"/>
                            <a:pt x="133160" y="327374"/>
                          </a:cubicBezTo>
                          <a:cubicBezTo>
                            <a:pt x="134017" y="327374"/>
                            <a:pt x="134874" y="327279"/>
                            <a:pt x="135731" y="327184"/>
                          </a:cubicBezTo>
                          <a:cubicBezTo>
                            <a:pt x="137827" y="327088"/>
                            <a:pt x="139827" y="326898"/>
                            <a:pt x="141923" y="326708"/>
                          </a:cubicBezTo>
                          <a:cubicBezTo>
                            <a:pt x="142113" y="326708"/>
                            <a:pt x="142399" y="326612"/>
                            <a:pt x="142589" y="326612"/>
                          </a:cubicBezTo>
                          <a:cubicBezTo>
                            <a:pt x="144589" y="326422"/>
                            <a:pt x="146685" y="326231"/>
                            <a:pt x="148685" y="326041"/>
                          </a:cubicBezTo>
                          <a:cubicBezTo>
                            <a:pt x="149066" y="326041"/>
                            <a:pt x="149352" y="325946"/>
                            <a:pt x="149638" y="325946"/>
                          </a:cubicBezTo>
                          <a:cubicBezTo>
                            <a:pt x="152114" y="325660"/>
                            <a:pt x="154591" y="325374"/>
                            <a:pt x="157067" y="324993"/>
                          </a:cubicBezTo>
                          <a:cubicBezTo>
                            <a:pt x="157258" y="324993"/>
                            <a:pt x="157353" y="324993"/>
                            <a:pt x="157544" y="324898"/>
                          </a:cubicBezTo>
                          <a:cubicBezTo>
                            <a:pt x="161258" y="324326"/>
                            <a:pt x="165068" y="323755"/>
                            <a:pt x="168974" y="322993"/>
                          </a:cubicBezTo>
                          <a:cubicBezTo>
                            <a:pt x="169355" y="322898"/>
                            <a:pt x="169736" y="322898"/>
                            <a:pt x="170117" y="322802"/>
                          </a:cubicBezTo>
                          <a:cubicBezTo>
                            <a:pt x="170783" y="322707"/>
                            <a:pt x="171450" y="322517"/>
                            <a:pt x="172117" y="322421"/>
                          </a:cubicBezTo>
                          <a:cubicBezTo>
                            <a:pt x="174784" y="321945"/>
                            <a:pt x="177451" y="321373"/>
                            <a:pt x="180118" y="320802"/>
                          </a:cubicBezTo>
                          <a:cubicBezTo>
                            <a:pt x="180785" y="320611"/>
                            <a:pt x="181451" y="320516"/>
                            <a:pt x="182118" y="320326"/>
                          </a:cubicBezTo>
                          <a:cubicBezTo>
                            <a:pt x="182594" y="320231"/>
                            <a:pt x="182975" y="320135"/>
                            <a:pt x="183451" y="320040"/>
                          </a:cubicBezTo>
                          <a:cubicBezTo>
                            <a:pt x="185928" y="319469"/>
                            <a:pt x="188405" y="318897"/>
                            <a:pt x="190881" y="318230"/>
                          </a:cubicBezTo>
                          <a:cubicBezTo>
                            <a:pt x="191643" y="318040"/>
                            <a:pt x="192405" y="317849"/>
                            <a:pt x="193167" y="317659"/>
                          </a:cubicBezTo>
                          <a:cubicBezTo>
                            <a:pt x="193358" y="317563"/>
                            <a:pt x="193548" y="317563"/>
                            <a:pt x="193739" y="317468"/>
                          </a:cubicBezTo>
                          <a:cubicBezTo>
                            <a:pt x="197072" y="316611"/>
                            <a:pt x="200501" y="315659"/>
                            <a:pt x="203930" y="314706"/>
                          </a:cubicBezTo>
                          <a:lnTo>
                            <a:pt x="203930" y="314706"/>
                          </a:lnTo>
                          <a:cubicBezTo>
                            <a:pt x="203930" y="314706"/>
                            <a:pt x="204026" y="314706"/>
                            <a:pt x="204026" y="314706"/>
                          </a:cubicBezTo>
                          <a:cubicBezTo>
                            <a:pt x="207359" y="313754"/>
                            <a:pt x="210693" y="312706"/>
                            <a:pt x="214027" y="311658"/>
                          </a:cubicBezTo>
                          <a:cubicBezTo>
                            <a:pt x="214217" y="311658"/>
                            <a:pt x="214313" y="311563"/>
                            <a:pt x="214503" y="311467"/>
                          </a:cubicBezTo>
                          <a:cubicBezTo>
                            <a:pt x="215646" y="311086"/>
                            <a:pt x="216884" y="310706"/>
                            <a:pt x="218027" y="310325"/>
                          </a:cubicBezTo>
                          <a:cubicBezTo>
                            <a:pt x="220028" y="309658"/>
                            <a:pt x="221933" y="309086"/>
                            <a:pt x="223933" y="308324"/>
                          </a:cubicBezTo>
                          <a:cubicBezTo>
                            <a:pt x="224123" y="308229"/>
                            <a:pt x="224409" y="308134"/>
                            <a:pt x="224600" y="308038"/>
                          </a:cubicBezTo>
                          <a:cubicBezTo>
                            <a:pt x="225838" y="307658"/>
                            <a:pt x="227076" y="307181"/>
                            <a:pt x="228314" y="306705"/>
                          </a:cubicBezTo>
                          <a:cubicBezTo>
                            <a:pt x="230219" y="306038"/>
                            <a:pt x="232029" y="305371"/>
                            <a:pt x="233934" y="304705"/>
                          </a:cubicBezTo>
                          <a:cubicBezTo>
                            <a:pt x="234220" y="304610"/>
                            <a:pt x="234506" y="304514"/>
                            <a:pt x="234791" y="304419"/>
                          </a:cubicBezTo>
                          <a:cubicBezTo>
                            <a:pt x="236125" y="303943"/>
                            <a:pt x="237458" y="303371"/>
                            <a:pt x="238792" y="302895"/>
                          </a:cubicBezTo>
                          <a:cubicBezTo>
                            <a:pt x="240411" y="302228"/>
                            <a:pt x="242126" y="301657"/>
                            <a:pt x="243840" y="300990"/>
                          </a:cubicBezTo>
                          <a:cubicBezTo>
                            <a:pt x="244126" y="300895"/>
                            <a:pt x="244412" y="300704"/>
                            <a:pt x="244697" y="300609"/>
                          </a:cubicBezTo>
                          <a:cubicBezTo>
                            <a:pt x="247460" y="299561"/>
                            <a:pt x="250126" y="298418"/>
                            <a:pt x="252889" y="297275"/>
                          </a:cubicBezTo>
                          <a:cubicBezTo>
                            <a:pt x="253460" y="296990"/>
                            <a:pt x="254032" y="296799"/>
                            <a:pt x="254603" y="296513"/>
                          </a:cubicBezTo>
                          <a:cubicBezTo>
                            <a:pt x="257842" y="295085"/>
                            <a:pt x="261176" y="293656"/>
                            <a:pt x="264319" y="292227"/>
                          </a:cubicBezTo>
                          <a:cubicBezTo>
                            <a:pt x="264319" y="292227"/>
                            <a:pt x="264319" y="292227"/>
                            <a:pt x="264414" y="292227"/>
                          </a:cubicBezTo>
                          <a:cubicBezTo>
                            <a:pt x="264605" y="292132"/>
                            <a:pt x="264795" y="292036"/>
                            <a:pt x="265081" y="291941"/>
                          </a:cubicBezTo>
                          <a:cubicBezTo>
                            <a:pt x="268034" y="290608"/>
                            <a:pt x="270986" y="289179"/>
                            <a:pt x="273939" y="287750"/>
                          </a:cubicBezTo>
                          <a:cubicBezTo>
                            <a:pt x="274320" y="287560"/>
                            <a:pt x="274701" y="287369"/>
                            <a:pt x="275082" y="287179"/>
                          </a:cubicBezTo>
                          <a:cubicBezTo>
                            <a:pt x="276225" y="286607"/>
                            <a:pt x="277273" y="286036"/>
                            <a:pt x="278416" y="285560"/>
                          </a:cubicBezTo>
                          <a:cubicBezTo>
                            <a:pt x="280035" y="284798"/>
                            <a:pt x="281654" y="283940"/>
                            <a:pt x="283274" y="283178"/>
                          </a:cubicBezTo>
                          <a:cubicBezTo>
                            <a:pt x="284036" y="282797"/>
                            <a:pt x="284798" y="282416"/>
                            <a:pt x="285655" y="282035"/>
                          </a:cubicBezTo>
                          <a:cubicBezTo>
                            <a:pt x="286893" y="281369"/>
                            <a:pt x="288131" y="280797"/>
                            <a:pt x="289370" y="280130"/>
                          </a:cubicBezTo>
                          <a:cubicBezTo>
                            <a:pt x="290417" y="279559"/>
                            <a:pt x="291370" y="279083"/>
                            <a:pt x="292418" y="278511"/>
                          </a:cubicBezTo>
                          <a:cubicBezTo>
                            <a:pt x="293656" y="277844"/>
                            <a:pt x="294894" y="277178"/>
                            <a:pt x="296228" y="276511"/>
                          </a:cubicBezTo>
                          <a:cubicBezTo>
                            <a:pt x="297370" y="275844"/>
                            <a:pt x="298514" y="275273"/>
                            <a:pt x="299657" y="274606"/>
                          </a:cubicBezTo>
                          <a:cubicBezTo>
                            <a:pt x="300228" y="274320"/>
                            <a:pt x="300800" y="273939"/>
                            <a:pt x="301276" y="273653"/>
                          </a:cubicBezTo>
                          <a:cubicBezTo>
                            <a:pt x="303371" y="272510"/>
                            <a:pt x="305371" y="271367"/>
                            <a:pt x="307467" y="270129"/>
                          </a:cubicBezTo>
                          <a:cubicBezTo>
                            <a:pt x="308134" y="269748"/>
                            <a:pt x="308896" y="269367"/>
                            <a:pt x="309563" y="268891"/>
                          </a:cubicBezTo>
                          <a:cubicBezTo>
                            <a:pt x="309753" y="268796"/>
                            <a:pt x="309848" y="268700"/>
                            <a:pt x="310039" y="268605"/>
                          </a:cubicBezTo>
                          <a:cubicBezTo>
                            <a:pt x="312896" y="266890"/>
                            <a:pt x="315849" y="265176"/>
                            <a:pt x="318611" y="263461"/>
                          </a:cubicBezTo>
                          <a:cubicBezTo>
                            <a:pt x="318802" y="263366"/>
                            <a:pt x="319088" y="263176"/>
                            <a:pt x="319278" y="263081"/>
                          </a:cubicBezTo>
                          <a:cubicBezTo>
                            <a:pt x="320231" y="262509"/>
                            <a:pt x="321088" y="261938"/>
                            <a:pt x="322040" y="261366"/>
                          </a:cubicBezTo>
                          <a:cubicBezTo>
                            <a:pt x="323850" y="260223"/>
                            <a:pt x="325565" y="259080"/>
                            <a:pt x="327374" y="257937"/>
                          </a:cubicBezTo>
                          <a:cubicBezTo>
                            <a:pt x="327851" y="257651"/>
                            <a:pt x="328422" y="257270"/>
                            <a:pt x="328898" y="256985"/>
                          </a:cubicBezTo>
                          <a:cubicBezTo>
                            <a:pt x="330232" y="256127"/>
                            <a:pt x="331470" y="255270"/>
                            <a:pt x="332804" y="254413"/>
                          </a:cubicBezTo>
                          <a:cubicBezTo>
                            <a:pt x="334042" y="253556"/>
                            <a:pt x="335280" y="252794"/>
                            <a:pt x="336423" y="251936"/>
                          </a:cubicBezTo>
                          <a:cubicBezTo>
                            <a:pt x="336995" y="251555"/>
                            <a:pt x="337661" y="251079"/>
                            <a:pt x="338233" y="250698"/>
                          </a:cubicBezTo>
                          <a:cubicBezTo>
                            <a:pt x="340043" y="249460"/>
                            <a:pt x="341757" y="248221"/>
                            <a:pt x="343567" y="246983"/>
                          </a:cubicBezTo>
                          <a:cubicBezTo>
                            <a:pt x="344615" y="246221"/>
                            <a:pt x="345662" y="245554"/>
                            <a:pt x="346615" y="244792"/>
                          </a:cubicBezTo>
                          <a:cubicBezTo>
                            <a:pt x="347091" y="244411"/>
                            <a:pt x="347567" y="244126"/>
                            <a:pt x="348044" y="243840"/>
                          </a:cubicBezTo>
                          <a:cubicBezTo>
                            <a:pt x="351092" y="241649"/>
                            <a:pt x="354044" y="239459"/>
                            <a:pt x="356997" y="237268"/>
                          </a:cubicBezTo>
                          <a:cubicBezTo>
                            <a:pt x="357569" y="236792"/>
                            <a:pt x="358140" y="236411"/>
                            <a:pt x="358712" y="235934"/>
                          </a:cubicBezTo>
                          <a:cubicBezTo>
                            <a:pt x="358807" y="235839"/>
                            <a:pt x="358902" y="235744"/>
                            <a:pt x="359093" y="235648"/>
                          </a:cubicBezTo>
                          <a:cubicBezTo>
                            <a:pt x="362998" y="232696"/>
                            <a:pt x="366808" y="229648"/>
                            <a:pt x="370523" y="226600"/>
                          </a:cubicBezTo>
                          <a:cubicBezTo>
                            <a:pt x="371475" y="225742"/>
                            <a:pt x="372523" y="224981"/>
                            <a:pt x="373475" y="224123"/>
                          </a:cubicBezTo>
                          <a:cubicBezTo>
                            <a:pt x="376333" y="221742"/>
                            <a:pt x="379190" y="219265"/>
                            <a:pt x="382048" y="216789"/>
                          </a:cubicBezTo>
                          <a:cubicBezTo>
                            <a:pt x="382619" y="216217"/>
                            <a:pt x="383286" y="215741"/>
                            <a:pt x="383858" y="215170"/>
                          </a:cubicBezTo>
                          <a:cubicBezTo>
                            <a:pt x="384620" y="214503"/>
                            <a:pt x="385477" y="213836"/>
                            <a:pt x="386239" y="213074"/>
                          </a:cubicBezTo>
                          <a:cubicBezTo>
                            <a:pt x="386334" y="212979"/>
                            <a:pt x="386334" y="212979"/>
                            <a:pt x="386429" y="212884"/>
                          </a:cubicBezTo>
                          <a:cubicBezTo>
                            <a:pt x="386525" y="212788"/>
                            <a:pt x="386620" y="212693"/>
                            <a:pt x="386715" y="212693"/>
                          </a:cubicBezTo>
                          <a:cubicBezTo>
                            <a:pt x="387191" y="212217"/>
                            <a:pt x="387668" y="211836"/>
                            <a:pt x="388144" y="211360"/>
                          </a:cubicBezTo>
                          <a:cubicBezTo>
                            <a:pt x="390620" y="209169"/>
                            <a:pt x="393002" y="206883"/>
                            <a:pt x="395288" y="204597"/>
                          </a:cubicBezTo>
                          <a:cubicBezTo>
                            <a:pt x="396335" y="203644"/>
                            <a:pt x="397288" y="202597"/>
                            <a:pt x="398240" y="201644"/>
                          </a:cubicBezTo>
                          <a:cubicBezTo>
                            <a:pt x="400050" y="199835"/>
                            <a:pt x="401860" y="198025"/>
                            <a:pt x="403670" y="196215"/>
                          </a:cubicBezTo>
                          <a:cubicBezTo>
                            <a:pt x="404717" y="195072"/>
                            <a:pt x="405765" y="194024"/>
                            <a:pt x="406813" y="192881"/>
                          </a:cubicBezTo>
                          <a:cubicBezTo>
                            <a:pt x="408432" y="191167"/>
                            <a:pt x="410051" y="189452"/>
                            <a:pt x="411575" y="187738"/>
                          </a:cubicBezTo>
                          <a:cubicBezTo>
                            <a:pt x="412623" y="186595"/>
                            <a:pt x="413671" y="185452"/>
                            <a:pt x="414719" y="184309"/>
                          </a:cubicBezTo>
                          <a:cubicBezTo>
                            <a:pt x="416243" y="182594"/>
                            <a:pt x="417671" y="180880"/>
                            <a:pt x="419195" y="179261"/>
                          </a:cubicBezTo>
                          <a:cubicBezTo>
                            <a:pt x="419767" y="178594"/>
                            <a:pt x="420338" y="177927"/>
                            <a:pt x="420910" y="177260"/>
                          </a:cubicBezTo>
                          <a:cubicBezTo>
                            <a:pt x="421291" y="176784"/>
                            <a:pt x="421767" y="176308"/>
                            <a:pt x="422148" y="175831"/>
                          </a:cubicBezTo>
                          <a:cubicBezTo>
                            <a:pt x="423672" y="174022"/>
                            <a:pt x="425101" y="172212"/>
                            <a:pt x="426530" y="170402"/>
                          </a:cubicBezTo>
                          <a:cubicBezTo>
                            <a:pt x="427387" y="169354"/>
                            <a:pt x="428244" y="168211"/>
                            <a:pt x="429101" y="167164"/>
                          </a:cubicBezTo>
                          <a:cubicBezTo>
                            <a:pt x="430720" y="165068"/>
                            <a:pt x="432245" y="163068"/>
                            <a:pt x="433673" y="160973"/>
                          </a:cubicBezTo>
                          <a:cubicBezTo>
                            <a:pt x="434150" y="160306"/>
                            <a:pt x="434721" y="159544"/>
                            <a:pt x="435197" y="158877"/>
                          </a:cubicBezTo>
                          <a:cubicBezTo>
                            <a:pt x="435293" y="158686"/>
                            <a:pt x="435388" y="158591"/>
                            <a:pt x="435578" y="158401"/>
                          </a:cubicBezTo>
                          <a:cubicBezTo>
                            <a:pt x="436245" y="157544"/>
                            <a:pt x="436817" y="156686"/>
                            <a:pt x="437388" y="155829"/>
                          </a:cubicBezTo>
                          <a:cubicBezTo>
                            <a:pt x="438531" y="154115"/>
                            <a:pt x="439674" y="152495"/>
                            <a:pt x="440817" y="150781"/>
                          </a:cubicBezTo>
                          <a:cubicBezTo>
                            <a:pt x="441484" y="149733"/>
                            <a:pt x="442055" y="148781"/>
                            <a:pt x="442722" y="147733"/>
                          </a:cubicBezTo>
                          <a:cubicBezTo>
                            <a:pt x="443389" y="146590"/>
                            <a:pt x="444151" y="145542"/>
                            <a:pt x="444818" y="144399"/>
                          </a:cubicBezTo>
                          <a:cubicBezTo>
                            <a:pt x="445103" y="143923"/>
                            <a:pt x="445484" y="143351"/>
                            <a:pt x="445770" y="142875"/>
                          </a:cubicBezTo>
                          <a:cubicBezTo>
                            <a:pt x="446151" y="142208"/>
                            <a:pt x="446627" y="141446"/>
                            <a:pt x="447008" y="140779"/>
                          </a:cubicBezTo>
                          <a:cubicBezTo>
                            <a:pt x="448056" y="138875"/>
                            <a:pt x="449104" y="137065"/>
                            <a:pt x="450152" y="135160"/>
                          </a:cubicBezTo>
                          <a:cubicBezTo>
                            <a:pt x="450247" y="134874"/>
                            <a:pt x="450628" y="134302"/>
                            <a:pt x="450914" y="13373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F7D2">
                            <a:alpha val="100000"/>
                          </a:srgbClr>
                        </a:gs>
                        <a:gs pos="17090">
                          <a:srgbClr val="E8A027">
                            <a:alpha val="100000"/>
                          </a:srgbClr>
                        </a:gs>
                        <a:gs pos="34580">
                          <a:srgbClr val="965200">
                            <a:alpha val="100000"/>
                          </a:srgbClr>
                        </a:gs>
                        <a:gs pos="60439">
                          <a:srgbClr val="965200">
                            <a:alpha val="100000"/>
                          </a:srgbClr>
                        </a:gs>
                        <a:gs pos="83370">
                          <a:srgbClr val="E8A027">
                            <a:alpha val="100000"/>
                          </a:srgbClr>
                        </a:gs>
                        <a:gs pos="99910">
                          <a:srgbClr val="FFD108">
                            <a:alpha val="100000"/>
                          </a:srgbClr>
                        </a:gs>
                      </a:gsLst>
                      <a:lin ang="906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6" name="AutoShape 126"/>
                    <p:cNvSpPr/>
                    <p:nvPr/>
                  </p:nvSpPr>
                  <p:spPr>
                    <a:xfrm>
                      <a:off x="5029211" y="2735587"/>
                      <a:ext cx="453092" cy="3327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3092" h="332771">
                          <a:moveTo>
                            <a:pt x="13037" y="297267"/>
                          </a:moveTo>
                          <a:cubicBezTo>
                            <a:pt x="13514" y="297839"/>
                            <a:pt x="13895" y="298410"/>
                            <a:pt x="14371" y="298982"/>
                          </a:cubicBezTo>
                          <a:cubicBezTo>
                            <a:pt x="15228" y="300030"/>
                            <a:pt x="16085" y="301077"/>
                            <a:pt x="16943" y="302030"/>
                          </a:cubicBezTo>
                          <a:cubicBezTo>
                            <a:pt x="17324" y="302506"/>
                            <a:pt x="17800" y="302982"/>
                            <a:pt x="18181" y="303459"/>
                          </a:cubicBezTo>
                          <a:cubicBezTo>
                            <a:pt x="19229" y="304602"/>
                            <a:pt x="20372" y="305649"/>
                            <a:pt x="21515" y="306792"/>
                          </a:cubicBezTo>
                          <a:cubicBezTo>
                            <a:pt x="21800" y="307078"/>
                            <a:pt x="22086" y="307364"/>
                            <a:pt x="22467" y="307650"/>
                          </a:cubicBezTo>
                          <a:cubicBezTo>
                            <a:pt x="23991" y="308983"/>
                            <a:pt x="25515" y="310221"/>
                            <a:pt x="27134" y="311460"/>
                          </a:cubicBezTo>
                          <a:cubicBezTo>
                            <a:pt x="27611" y="311745"/>
                            <a:pt x="28087" y="312126"/>
                            <a:pt x="28468" y="312412"/>
                          </a:cubicBezTo>
                          <a:cubicBezTo>
                            <a:pt x="29706" y="313269"/>
                            <a:pt x="30944" y="314127"/>
                            <a:pt x="32183" y="314984"/>
                          </a:cubicBezTo>
                          <a:cubicBezTo>
                            <a:pt x="32754" y="315365"/>
                            <a:pt x="33326" y="315651"/>
                            <a:pt x="33897" y="316032"/>
                          </a:cubicBezTo>
                          <a:cubicBezTo>
                            <a:pt x="35135" y="316794"/>
                            <a:pt x="36374" y="317556"/>
                            <a:pt x="37707" y="318222"/>
                          </a:cubicBezTo>
                          <a:cubicBezTo>
                            <a:pt x="38374" y="318603"/>
                            <a:pt x="39041" y="318984"/>
                            <a:pt x="39803" y="319270"/>
                          </a:cubicBezTo>
                          <a:cubicBezTo>
                            <a:pt x="41041" y="319937"/>
                            <a:pt x="42374" y="320508"/>
                            <a:pt x="43708" y="321080"/>
                          </a:cubicBezTo>
                          <a:cubicBezTo>
                            <a:pt x="44470" y="321461"/>
                            <a:pt x="45232" y="321747"/>
                            <a:pt x="46089" y="322128"/>
                          </a:cubicBezTo>
                          <a:cubicBezTo>
                            <a:pt x="47423" y="322699"/>
                            <a:pt x="48851" y="323271"/>
                            <a:pt x="50185" y="323747"/>
                          </a:cubicBezTo>
                          <a:cubicBezTo>
                            <a:pt x="50947" y="324033"/>
                            <a:pt x="51614" y="324318"/>
                            <a:pt x="52376" y="324604"/>
                          </a:cubicBezTo>
                          <a:cubicBezTo>
                            <a:pt x="54185" y="325271"/>
                            <a:pt x="55995" y="325842"/>
                            <a:pt x="57900" y="326414"/>
                          </a:cubicBezTo>
                          <a:cubicBezTo>
                            <a:pt x="58281" y="326509"/>
                            <a:pt x="58662" y="326700"/>
                            <a:pt x="59043" y="326795"/>
                          </a:cubicBezTo>
                          <a:cubicBezTo>
                            <a:pt x="61329" y="327462"/>
                            <a:pt x="63710" y="328033"/>
                            <a:pt x="66092" y="328605"/>
                          </a:cubicBezTo>
                          <a:cubicBezTo>
                            <a:pt x="66473" y="328700"/>
                            <a:pt x="66854" y="328795"/>
                            <a:pt x="67235" y="328890"/>
                          </a:cubicBezTo>
                          <a:cubicBezTo>
                            <a:pt x="69235" y="329367"/>
                            <a:pt x="71330" y="329748"/>
                            <a:pt x="73426" y="330129"/>
                          </a:cubicBezTo>
                          <a:cubicBezTo>
                            <a:pt x="73902" y="330224"/>
                            <a:pt x="74474" y="330319"/>
                            <a:pt x="74950" y="330414"/>
                          </a:cubicBezTo>
                          <a:cubicBezTo>
                            <a:pt x="76950" y="330795"/>
                            <a:pt x="79046" y="331081"/>
                            <a:pt x="81141" y="331272"/>
                          </a:cubicBezTo>
                          <a:cubicBezTo>
                            <a:pt x="81808" y="331367"/>
                            <a:pt x="82379" y="331462"/>
                            <a:pt x="83046" y="331557"/>
                          </a:cubicBezTo>
                          <a:cubicBezTo>
                            <a:pt x="85046" y="331748"/>
                            <a:pt x="87142" y="331938"/>
                            <a:pt x="89237" y="332129"/>
                          </a:cubicBezTo>
                          <a:cubicBezTo>
                            <a:pt x="89999" y="332224"/>
                            <a:pt x="90761" y="332319"/>
                            <a:pt x="91428" y="332319"/>
                          </a:cubicBezTo>
                          <a:cubicBezTo>
                            <a:pt x="93524" y="332510"/>
                            <a:pt x="95714" y="332510"/>
                            <a:pt x="97810" y="332605"/>
                          </a:cubicBezTo>
                          <a:cubicBezTo>
                            <a:pt x="98572" y="332605"/>
                            <a:pt x="99334" y="332700"/>
                            <a:pt x="100096" y="332700"/>
                          </a:cubicBezTo>
                          <a:cubicBezTo>
                            <a:pt x="102953" y="332796"/>
                            <a:pt x="105811" y="332796"/>
                            <a:pt x="108668" y="332700"/>
                          </a:cubicBezTo>
                          <a:cubicBezTo>
                            <a:pt x="108764" y="332700"/>
                            <a:pt x="108954" y="332700"/>
                            <a:pt x="109049" y="332700"/>
                          </a:cubicBezTo>
                          <a:cubicBezTo>
                            <a:pt x="112097" y="332605"/>
                            <a:pt x="115145" y="332510"/>
                            <a:pt x="118289" y="332415"/>
                          </a:cubicBezTo>
                          <a:cubicBezTo>
                            <a:pt x="119146" y="332415"/>
                            <a:pt x="119908" y="332319"/>
                            <a:pt x="120765" y="332224"/>
                          </a:cubicBezTo>
                          <a:cubicBezTo>
                            <a:pt x="123146" y="332034"/>
                            <a:pt x="125432" y="331938"/>
                            <a:pt x="127814" y="331653"/>
                          </a:cubicBezTo>
                          <a:cubicBezTo>
                            <a:pt x="128385" y="331557"/>
                            <a:pt x="129052" y="331557"/>
                            <a:pt x="129623" y="331462"/>
                          </a:cubicBezTo>
                          <a:cubicBezTo>
                            <a:pt x="132005" y="331272"/>
                            <a:pt x="134386" y="330986"/>
                            <a:pt x="136862" y="330700"/>
                          </a:cubicBezTo>
                          <a:cubicBezTo>
                            <a:pt x="137720" y="330605"/>
                            <a:pt x="138672" y="330510"/>
                            <a:pt x="139529" y="330319"/>
                          </a:cubicBezTo>
                          <a:cubicBezTo>
                            <a:pt x="140958" y="330129"/>
                            <a:pt x="142292" y="329938"/>
                            <a:pt x="143720" y="329748"/>
                          </a:cubicBezTo>
                          <a:cubicBezTo>
                            <a:pt x="144578" y="329652"/>
                            <a:pt x="145340" y="329557"/>
                            <a:pt x="146197" y="329367"/>
                          </a:cubicBezTo>
                          <a:cubicBezTo>
                            <a:pt x="147435" y="329176"/>
                            <a:pt x="148673" y="328986"/>
                            <a:pt x="149912" y="328795"/>
                          </a:cubicBezTo>
                          <a:cubicBezTo>
                            <a:pt x="152102" y="328414"/>
                            <a:pt x="154388" y="328033"/>
                            <a:pt x="156579" y="327557"/>
                          </a:cubicBezTo>
                          <a:cubicBezTo>
                            <a:pt x="157627" y="327366"/>
                            <a:pt x="158675" y="327176"/>
                            <a:pt x="159722" y="326985"/>
                          </a:cubicBezTo>
                          <a:cubicBezTo>
                            <a:pt x="162770" y="326414"/>
                            <a:pt x="165818" y="325747"/>
                            <a:pt x="168962" y="324985"/>
                          </a:cubicBezTo>
                          <a:cubicBezTo>
                            <a:pt x="169247" y="324890"/>
                            <a:pt x="169438" y="324890"/>
                            <a:pt x="169724" y="324795"/>
                          </a:cubicBezTo>
                          <a:cubicBezTo>
                            <a:pt x="172962" y="324033"/>
                            <a:pt x="176296" y="323175"/>
                            <a:pt x="179630" y="322318"/>
                          </a:cubicBezTo>
                          <a:cubicBezTo>
                            <a:pt x="179725" y="322318"/>
                            <a:pt x="179820" y="322223"/>
                            <a:pt x="179915" y="322223"/>
                          </a:cubicBezTo>
                          <a:cubicBezTo>
                            <a:pt x="180963" y="321937"/>
                            <a:pt x="182106" y="321651"/>
                            <a:pt x="183154" y="321366"/>
                          </a:cubicBezTo>
                          <a:cubicBezTo>
                            <a:pt x="185154" y="320794"/>
                            <a:pt x="187250" y="320223"/>
                            <a:pt x="189250" y="319651"/>
                          </a:cubicBezTo>
                          <a:cubicBezTo>
                            <a:pt x="189631" y="319556"/>
                            <a:pt x="189917" y="319461"/>
                            <a:pt x="190298" y="319365"/>
                          </a:cubicBezTo>
                          <a:cubicBezTo>
                            <a:pt x="191631" y="318984"/>
                            <a:pt x="192869" y="318603"/>
                            <a:pt x="194203" y="318222"/>
                          </a:cubicBezTo>
                          <a:cubicBezTo>
                            <a:pt x="195536" y="317841"/>
                            <a:pt x="196870" y="317365"/>
                            <a:pt x="198108" y="316984"/>
                          </a:cubicBezTo>
                          <a:cubicBezTo>
                            <a:pt x="199156" y="316698"/>
                            <a:pt x="200108" y="316413"/>
                            <a:pt x="201156" y="316032"/>
                          </a:cubicBezTo>
                          <a:cubicBezTo>
                            <a:pt x="202394" y="315651"/>
                            <a:pt x="203728" y="315174"/>
                            <a:pt x="204966" y="314793"/>
                          </a:cubicBezTo>
                          <a:cubicBezTo>
                            <a:pt x="205538" y="314603"/>
                            <a:pt x="206204" y="314412"/>
                            <a:pt x="206776" y="314127"/>
                          </a:cubicBezTo>
                          <a:cubicBezTo>
                            <a:pt x="208490" y="313555"/>
                            <a:pt x="210205" y="312984"/>
                            <a:pt x="212015" y="312317"/>
                          </a:cubicBezTo>
                          <a:cubicBezTo>
                            <a:pt x="213253" y="311841"/>
                            <a:pt x="214491" y="311460"/>
                            <a:pt x="215729" y="310983"/>
                          </a:cubicBezTo>
                          <a:cubicBezTo>
                            <a:pt x="218206" y="310126"/>
                            <a:pt x="220682" y="309174"/>
                            <a:pt x="223159" y="308221"/>
                          </a:cubicBezTo>
                          <a:cubicBezTo>
                            <a:pt x="224302" y="307745"/>
                            <a:pt x="225445" y="307364"/>
                            <a:pt x="226493" y="306888"/>
                          </a:cubicBezTo>
                          <a:cubicBezTo>
                            <a:pt x="228207" y="306221"/>
                            <a:pt x="230017" y="305459"/>
                            <a:pt x="231731" y="304792"/>
                          </a:cubicBezTo>
                          <a:cubicBezTo>
                            <a:pt x="233636" y="304030"/>
                            <a:pt x="235541" y="303268"/>
                            <a:pt x="237351" y="302506"/>
                          </a:cubicBezTo>
                          <a:cubicBezTo>
                            <a:pt x="238208" y="302125"/>
                            <a:pt x="238970" y="301744"/>
                            <a:pt x="239828" y="301458"/>
                          </a:cubicBezTo>
                          <a:cubicBezTo>
                            <a:pt x="242590" y="300315"/>
                            <a:pt x="245257" y="299077"/>
                            <a:pt x="248019" y="297839"/>
                          </a:cubicBezTo>
                          <a:cubicBezTo>
                            <a:pt x="248305" y="297648"/>
                            <a:pt x="248686" y="297553"/>
                            <a:pt x="248972" y="297458"/>
                          </a:cubicBezTo>
                          <a:cubicBezTo>
                            <a:pt x="249162" y="297363"/>
                            <a:pt x="249353" y="297267"/>
                            <a:pt x="249543" y="297172"/>
                          </a:cubicBezTo>
                          <a:cubicBezTo>
                            <a:pt x="251734" y="296220"/>
                            <a:pt x="253829" y="295172"/>
                            <a:pt x="256020" y="294124"/>
                          </a:cubicBezTo>
                          <a:cubicBezTo>
                            <a:pt x="257258" y="293553"/>
                            <a:pt x="258401" y="292981"/>
                            <a:pt x="259640" y="292410"/>
                          </a:cubicBezTo>
                          <a:cubicBezTo>
                            <a:pt x="260783" y="291838"/>
                            <a:pt x="261830" y="291362"/>
                            <a:pt x="262973" y="290790"/>
                          </a:cubicBezTo>
                          <a:cubicBezTo>
                            <a:pt x="263259" y="290600"/>
                            <a:pt x="263640" y="290505"/>
                            <a:pt x="263926" y="290314"/>
                          </a:cubicBezTo>
                          <a:cubicBezTo>
                            <a:pt x="266021" y="289266"/>
                            <a:pt x="268117" y="288219"/>
                            <a:pt x="270117" y="287171"/>
                          </a:cubicBezTo>
                          <a:cubicBezTo>
                            <a:pt x="271355" y="286504"/>
                            <a:pt x="272594" y="285933"/>
                            <a:pt x="273832" y="285266"/>
                          </a:cubicBezTo>
                          <a:cubicBezTo>
                            <a:pt x="275546" y="284313"/>
                            <a:pt x="277356" y="283361"/>
                            <a:pt x="279071" y="282504"/>
                          </a:cubicBezTo>
                          <a:cubicBezTo>
                            <a:pt x="279642" y="282218"/>
                            <a:pt x="280118" y="281932"/>
                            <a:pt x="280690" y="281646"/>
                          </a:cubicBezTo>
                          <a:cubicBezTo>
                            <a:pt x="281833" y="280980"/>
                            <a:pt x="282976" y="280408"/>
                            <a:pt x="284119" y="279741"/>
                          </a:cubicBezTo>
                          <a:cubicBezTo>
                            <a:pt x="284881" y="279265"/>
                            <a:pt x="285643" y="278884"/>
                            <a:pt x="286405" y="278408"/>
                          </a:cubicBezTo>
                          <a:cubicBezTo>
                            <a:pt x="288215" y="277360"/>
                            <a:pt x="290120" y="276312"/>
                            <a:pt x="291929" y="275265"/>
                          </a:cubicBezTo>
                          <a:cubicBezTo>
                            <a:pt x="292596" y="274884"/>
                            <a:pt x="293358" y="274503"/>
                            <a:pt x="294025" y="274026"/>
                          </a:cubicBezTo>
                          <a:cubicBezTo>
                            <a:pt x="296311" y="272693"/>
                            <a:pt x="298502" y="271359"/>
                            <a:pt x="300788" y="269931"/>
                          </a:cubicBezTo>
                          <a:cubicBezTo>
                            <a:pt x="301740" y="269359"/>
                            <a:pt x="302788" y="268788"/>
                            <a:pt x="303740" y="268121"/>
                          </a:cubicBezTo>
                          <a:cubicBezTo>
                            <a:pt x="304693" y="267549"/>
                            <a:pt x="305550" y="266978"/>
                            <a:pt x="306503" y="266406"/>
                          </a:cubicBezTo>
                          <a:cubicBezTo>
                            <a:pt x="307074" y="266025"/>
                            <a:pt x="307550" y="265740"/>
                            <a:pt x="308122" y="265359"/>
                          </a:cubicBezTo>
                          <a:cubicBezTo>
                            <a:pt x="309836" y="264216"/>
                            <a:pt x="311646" y="263168"/>
                            <a:pt x="313361" y="262025"/>
                          </a:cubicBezTo>
                          <a:cubicBezTo>
                            <a:pt x="314694" y="261168"/>
                            <a:pt x="315932" y="260310"/>
                            <a:pt x="317266" y="259453"/>
                          </a:cubicBezTo>
                          <a:cubicBezTo>
                            <a:pt x="319076" y="258215"/>
                            <a:pt x="320981" y="256977"/>
                            <a:pt x="322790" y="255738"/>
                          </a:cubicBezTo>
                          <a:cubicBezTo>
                            <a:pt x="324600" y="254500"/>
                            <a:pt x="326315" y="253262"/>
                            <a:pt x="328124" y="252024"/>
                          </a:cubicBezTo>
                          <a:cubicBezTo>
                            <a:pt x="329648" y="250976"/>
                            <a:pt x="331077" y="249928"/>
                            <a:pt x="332601" y="248880"/>
                          </a:cubicBezTo>
                          <a:cubicBezTo>
                            <a:pt x="335649" y="246690"/>
                            <a:pt x="338602" y="244499"/>
                            <a:pt x="341555" y="242308"/>
                          </a:cubicBezTo>
                          <a:cubicBezTo>
                            <a:pt x="342221" y="241832"/>
                            <a:pt x="342983" y="241260"/>
                            <a:pt x="343650" y="240784"/>
                          </a:cubicBezTo>
                          <a:cubicBezTo>
                            <a:pt x="347555" y="237831"/>
                            <a:pt x="351365" y="234783"/>
                            <a:pt x="355080" y="231735"/>
                          </a:cubicBezTo>
                          <a:cubicBezTo>
                            <a:pt x="355271" y="231545"/>
                            <a:pt x="355461" y="231450"/>
                            <a:pt x="355652" y="231259"/>
                          </a:cubicBezTo>
                          <a:cubicBezTo>
                            <a:pt x="356414" y="230592"/>
                            <a:pt x="357176" y="230021"/>
                            <a:pt x="357938" y="229354"/>
                          </a:cubicBezTo>
                          <a:cubicBezTo>
                            <a:pt x="357938" y="229354"/>
                            <a:pt x="358033" y="229259"/>
                            <a:pt x="358033" y="229259"/>
                          </a:cubicBezTo>
                          <a:cubicBezTo>
                            <a:pt x="360890" y="226878"/>
                            <a:pt x="363748" y="224401"/>
                            <a:pt x="366605" y="221925"/>
                          </a:cubicBezTo>
                          <a:cubicBezTo>
                            <a:pt x="368034" y="220686"/>
                            <a:pt x="369368" y="219448"/>
                            <a:pt x="370796" y="218305"/>
                          </a:cubicBezTo>
                          <a:cubicBezTo>
                            <a:pt x="370892" y="218210"/>
                            <a:pt x="370892" y="218210"/>
                            <a:pt x="370987" y="218115"/>
                          </a:cubicBezTo>
                          <a:cubicBezTo>
                            <a:pt x="371558" y="217638"/>
                            <a:pt x="372130" y="217067"/>
                            <a:pt x="372701" y="216495"/>
                          </a:cubicBezTo>
                          <a:cubicBezTo>
                            <a:pt x="375178" y="214305"/>
                            <a:pt x="377559" y="212019"/>
                            <a:pt x="379845" y="209733"/>
                          </a:cubicBezTo>
                          <a:cubicBezTo>
                            <a:pt x="380893" y="208780"/>
                            <a:pt x="381845" y="207828"/>
                            <a:pt x="382798" y="206780"/>
                          </a:cubicBezTo>
                          <a:cubicBezTo>
                            <a:pt x="384608" y="204970"/>
                            <a:pt x="386417" y="203160"/>
                            <a:pt x="388227" y="201351"/>
                          </a:cubicBezTo>
                          <a:cubicBezTo>
                            <a:pt x="389275" y="200208"/>
                            <a:pt x="390323" y="199160"/>
                            <a:pt x="391370" y="198017"/>
                          </a:cubicBezTo>
                          <a:cubicBezTo>
                            <a:pt x="392990" y="196302"/>
                            <a:pt x="394609" y="194588"/>
                            <a:pt x="396133" y="192873"/>
                          </a:cubicBezTo>
                          <a:cubicBezTo>
                            <a:pt x="397181" y="191730"/>
                            <a:pt x="398228" y="190587"/>
                            <a:pt x="399276" y="189444"/>
                          </a:cubicBezTo>
                          <a:cubicBezTo>
                            <a:pt x="400800" y="187730"/>
                            <a:pt x="402229" y="186015"/>
                            <a:pt x="403753" y="184396"/>
                          </a:cubicBezTo>
                          <a:cubicBezTo>
                            <a:pt x="404705" y="183253"/>
                            <a:pt x="405753" y="182110"/>
                            <a:pt x="406706" y="180967"/>
                          </a:cubicBezTo>
                          <a:cubicBezTo>
                            <a:pt x="408230" y="179157"/>
                            <a:pt x="409658" y="177348"/>
                            <a:pt x="411087" y="175538"/>
                          </a:cubicBezTo>
                          <a:cubicBezTo>
                            <a:pt x="411944" y="174490"/>
                            <a:pt x="412802" y="173347"/>
                            <a:pt x="413659" y="172299"/>
                          </a:cubicBezTo>
                          <a:cubicBezTo>
                            <a:pt x="415278" y="170204"/>
                            <a:pt x="416802" y="168204"/>
                            <a:pt x="418231" y="166108"/>
                          </a:cubicBezTo>
                          <a:cubicBezTo>
                            <a:pt x="418898" y="165251"/>
                            <a:pt x="419564" y="164394"/>
                            <a:pt x="420136" y="163536"/>
                          </a:cubicBezTo>
                          <a:cubicBezTo>
                            <a:pt x="420707" y="162679"/>
                            <a:pt x="421374" y="161822"/>
                            <a:pt x="421946" y="160965"/>
                          </a:cubicBezTo>
                          <a:cubicBezTo>
                            <a:pt x="422898" y="159631"/>
                            <a:pt x="423755" y="158298"/>
                            <a:pt x="424708" y="156964"/>
                          </a:cubicBezTo>
                          <a:cubicBezTo>
                            <a:pt x="424898" y="156678"/>
                            <a:pt x="425184" y="156297"/>
                            <a:pt x="425375" y="156012"/>
                          </a:cubicBezTo>
                          <a:cubicBezTo>
                            <a:pt x="426041" y="154964"/>
                            <a:pt x="426708" y="154011"/>
                            <a:pt x="427280" y="152964"/>
                          </a:cubicBezTo>
                          <a:cubicBezTo>
                            <a:pt x="427470" y="152583"/>
                            <a:pt x="427661" y="152297"/>
                            <a:pt x="427946" y="151916"/>
                          </a:cubicBezTo>
                          <a:cubicBezTo>
                            <a:pt x="428708" y="150678"/>
                            <a:pt x="429566" y="149344"/>
                            <a:pt x="430328" y="148106"/>
                          </a:cubicBezTo>
                          <a:cubicBezTo>
                            <a:pt x="430709" y="147439"/>
                            <a:pt x="431185" y="146677"/>
                            <a:pt x="431566" y="146010"/>
                          </a:cubicBezTo>
                          <a:cubicBezTo>
                            <a:pt x="432042" y="145153"/>
                            <a:pt x="432614" y="144201"/>
                            <a:pt x="433090" y="143343"/>
                          </a:cubicBezTo>
                          <a:cubicBezTo>
                            <a:pt x="433661" y="142391"/>
                            <a:pt x="434233" y="141438"/>
                            <a:pt x="434709" y="140486"/>
                          </a:cubicBezTo>
                          <a:cubicBezTo>
                            <a:pt x="434995" y="139914"/>
                            <a:pt x="435376" y="139343"/>
                            <a:pt x="435662" y="138771"/>
                          </a:cubicBezTo>
                          <a:cubicBezTo>
                            <a:pt x="436043" y="138009"/>
                            <a:pt x="436424" y="137247"/>
                            <a:pt x="436805" y="136485"/>
                          </a:cubicBezTo>
                          <a:cubicBezTo>
                            <a:pt x="436805" y="136390"/>
                            <a:pt x="436900" y="136295"/>
                            <a:pt x="436900" y="136295"/>
                          </a:cubicBezTo>
                          <a:cubicBezTo>
                            <a:pt x="438138" y="134009"/>
                            <a:pt x="439281" y="131628"/>
                            <a:pt x="440329" y="129342"/>
                          </a:cubicBezTo>
                          <a:cubicBezTo>
                            <a:pt x="440805" y="128199"/>
                            <a:pt x="441281" y="127151"/>
                            <a:pt x="441758" y="126103"/>
                          </a:cubicBezTo>
                          <a:cubicBezTo>
                            <a:pt x="442520" y="124389"/>
                            <a:pt x="443282" y="122579"/>
                            <a:pt x="443948" y="120864"/>
                          </a:cubicBezTo>
                          <a:cubicBezTo>
                            <a:pt x="444425" y="119721"/>
                            <a:pt x="444901" y="118483"/>
                            <a:pt x="445282" y="117340"/>
                          </a:cubicBezTo>
                          <a:cubicBezTo>
                            <a:pt x="445758" y="116007"/>
                            <a:pt x="446234" y="114578"/>
                            <a:pt x="446711" y="113244"/>
                          </a:cubicBezTo>
                          <a:cubicBezTo>
                            <a:pt x="447187" y="112006"/>
                            <a:pt x="447568" y="110673"/>
                            <a:pt x="447949" y="109434"/>
                          </a:cubicBezTo>
                          <a:cubicBezTo>
                            <a:pt x="448330" y="108196"/>
                            <a:pt x="448711" y="106958"/>
                            <a:pt x="448997" y="105720"/>
                          </a:cubicBezTo>
                          <a:cubicBezTo>
                            <a:pt x="449378" y="104386"/>
                            <a:pt x="449663" y="103053"/>
                            <a:pt x="450044" y="101814"/>
                          </a:cubicBezTo>
                          <a:cubicBezTo>
                            <a:pt x="450330" y="100671"/>
                            <a:pt x="450521" y="99624"/>
                            <a:pt x="450806" y="98481"/>
                          </a:cubicBezTo>
                          <a:cubicBezTo>
                            <a:pt x="451092" y="97147"/>
                            <a:pt x="451378" y="95718"/>
                            <a:pt x="451568" y="94385"/>
                          </a:cubicBezTo>
                          <a:cubicBezTo>
                            <a:pt x="451759" y="93337"/>
                            <a:pt x="451949" y="92385"/>
                            <a:pt x="452045" y="91337"/>
                          </a:cubicBezTo>
                          <a:cubicBezTo>
                            <a:pt x="452235" y="89908"/>
                            <a:pt x="452426" y="88575"/>
                            <a:pt x="452521" y="87146"/>
                          </a:cubicBezTo>
                          <a:cubicBezTo>
                            <a:pt x="452616" y="86193"/>
                            <a:pt x="452711" y="85241"/>
                            <a:pt x="452807" y="84288"/>
                          </a:cubicBezTo>
                          <a:cubicBezTo>
                            <a:pt x="452902" y="82860"/>
                            <a:pt x="452997" y="81336"/>
                            <a:pt x="452997" y="79907"/>
                          </a:cubicBezTo>
                          <a:cubicBezTo>
                            <a:pt x="452997" y="79050"/>
                            <a:pt x="453092" y="78288"/>
                            <a:pt x="453092" y="77430"/>
                          </a:cubicBezTo>
                          <a:cubicBezTo>
                            <a:pt x="453092" y="75240"/>
                            <a:pt x="452997" y="73049"/>
                            <a:pt x="452807" y="70858"/>
                          </a:cubicBezTo>
                          <a:cubicBezTo>
                            <a:pt x="452616" y="68572"/>
                            <a:pt x="452330" y="66381"/>
                            <a:pt x="451949" y="64191"/>
                          </a:cubicBezTo>
                          <a:cubicBezTo>
                            <a:pt x="451949" y="63905"/>
                            <a:pt x="451854" y="63619"/>
                            <a:pt x="451759" y="63429"/>
                          </a:cubicBezTo>
                          <a:cubicBezTo>
                            <a:pt x="451473" y="61619"/>
                            <a:pt x="450997" y="59809"/>
                            <a:pt x="450616" y="57999"/>
                          </a:cubicBezTo>
                          <a:cubicBezTo>
                            <a:pt x="450425" y="57428"/>
                            <a:pt x="450330" y="56856"/>
                            <a:pt x="450140" y="56285"/>
                          </a:cubicBezTo>
                          <a:cubicBezTo>
                            <a:pt x="449759" y="54856"/>
                            <a:pt x="449282" y="53427"/>
                            <a:pt x="448806" y="51999"/>
                          </a:cubicBezTo>
                          <a:cubicBezTo>
                            <a:pt x="448520" y="51141"/>
                            <a:pt x="448139" y="50379"/>
                            <a:pt x="447854" y="49522"/>
                          </a:cubicBezTo>
                          <a:cubicBezTo>
                            <a:pt x="447377" y="48379"/>
                            <a:pt x="446901" y="47331"/>
                            <a:pt x="446425" y="46284"/>
                          </a:cubicBezTo>
                          <a:cubicBezTo>
                            <a:pt x="446044" y="45426"/>
                            <a:pt x="445568" y="44569"/>
                            <a:pt x="445091" y="43712"/>
                          </a:cubicBezTo>
                          <a:cubicBezTo>
                            <a:pt x="417850" y="-8009"/>
                            <a:pt x="323648" y="-15534"/>
                            <a:pt x="215348" y="30282"/>
                          </a:cubicBezTo>
                          <a:cubicBezTo>
                            <a:pt x="90571" y="83050"/>
                            <a:pt x="-5822" y="186873"/>
                            <a:pt x="274" y="262120"/>
                          </a:cubicBezTo>
                          <a:cubicBezTo>
                            <a:pt x="1226" y="273455"/>
                            <a:pt x="4465" y="283551"/>
                            <a:pt x="9704" y="292314"/>
                          </a:cubicBezTo>
                          <a:cubicBezTo>
                            <a:pt x="10085" y="292981"/>
                            <a:pt x="10466" y="293648"/>
                            <a:pt x="10942" y="294219"/>
                          </a:cubicBezTo>
                          <a:cubicBezTo>
                            <a:pt x="11609" y="295267"/>
                            <a:pt x="12275" y="296315"/>
                            <a:pt x="13037" y="297267"/>
                          </a:cubicBezTo>
                          <a:close/>
                          <a:moveTo>
                            <a:pt x="57233" y="182396"/>
                          </a:moveTo>
                          <a:cubicBezTo>
                            <a:pt x="57519" y="181920"/>
                            <a:pt x="57805" y="181539"/>
                            <a:pt x="58091" y="181062"/>
                          </a:cubicBezTo>
                          <a:cubicBezTo>
                            <a:pt x="58281" y="180777"/>
                            <a:pt x="58376" y="180586"/>
                            <a:pt x="58567" y="180300"/>
                          </a:cubicBezTo>
                          <a:cubicBezTo>
                            <a:pt x="59138" y="179348"/>
                            <a:pt x="59710" y="178491"/>
                            <a:pt x="60281" y="177538"/>
                          </a:cubicBezTo>
                          <a:cubicBezTo>
                            <a:pt x="60662" y="176967"/>
                            <a:pt x="61043" y="176300"/>
                            <a:pt x="61424" y="175728"/>
                          </a:cubicBezTo>
                          <a:cubicBezTo>
                            <a:pt x="64187" y="171537"/>
                            <a:pt x="67139" y="167346"/>
                            <a:pt x="70283" y="163155"/>
                          </a:cubicBezTo>
                          <a:cubicBezTo>
                            <a:pt x="72092" y="160679"/>
                            <a:pt x="74093" y="158202"/>
                            <a:pt x="76093" y="155821"/>
                          </a:cubicBezTo>
                          <a:cubicBezTo>
                            <a:pt x="79712" y="151440"/>
                            <a:pt x="83522" y="147058"/>
                            <a:pt x="87523" y="142677"/>
                          </a:cubicBezTo>
                          <a:cubicBezTo>
                            <a:pt x="88380" y="141819"/>
                            <a:pt x="89237" y="140867"/>
                            <a:pt x="90095" y="140010"/>
                          </a:cubicBezTo>
                          <a:cubicBezTo>
                            <a:pt x="90952" y="139057"/>
                            <a:pt x="91809" y="138200"/>
                            <a:pt x="92762" y="137247"/>
                          </a:cubicBezTo>
                          <a:cubicBezTo>
                            <a:pt x="93143" y="136866"/>
                            <a:pt x="93428" y="136485"/>
                            <a:pt x="93809" y="136200"/>
                          </a:cubicBezTo>
                          <a:cubicBezTo>
                            <a:pt x="94952" y="135057"/>
                            <a:pt x="96095" y="133914"/>
                            <a:pt x="97238" y="132771"/>
                          </a:cubicBezTo>
                          <a:cubicBezTo>
                            <a:pt x="98096" y="131913"/>
                            <a:pt x="98858" y="131151"/>
                            <a:pt x="99715" y="130294"/>
                          </a:cubicBezTo>
                          <a:cubicBezTo>
                            <a:pt x="101620" y="128389"/>
                            <a:pt x="103620" y="126579"/>
                            <a:pt x="105620" y="124770"/>
                          </a:cubicBezTo>
                          <a:cubicBezTo>
                            <a:pt x="106001" y="124389"/>
                            <a:pt x="106478" y="124008"/>
                            <a:pt x="106859" y="123627"/>
                          </a:cubicBezTo>
                          <a:cubicBezTo>
                            <a:pt x="106954" y="123531"/>
                            <a:pt x="106954" y="123531"/>
                            <a:pt x="107049" y="123436"/>
                          </a:cubicBezTo>
                          <a:cubicBezTo>
                            <a:pt x="107144" y="123341"/>
                            <a:pt x="107144" y="123341"/>
                            <a:pt x="107240" y="123246"/>
                          </a:cubicBezTo>
                          <a:cubicBezTo>
                            <a:pt x="107906" y="122674"/>
                            <a:pt x="108573" y="122103"/>
                            <a:pt x="109145" y="121531"/>
                          </a:cubicBezTo>
                          <a:cubicBezTo>
                            <a:pt x="109621" y="121055"/>
                            <a:pt x="110192" y="120674"/>
                            <a:pt x="110669" y="120198"/>
                          </a:cubicBezTo>
                          <a:cubicBezTo>
                            <a:pt x="111812" y="119150"/>
                            <a:pt x="113050" y="118102"/>
                            <a:pt x="114193" y="117054"/>
                          </a:cubicBezTo>
                          <a:cubicBezTo>
                            <a:pt x="115336" y="116102"/>
                            <a:pt x="116574" y="115054"/>
                            <a:pt x="117717" y="114102"/>
                          </a:cubicBezTo>
                          <a:cubicBezTo>
                            <a:pt x="118574" y="113435"/>
                            <a:pt x="119336" y="112768"/>
                            <a:pt x="120194" y="112101"/>
                          </a:cubicBezTo>
                          <a:cubicBezTo>
                            <a:pt x="123242" y="109530"/>
                            <a:pt x="126385" y="107053"/>
                            <a:pt x="129623" y="104577"/>
                          </a:cubicBezTo>
                          <a:cubicBezTo>
                            <a:pt x="129719" y="104481"/>
                            <a:pt x="129814" y="104481"/>
                            <a:pt x="129909" y="104386"/>
                          </a:cubicBezTo>
                          <a:cubicBezTo>
                            <a:pt x="130385" y="104005"/>
                            <a:pt x="130862" y="103719"/>
                            <a:pt x="131338" y="103338"/>
                          </a:cubicBezTo>
                          <a:cubicBezTo>
                            <a:pt x="133814" y="101529"/>
                            <a:pt x="136196" y="99624"/>
                            <a:pt x="138767" y="97814"/>
                          </a:cubicBezTo>
                          <a:cubicBezTo>
                            <a:pt x="139148" y="97528"/>
                            <a:pt x="139529" y="97242"/>
                            <a:pt x="139910" y="96957"/>
                          </a:cubicBezTo>
                          <a:cubicBezTo>
                            <a:pt x="140768" y="96385"/>
                            <a:pt x="141625" y="95718"/>
                            <a:pt x="142482" y="95147"/>
                          </a:cubicBezTo>
                          <a:cubicBezTo>
                            <a:pt x="143911" y="94099"/>
                            <a:pt x="145435" y="93051"/>
                            <a:pt x="146864" y="92099"/>
                          </a:cubicBezTo>
                          <a:cubicBezTo>
                            <a:pt x="147340" y="91718"/>
                            <a:pt x="147911" y="91432"/>
                            <a:pt x="148388" y="91051"/>
                          </a:cubicBezTo>
                          <a:cubicBezTo>
                            <a:pt x="149435" y="90384"/>
                            <a:pt x="150388" y="89718"/>
                            <a:pt x="151436" y="89051"/>
                          </a:cubicBezTo>
                          <a:cubicBezTo>
                            <a:pt x="152483" y="88289"/>
                            <a:pt x="153626" y="87622"/>
                            <a:pt x="154674" y="86955"/>
                          </a:cubicBezTo>
                          <a:cubicBezTo>
                            <a:pt x="155055" y="86670"/>
                            <a:pt x="155531" y="86384"/>
                            <a:pt x="155912" y="86193"/>
                          </a:cubicBezTo>
                          <a:cubicBezTo>
                            <a:pt x="157341" y="85241"/>
                            <a:pt x="158865" y="84288"/>
                            <a:pt x="160294" y="83431"/>
                          </a:cubicBezTo>
                          <a:cubicBezTo>
                            <a:pt x="161056" y="82955"/>
                            <a:pt x="161818" y="82479"/>
                            <a:pt x="162580" y="82002"/>
                          </a:cubicBezTo>
                          <a:cubicBezTo>
                            <a:pt x="162770" y="81907"/>
                            <a:pt x="162961" y="81812"/>
                            <a:pt x="163151" y="81717"/>
                          </a:cubicBezTo>
                          <a:cubicBezTo>
                            <a:pt x="165533" y="80288"/>
                            <a:pt x="167914" y="78859"/>
                            <a:pt x="170295" y="77430"/>
                          </a:cubicBezTo>
                          <a:cubicBezTo>
                            <a:pt x="170390" y="77335"/>
                            <a:pt x="170581" y="77240"/>
                            <a:pt x="170676" y="77240"/>
                          </a:cubicBezTo>
                          <a:cubicBezTo>
                            <a:pt x="171248" y="76859"/>
                            <a:pt x="171819" y="76573"/>
                            <a:pt x="172391" y="76287"/>
                          </a:cubicBezTo>
                          <a:cubicBezTo>
                            <a:pt x="174105" y="75335"/>
                            <a:pt x="175820" y="74287"/>
                            <a:pt x="177534" y="73335"/>
                          </a:cubicBezTo>
                          <a:cubicBezTo>
                            <a:pt x="178010" y="73049"/>
                            <a:pt x="178487" y="72858"/>
                            <a:pt x="178868" y="72573"/>
                          </a:cubicBezTo>
                          <a:cubicBezTo>
                            <a:pt x="179820" y="72096"/>
                            <a:pt x="180773" y="71525"/>
                            <a:pt x="181725" y="71049"/>
                          </a:cubicBezTo>
                          <a:cubicBezTo>
                            <a:pt x="182773" y="70477"/>
                            <a:pt x="183821" y="69906"/>
                            <a:pt x="184868" y="69334"/>
                          </a:cubicBezTo>
                          <a:cubicBezTo>
                            <a:pt x="185726" y="68858"/>
                            <a:pt x="186583" y="68382"/>
                            <a:pt x="187440" y="68001"/>
                          </a:cubicBezTo>
                          <a:cubicBezTo>
                            <a:pt x="188488" y="67429"/>
                            <a:pt x="189440" y="66953"/>
                            <a:pt x="190488" y="66381"/>
                          </a:cubicBezTo>
                          <a:cubicBezTo>
                            <a:pt x="191155" y="66096"/>
                            <a:pt x="191822" y="65715"/>
                            <a:pt x="192393" y="65429"/>
                          </a:cubicBezTo>
                          <a:cubicBezTo>
                            <a:pt x="193727" y="64762"/>
                            <a:pt x="195060" y="64095"/>
                            <a:pt x="196394" y="63429"/>
                          </a:cubicBezTo>
                          <a:cubicBezTo>
                            <a:pt x="197346" y="62952"/>
                            <a:pt x="198203" y="62476"/>
                            <a:pt x="199156" y="62095"/>
                          </a:cubicBezTo>
                          <a:cubicBezTo>
                            <a:pt x="199442" y="61905"/>
                            <a:pt x="199823" y="61809"/>
                            <a:pt x="200108" y="61619"/>
                          </a:cubicBezTo>
                          <a:cubicBezTo>
                            <a:pt x="202585" y="60476"/>
                            <a:pt x="204966" y="59333"/>
                            <a:pt x="207443" y="58190"/>
                          </a:cubicBezTo>
                          <a:cubicBezTo>
                            <a:pt x="207633" y="58095"/>
                            <a:pt x="207824" y="57999"/>
                            <a:pt x="207919" y="57904"/>
                          </a:cubicBezTo>
                          <a:cubicBezTo>
                            <a:pt x="207919" y="57904"/>
                            <a:pt x="207919" y="57904"/>
                            <a:pt x="208014" y="57904"/>
                          </a:cubicBezTo>
                          <a:cubicBezTo>
                            <a:pt x="210681" y="56666"/>
                            <a:pt x="213348" y="55523"/>
                            <a:pt x="216110" y="54380"/>
                          </a:cubicBezTo>
                          <a:cubicBezTo>
                            <a:pt x="216587" y="54189"/>
                            <a:pt x="217063" y="53904"/>
                            <a:pt x="217539" y="53713"/>
                          </a:cubicBezTo>
                          <a:cubicBezTo>
                            <a:pt x="218206" y="53427"/>
                            <a:pt x="218777" y="53237"/>
                            <a:pt x="219444" y="52951"/>
                          </a:cubicBezTo>
                          <a:cubicBezTo>
                            <a:pt x="224778" y="50760"/>
                            <a:pt x="230112" y="48665"/>
                            <a:pt x="235351" y="46760"/>
                          </a:cubicBezTo>
                          <a:cubicBezTo>
                            <a:pt x="236494" y="46379"/>
                            <a:pt x="237542" y="45998"/>
                            <a:pt x="238685" y="45617"/>
                          </a:cubicBezTo>
                          <a:cubicBezTo>
                            <a:pt x="239447" y="45331"/>
                            <a:pt x="240209" y="45045"/>
                            <a:pt x="241066" y="44855"/>
                          </a:cubicBezTo>
                          <a:cubicBezTo>
                            <a:pt x="242018" y="44474"/>
                            <a:pt x="243066" y="44188"/>
                            <a:pt x="244019" y="43807"/>
                          </a:cubicBezTo>
                          <a:cubicBezTo>
                            <a:pt x="245257" y="43426"/>
                            <a:pt x="246495" y="42950"/>
                            <a:pt x="247733" y="42569"/>
                          </a:cubicBezTo>
                          <a:cubicBezTo>
                            <a:pt x="248305" y="42378"/>
                            <a:pt x="248876" y="42188"/>
                            <a:pt x="249448" y="41997"/>
                          </a:cubicBezTo>
                          <a:cubicBezTo>
                            <a:pt x="250591" y="41616"/>
                            <a:pt x="251734" y="41235"/>
                            <a:pt x="252877" y="40950"/>
                          </a:cubicBezTo>
                          <a:cubicBezTo>
                            <a:pt x="253829" y="40664"/>
                            <a:pt x="254687" y="40378"/>
                            <a:pt x="255639" y="40092"/>
                          </a:cubicBezTo>
                          <a:cubicBezTo>
                            <a:pt x="261830" y="38283"/>
                            <a:pt x="267926" y="36663"/>
                            <a:pt x="273832" y="35235"/>
                          </a:cubicBezTo>
                          <a:cubicBezTo>
                            <a:pt x="291739" y="31044"/>
                            <a:pt x="308598" y="28948"/>
                            <a:pt x="324124" y="28662"/>
                          </a:cubicBezTo>
                          <a:cubicBezTo>
                            <a:pt x="324314" y="28662"/>
                            <a:pt x="324505" y="28662"/>
                            <a:pt x="324695" y="28662"/>
                          </a:cubicBezTo>
                          <a:cubicBezTo>
                            <a:pt x="326791" y="28662"/>
                            <a:pt x="328886" y="28662"/>
                            <a:pt x="330887" y="28662"/>
                          </a:cubicBezTo>
                          <a:cubicBezTo>
                            <a:pt x="331934" y="28662"/>
                            <a:pt x="332982" y="28758"/>
                            <a:pt x="334125" y="28758"/>
                          </a:cubicBezTo>
                          <a:cubicBezTo>
                            <a:pt x="335554" y="28853"/>
                            <a:pt x="336887" y="28853"/>
                            <a:pt x="338221" y="28948"/>
                          </a:cubicBezTo>
                          <a:cubicBezTo>
                            <a:pt x="338507" y="28948"/>
                            <a:pt x="338792" y="28948"/>
                            <a:pt x="339078" y="28948"/>
                          </a:cubicBezTo>
                          <a:cubicBezTo>
                            <a:pt x="343936" y="29329"/>
                            <a:pt x="348508" y="29805"/>
                            <a:pt x="352985" y="30567"/>
                          </a:cubicBezTo>
                          <a:cubicBezTo>
                            <a:pt x="353747" y="30663"/>
                            <a:pt x="354509" y="30853"/>
                            <a:pt x="355271" y="31044"/>
                          </a:cubicBezTo>
                          <a:cubicBezTo>
                            <a:pt x="356509" y="31234"/>
                            <a:pt x="357652" y="31520"/>
                            <a:pt x="358795" y="31710"/>
                          </a:cubicBezTo>
                          <a:cubicBezTo>
                            <a:pt x="359747" y="31901"/>
                            <a:pt x="360700" y="32187"/>
                            <a:pt x="361557" y="32377"/>
                          </a:cubicBezTo>
                          <a:cubicBezTo>
                            <a:pt x="362414" y="32568"/>
                            <a:pt x="363176" y="32758"/>
                            <a:pt x="364034" y="33044"/>
                          </a:cubicBezTo>
                          <a:cubicBezTo>
                            <a:pt x="368701" y="34282"/>
                            <a:pt x="373082" y="35806"/>
                            <a:pt x="377178" y="37616"/>
                          </a:cubicBezTo>
                          <a:cubicBezTo>
                            <a:pt x="378988" y="38378"/>
                            <a:pt x="380702" y="39235"/>
                            <a:pt x="382417" y="40092"/>
                          </a:cubicBezTo>
                          <a:cubicBezTo>
                            <a:pt x="382893" y="40378"/>
                            <a:pt x="383369" y="40664"/>
                            <a:pt x="383846" y="40854"/>
                          </a:cubicBezTo>
                          <a:cubicBezTo>
                            <a:pt x="384703" y="41331"/>
                            <a:pt x="385560" y="41807"/>
                            <a:pt x="386417" y="42283"/>
                          </a:cubicBezTo>
                          <a:cubicBezTo>
                            <a:pt x="387179" y="42759"/>
                            <a:pt x="387846" y="43236"/>
                            <a:pt x="388608" y="43712"/>
                          </a:cubicBezTo>
                          <a:cubicBezTo>
                            <a:pt x="389370" y="44188"/>
                            <a:pt x="390037" y="44664"/>
                            <a:pt x="390799" y="45141"/>
                          </a:cubicBezTo>
                          <a:cubicBezTo>
                            <a:pt x="391180" y="45426"/>
                            <a:pt x="391561" y="45712"/>
                            <a:pt x="391942" y="45903"/>
                          </a:cubicBezTo>
                          <a:cubicBezTo>
                            <a:pt x="404991" y="55713"/>
                            <a:pt x="412992" y="69525"/>
                            <a:pt x="414421" y="87051"/>
                          </a:cubicBezTo>
                          <a:cubicBezTo>
                            <a:pt x="414611" y="88956"/>
                            <a:pt x="414611" y="90956"/>
                            <a:pt x="414611" y="92956"/>
                          </a:cubicBezTo>
                          <a:cubicBezTo>
                            <a:pt x="414611" y="93432"/>
                            <a:pt x="414516" y="94004"/>
                            <a:pt x="414516" y="94480"/>
                          </a:cubicBezTo>
                          <a:cubicBezTo>
                            <a:pt x="414516" y="95718"/>
                            <a:pt x="414421" y="96861"/>
                            <a:pt x="414326" y="98100"/>
                          </a:cubicBezTo>
                          <a:cubicBezTo>
                            <a:pt x="414230" y="98862"/>
                            <a:pt x="414230" y="99624"/>
                            <a:pt x="414135" y="100481"/>
                          </a:cubicBezTo>
                          <a:cubicBezTo>
                            <a:pt x="414040" y="101624"/>
                            <a:pt x="413849" y="102767"/>
                            <a:pt x="413754" y="103910"/>
                          </a:cubicBezTo>
                          <a:cubicBezTo>
                            <a:pt x="413659" y="104767"/>
                            <a:pt x="413468" y="105624"/>
                            <a:pt x="413373" y="106482"/>
                          </a:cubicBezTo>
                          <a:cubicBezTo>
                            <a:pt x="413278" y="106767"/>
                            <a:pt x="413278" y="107053"/>
                            <a:pt x="413183" y="107339"/>
                          </a:cubicBezTo>
                          <a:lnTo>
                            <a:pt x="413183" y="107339"/>
                          </a:lnTo>
                          <a:lnTo>
                            <a:pt x="413183" y="107339"/>
                          </a:lnTo>
                          <a:cubicBezTo>
                            <a:pt x="413183" y="107434"/>
                            <a:pt x="413183" y="107625"/>
                            <a:pt x="413087" y="107720"/>
                          </a:cubicBezTo>
                          <a:cubicBezTo>
                            <a:pt x="412992" y="108006"/>
                            <a:pt x="412992" y="108387"/>
                            <a:pt x="412897" y="108672"/>
                          </a:cubicBezTo>
                          <a:cubicBezTo>
                            <a:pt x="412802" y="109053"/>
                            <a:pt x="412802" y="109434"/>
                            <a:pt x="412706" y="109815"/>
                          </a:cubicBezTo>
                          <a:cubicBezTo>
                            <a:pt x="412516" y="110768"/>
                            <a:pt x="412325" y="111625"/>
                            <a:pt x="412135" y="112578"/>
                          </a:cubicBezTo>
                          <a:cubicBezTo>
                            <a:pt x="411944" y="113244"/>
                            <a:pt x="411754" y="114006"/>
                            <a:pt x="411563" y="114673"/>
                          </a:cubicBezTo>
                          <a:cubicBezTo>
                            <a:pt x="411468" y="115054"/>
                            <a:pt x="411373" y="115435"/>
                            <a:pt x="411278" y="115816"/>
                          </a:cubicBezTo>
                          <a:cubicBezTo>
                            <a:pt x="410992" y="116864"/>
                            <a:pt x="410706" y="117912"/>
                            <a:pt x="410420" y="118864"/>
                          </a:cubicBezTo>
                          <a:cubicBezTo>
                            <a:pt x="410230" y="119531"/>
                            <a:pt x="410039" y="120102"/>
                            <a:pt x="409849" y="120769"/>
                          </a:cubicBezTo>
                          <a:cubicBezTo>
                            <a:pt x="409754" y="121245"/>
                            <a:pt x="409563" y="121626"/>
                            <a:pt x="409468" y="122103"/>
                          </a:cubicBezTo>
                          <a:cubicBezTo>
                            <a:pt x="409277" y="122769"/>
                            <a:pt x="409087" y="123436"/>
                            <a:pt x="408801" y="124103"/>
                          </a:cubicBezTo>
                          <a:cubicBezTo>
                            <a:pt x="408611" y="124579"/>
                            <a:pt x="408420" y="125055"/>
                            <a:pt x="408230" y="125532"/>
                          </a:cubicBezTo>
                          <a:cubicBezTo>
                            <a:pt x="407849" y="126484"/>
                            <a:pt x="407468" y="127437"/>
                            <a:pt x="407087" y="128389"/>
                          </a:cubicBezTo>
                          <a:cubicBezTo>
                            <a:pt x="407087" y="128389"/>
                            <a:pt x="407087" y="128389"/>
                            <a:pt x="407087" y="128389"/>
                          </a:cubicBezTo>
                          <a:cubicBezTo>
                            <a:pt x="406515" y="129818"/>
                            <a:pt x="405944" y="131247"/>
                            <a:pt x="405277" y="132675"/>
                          </a:cubicBezTo>
                          <a:cubicBezTo>
                            <a:pt x="404896" y="133628"/>
                            <a:pt x="404515" y="134485"/>
                            <a:pt x="404039" y="135438"/>
                          </a:cubicBezTo>
                          <a:cubicBezTo>
                            <a:pt x="403181" y="137343"/>
                            <a:pt x="402229" y="139248"/>
                            <a:pt x="401181" y="141153"/>
                          </a:cubicBezTo>
                          <a:cubicBezTo>
                            <a:pt x="400895" y="141629"/>
                            <a:pt x="400705" y="142200"/>
                            <a:pt x="400419" y="142677"/>
                          </a:cubicBezTo>
                          <a:cubicBezTo>
                            <a:pt x="400324" y="142772"/>
                            <a:pt x="400324" y="142867"/>
                            <a:pt x="400229" y="143058"/>
                          </a:cubicBezTo>
                          <a:cubicBezTo>
                            <a:pt x="400133" y="143248"/>
                            <a:pt x="400038" y="143439"/>
                            <a:pt x="399943" y="143724"/>
                          </a:cubicBezTo>
                          <a:cubicBezTo>
                            <a:pt x="372701" y="194397"/>
                            <a:pt x="310503" y="247642"/>
                            <a:pt x="236018" y="279170"/>
                          </a:cubicBezTo>
                          <a:cubicBezTo>
                            <a:pt x="168009" y="307935"/>
                            <a:pt x="106668" y="311269"/>
                            <a:pt x="71140" y="292600"/>
                          </a:cubicBezTo>
                          <a:cubicBezTo>
                            <a:pt x="69425" y="291743"/>
                            <a:pt x="67806" y="290790"/>
                            <a:pt x="66282" y="289743"/>
                          </a:cubicBezTo>
                          <a:cubicBezTo>
                            <a:pt x="63425" y="287933"/>
                            <a:pt x="60758" y="285933"/>
                            <a:pt x="58376" y="283837"/>
                          </a:cubicBezTo>
                          <a:cubicBezTo>
                            <a:pt x="57900" y="283837"/>
                            <a:pt x="57614" y="283742"/>
                            <a:pt x="57424" y="283551"/>
                          </a:cubicBezTo>
                          <a:cubicBezTo>
                            <a:pt x="57138" y="283266"/>
                            <a:pt x="56948" y="283075"/>
                            <a:pt x="56662" y="282789"/>
                          </a:cubicBezTo>
                          <a:cubicBezTo>
                            <a:pt x="56186" y="282313"/>
                            <a:pt x="55805" y="281932"/>
                            <a:pt x="55328" y="281456"/>
                          </a:cubicBezTo>
                          <a:cubicBezTo>
                            <a:pt x="54852" y="280980"/>
                            <a:pt x="54376" y="280503"/>
                            <a:pt x="53900" y="280027"/>
                          </a:cubicBezTo>
                          <a:cubicBezTo>
                            <a:pt x="53804" y="279932"/>
                            <a:pt x="53709" y="279837"/>
                            <a:pt x="53519" y="279646"/>
                          </a:cubicBezTo>
                          <a:cubicBezTo>
                            <a:pt x="52280" y="278408"/>
                            <a:pt x="51233" y="277074"/>
                            <a:pt x="50185" y="275646"/>
                          </a:cubicBezTo>
                          <a:cubicBezTo>
                            <a:pt x="49994" y="275360"/>
                            <a:pt x="49804" y="275074"/>
                            <a:pt x="49613" y="274788"/>
                          </a:cubicBezTo>
                          <a:cubicBezTo>
                            <a:pt x="49328" y="274407"/>
                            <a:pt x="49042" y="273931"/>
                            <a:pt x="48756" y="273455"/>
                          </a:cubicBezTo>
                          <a:cubicBezTo>
                            <a:pt x="48470" y="272979"/>
                            <a:pt x="48185" y="272598"/>
                            <a:pt x="47899" y="272121"/>
                          </a:cubicBezTo>
                          <a:cubicBezTo>
                            <a:pt x="47518" y="271550"/>
                            <a:pt x="47232" y="271074"/>
                            <a:pt x="46851" y="270502"/>
                          </a:cubicBezTo>
                          <a:cubicBezTo>
                            <a:pt x="46661" y="270121"/>
                            <a:pt x="46470" y="269835"/>
                            <a:pt x="46280" y="269454"/>
                          </a:cubicBezTo>
                          <a:cubicBezTo>
                            <a:pt x="44851" y="266978"/>
                            <a:pt x="43613" y="264501"/>
                            <a:pt x="42660" y="261739"/>
                          </a:cubicBezTo>
                          <a:cubicBezTo>
                            <a:pt x="40755" y="256691"/>
                            <a:pt x="39612" y="251262"/>
                            <a:pt x="39136" y="245451"/>
                          </a:cubicBezTo>
                          <a:cubicBezTo>
                            <a:pt x="38945" y="243546"/>
                            <a:pt x="38945" y="241546"/>
                            <a:pt x="38945" y="239546"/>
                          </a:cubicBezTo>
                          <a:cubicBezTo>
                            <a:pt x="38945" y="239070"/>
                            <a:pt x="39041" y="238498"/>
                            <a:pt x="39041" y="238022"/>
                          </a:cubicBezTo>
                          <a:cubicBezTo>
                            <a:pt x="39041" y="237165"/>
                            <a:pt x="39136" y="236403"/>
                            <a:pt x="39136" y="235545"/>
                          </a:cubicBezTo>
                          <a:cubicBezTo>
                            <a:pt x="39136" y="235164"/>
                            <a:pt x="39136" y="234783"/>
                            <a:pt x="39231" y="234402"/>
                          </a:cubicBezTo>
                          <a:cubicBezTo>
                            <a:pt x="39326" y="233640"/>
                            <a:pt x="39326" y="232783"/>
                            <a:pt x="39422" y="232021"/>
                          </a:cubicBezTo>
                          <a:cubicBezTo>
                            <a:pt x="39517" y="231354"/>
                            <a:pt x="39612" y="230783"/>
                            <a:pt x="39612" y="230116"/>
                          </a:cubicBezTo>
                          <a:cubicBezTo>
                            <a:pt x="39707" y="229640"/>
                            <a:pt x="39707" y="229068"/>
                            <a:pt x="39803" y="228592"/>
                          </a:cubicBezTo>
                          <a:cubicBezTo>
                            <a:pt x="39898" y="228211"/>
                            <a:pt x="39898" y="227830"/>
                            <a:pt x="39898" y="227354"/>
                          </a:cubicBezTo>
                          <a:cubicBezTo>
                            <a:pt x="41517" y="216972"/>
                            <a:pt x="45041" y="206208"/>
                            <a:pt x="50280" y="195255"/>
                          </a:cubicBezTo>
                          <a:cubicBezTo>
                            <a:pt x="50947" y="193921"/>
                            <a:pt x="51614" y="192492"/>
                            <a:pt x="52376" y="191159"/>
                          </a:cubicBezTo>
                          <a:cubicBezTo>
                            <a:pt x="52661" y="190683"/>
                            <a:pt x="52852" y="190206"/>
                            <a:pt x="53138" y="189730"/>
                          </a:cubicBezTo>
                          <a:cubicBezTo>
                            <a:pt x="53233" y="189635"/>
                            <a:pt x="53233" y="189444"/>
                            <a:pt x="53328" y="189349"/>
                          </a:cubicBezTo>
                          <a:cubicBezTo>
                            <a:pt x="54471" y="187158"/>
                            <a:pt x="55805" y="184777"/>
                            <a:pt x="57233" y="182396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D108">
                            <a:alpha val="100000"/>
                          </a:srgbClr>
                        </a:gs>
                        <a:gs pos="50000">
                          <a:srgbClr val="F0A704">
                            <a:alpha val="100000"/>
                          </a:srgbClr>
                        </a:gs>
                        <a:gs pos="100000">
                          <a:srgbClr val="E27D00">
                            <a:alpha val="100000"/>
                          </a:srgbClr>
                        </a:gs>
                      </a:gsLst>
                      <a:lin ang="918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7" name="AutoShape 127"/>
                    <p:cNvSpPr/>
                    <p:nvPr/>
                  </p:nvSpPr>
                  <p:spPr>
                    <a:xfrm>
                      <a:off x="5068061" y="2764493"/>
                      <a:ext cx="375475" cy="2754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5475" h="275487">
                          <a:moveTo>
                            <a:pt x="28956" y="137679"/>
                          </a:moveTo>
                          <a:cubicBezTo>
                            <a:pt x="28480" y="138250"/>
                            <a:pt x="28099" y="138822"/>
                            <a:pt x="27623" y="139488"/>
                          </a:cubicBezTo>
                          <a:cubicBezTo>
                            <a:pt x="27527" y="139584"/>
                            <a:pt x="27432" y="139774"/>
                            <a:pt x="27337" y="139869"/>
                          </a:cubicBezTo>
                          <a:cubicBezTo>
                            <a:pt x="26861" y="140536"/>
                            <a:pt x="26384" y="141298"/>
                            <a:pt x="25908" y="141965"/>
                          </a:cubicBezTo>
                          <a:cubicBezTo>
                            <a:pt x="24955" y="143394"/>
                            <a:pt x="24003" y="144727"/>
                            <a:pt x="23051" y="146156"/>
                          </a:cubicBezTo>
                          <a:cubicBezTo>
                            <a:pt x="22479" y="147013"/>
                            <a:pt x="22003" y="147775"/>
                            <a:pt x="21431" y="148632"/>
                          </a:cubicBezTo>
                          <a:cubicBezTo>
                            <a:pt x="20860" y="149585"/>
                            <a:pt x="20288" y="150442"/>
                            <a:pt x="19717" y="151395"/>
                          </a:cubicBezTo>
                          <a:cubicBezTo>
                            <a:pt x="19526" y="151680"/>
                            <a:pt x="19431" y="151871"/>
                            <a:pt x="19241" y="152157"/>
                          </a:cubicBezTo>
                          <a:cubicBezTo>
                            <a:pt x="17526" y="155014"/>
                            <a:pt x="15907" y="157872"/>
                            <a:pt x="14383" y="160729"/>
                          </a:cubicBezTo>
                          <a:cubicBezTo>
                            <a:pt x="14288" y="160920"/>
                            <a:pt x="14192" y="161015"/>
                            <a:pt x="14192" y="161110"/>
                          </a:cubicBezTo>
                          <a:cubicBezTo>
                            <a:pt x="13907" y="161586"/>
                            <a:pt x="13716" y="162063"/>
                            <a:pt x="13430" y="162539"/>
                          </a:cubicBezTo>
                          <a:cubicBezTo>
                            <a:pt x="12764" y="163872"/>
                            <a:pt x="12002" y="165301"/>
                            <a:pt x="11335" y="166635"/>
                          </a:cubicBezTo>
                          <a:cubicBezTo>
                            <a:pt x="6096" y="177588"/>
                            <a:pt x="2572" y="188352"/>
                            <a:pt x="952" y="198734"/>
                          </a:cubicBezTo>
                          <a:cubicBezTo>
                            <a:pt x="857" y="199115"/>
                            <a:pt x="857" y="199496"/>
                            <a:pt x="857" y="199972"/>
                          </a:cubicBezTo>
                          <a:cubicBezTo>
                            <a:pt x="762" y="200544"/>
                            <a:pt x="762" y="201020"/>
                            <a:pt x="667" y="201496"/>
                          </a:cubicBezTo>
                          <a:cubicBezTo>
                            <a:pt x="571" y="202163"/>
                            <a:pt x="476" y="202734"/>
                            <a:pt x="476" y="203401"/>
                          </a:cubicBezTo>
                          <a:cubicBezTo>
                            <a:pt x="381" y="204163"/>
                            <a:pt x="286" y="205020"/>
                            <a:pt x="286" y="205782"/>
                          </a:cubicBezTo>
                          <a:cubicBezTo>
                            <a:pt x="286" y="206163"/>
                            <a:pt x="286" y="206544"/>
                            <a:pt x="190" y="206925"/>
                          </a:cubicBezTo>
                          <a:cubicBezTo>
                            <a:pt x="190" y="207783"/>
                            <a:pt x="95" y="208545"/>
                            <a:pt x="95" y="209402"/>
                          </a:cubicBezTo>
                          <a:cubicBezTo>
                            <a:pt x="95" y="209878"/>
                            <a:pt x="0" y="210450"/>
                            <a:pt x="0" y="210926"/>
                          </a:cubicBezTo>
                          <a:cubicBezTo>
                            <a:pt x="0" y="212926"/>
                            <a:pt x="95" y="214926"/>
                            <a:pt x="190" y="216831"/>
                          </a:cubicBezTo>
                          <a:cubicBezTo>
                            <a:pt x="667" y="222642"/>
                            <a:pt x="1905" y="228071"/>
                            <a:pt x="3715" y="233119"/>
                          </a:cubicBezTo>
                          <a:cubicBezTo>
                            <a:pt x="4763" y="235786"/>
                            <a:pt x="6001" y="238358"/>
                            <a:pt x="7334" y="240834"/>
                          </a:cubicBezTo>
                          <a:cubicBezTo>
                            <a:pt x="7525" y="241215"/>
                            <a:pt x="7715" y="241501"/>
                            <a:pt x="7906" y="241882"/>
                          </a:cubicBezTo>
                          <a:cubicBezTo>
                            <a:pt x="8192" y="242454"/>
                            <a:pt x="8573" y="242930"/>
                            <a:pt x="8954" y="243501"/>
                          </a:cubicBezTo>
                          <a:cubicBezTo>
                            <a:pt x="9239" y="243978"/>
                            <a:pt x="9525" y="244359"/>
                            <a:pt x="9811" y="244835"/>
                          </a:cubicBezTo>
                          <a:cubicBezTo>
                            <a:pt x="10096" y="245311"/>
                            <a:pt x="10382" y="245692"/>
                            <a:pt x="10668" y="246168"/>
                          </a:cubicBezTo>
                          <a:cubicBezTo>
                            <a:pt x="10858" y="246454"/>
                            <a:pt x="11049" y="246740"/>
                            <a:pt x="11240" y="247026"/>
                          </a:cubicBezTo>
                          <a:cubicBezTo>
                            <a:pt x="12287" y="248359"/>
                            <a:pt x="13430" y="249693"/>
                            <a:pt x="14573" y="251026"/>
                          </a:cubicBezTo>
                          <a:cubicBezTo>
                            <a:pt x="14669" y="251121"/>
                            <a:pt x="14764" y="251217"/>
                            <a:pt x="14954" y="251407"/>
                          </a:cubicBezTo>
                          <a:cubicBezTo>
                            <a:pt x="15430" y="251883"/>
                            <a:pt x="15907" y="252360"/>
                            <a:pt x="16383" y="252836"/>
                          </a:cubicBezTo>
                          <a:cubicBezTo>
                            <a:pt x="16859" y="253312"/>
                            <a:pt x="17240" y="253693"/>
                            <a:pt x="17717" y="254169"/>
                          </a:cubicBezTo>
                          <a:cubicBezTo>
                            <a:pt x="18002" y="254360"/>
                            <a:pt x="18193" y="254646"/>
                            <a:pt x="18479" y="254836"/>
                          </a:cubicBezTo>
                          <a:cubicBezTo>
                            <a:pt x="18764" y="254836"/>
                            <a:pt x="19050" y="254931"/>
                            <a:pt x="19241" y="255122"/>
                          </a:cubicBezTo>
                          <a:cubicBezTo>
                            <a:pt x="21717" y="257217"/>
                            <a:pt x="24289" y="259218"/>
                            <a:pt x="27146" y="261027"/>
                          </a:cubicBezTo>
                          <a:cubicBezTo>
                            <a:pt x="28766" y="261980"/>
                            <a:pt x="30385" y="262932"/>
                            <a:pt x="32004" y="263885"/>
                          </a:cubicBezTo>
                          <a:cubicBezTo>
                            <a:pt x="67532" y="282554"/>
                            <a:pt x="128873" y="279125"/>
                            <a:pt x="196882" y="250455"/>
                          </a:cubicBezTo>
                          <a:cubicBezTo>
                            <a:pt x="271367" y="219022"/>
                            <a:pt x="333566" y="165682"/>
                            <a:pt x="360807" y="115009"/>
                          </a:cubicBezTo>
                          <a:cubicBezTo>
                            <a:pt x="360902" y="114819"/>
                            <a:pt x="360998" y="114628"/>
                            <a:pt x="361093" y="114342"/>
                          </a:cubicBezTo>
                          <a:cubicBezTo>
                            <a:pt x="361188" y="114247"/>
                            <a:pt x="361188" y="114152"/>
                            <a:pt x="361283" y="113961"/>
                          </a:cubicBezTo>
                          <a:cubicBezTo>
                            <a:pt x="361569" y="113485"/>
                            <a:pt x="361760" y="112914"/>
                            <a:pt x="362045" y="112437"/>
                          </a:cubicBezTo>
                          <a:cubicBezTo>
                            <a:pt x="362998" y="110532"/>
                            <a:pt x="363950" y="108627"/>
                            <a:pt x="364903" y="106722"/>
                          </a:cubicBezTo>
                          <a:cubicBezTo>
                            <a:pt x="365284" y="105770"/>
                            <a:pt x="365760" y="104913"/>
                            <a:pt x="366141" y="103960"/>
                          </a:cubicBezTo>
                          <a:cubicBezTo>
                            <a:pt x="366808" y="102531"/>
                            <a:pt x="367379" y="101103"/>
                            <a:pt x="367951" y="99674"/>
                          </a:cubicBezTo>
                          <a:cubicBezTo>
                            <a:pt x="367951" y="99674"/>
                            <a:pt x="367951" y="99674"/>
                            <a:pt x="367951" y="99674"/>
                          </a:cubicBezTo>
                          <a:cubicBezTo>
                            <a:pt x="368332" y="98721"/>
                            <a:pt x="368713" y="97769"/>
                            <a:pt x="369094" y="96816"/>
                          </a:cubicBezTo>
                          <a:cubicBezTo>
                            <a:pt x="369284" y="96340"/>
                            <a:pt x="369475" y="95864"/>
                            <a:pt x="369665" y="95388"/>
                          </a:cubicBezTo>
                          <a:cubicBezTo>
                            <a:pt x="369856" y="94721"/>
                            <a:pt x="370046" y="94054"/>
                            <a:pt x="370332" y="93387"/>
                          </a:cubicBezTo>
                          <a:cubicBezTo>
                            <a:pt x="370523" y="92911"/>
                            <a:pt x="370618" y="92530"/>
                            <a:pt x="370713" y="92054"/>
                          </a:cubicBezTo>
                          <a:cubicBezTo>
                            <a:pt x="370904" y="91387"/>
                            <a:pt x="371094" y="90816"/>
                            <a:pt x="371285" y="90149"/>
                          </a:cubicBezTo>
                          <a:cubicBezTo>
                            <a:pt x="371570" y="89101"/>
                            <a:pt x="371856" y="88053"/>
                            <a:pt x="372142" y="87101"/>
                          </a:cubicBezTo>
                          <a:cubicBezTo>
                            <a:pt x="372237" y="86720"/>
                            <a:pt x="372332" y="86339"/>
                            <a:pt x="372428" y="85958"/>
                          </a:cubicBezTo>
                          <a:cubicBezTo>
                            <a:pt x="372618" y="85291"/>
                            <a:pt x="372809" y="84529"/>
                            <a:pt x="372999" y="83862"/>
                          </a:cubicBezTo>
                          <a:cubicBezTo>
                            <a:pt x="373190" y="82910"/>
                            <a:pt x="373380" y="82053"/>
                            <a:pt x="373571" y="81100"/>
                          </a:cubicBezTo>
                          <a:cubicBezTo>
                            <a:pt x="373666" y="80719"/>
                            <a:pt x="373761" y="80338"/>
                            <a:pt x="373761" y="79957"/>
                          </a:cubicBezTo>
                          <a:cubicBezTo>
                            <a:pt x="373856" y="79671"/>
                            <a:pt x="373856" y="79290"/>
                            <a:pt x="373952" y="79005"/>
                          </a:cubicBezTo>
                          <a:cubicBezTo>
                            <a:pt x="373952" y="78909"/>
                            <a:pt x="374047" y="78719"/>
                            <a:pt x="374047" y="78624"/>
                          </a:cubicBezTo>
                          <a:lnTo>
                            <a:pt x="374047" y="78624"/>
                          </a:lnTo>
                          <a:lnTo>
                            <a:pt x="374047" y="78624"/>
                          </a:lnTo>
                          <a:cubicBezTo>
                            <a:pt x="374142" y="78338"/>
                            <a:pt x="374142" y="78052"/>
                            <a:pt x="374237" y="77766"/>
                          </a:cubicBezTo>
                          <a:cubicBezTo>
                            <a:pt x="374428" y="76909"/>
                            <a:pt x="374523" y="76052"/>
                            <a:pt x="374618" y="75290"/>
                          </a:cubicBezTo>
                          <a:cubicBezTo>
                            <a:pt x="374809" y="74147"/>
                            <a:pt x="374904" y="73004"/>
                            <a:pt x="374999" y="71861"/>
                          </a:cubicBezTo>
                          <a:cubicBezTo>
                            <a:pt x="375095" y="71099"/>
                            <a:pt x="375190" y="70242"/>
                            <a:pt x="375190" y="69480"/>
                          </a:cubicBezTo>
                          <a:cubicBezTo>
                            <a:pt x="375285" y="68241"/>
                            <a:pt x="375285" y="67003"/>
                            <a:pt x="375380" y="65860"/>
                          </a:cubicBezTo>
                          <a:cubicBezTo>
                            <a:pt x="375380" y="65384"/>
                            <a:pt x="375476" y="64812"/>
                            <a:pt x="375476" y="64336"/>
                          </a:cubicBezTo>
                          <a:cubicBezTo>
                            <a:pt x="375476" y="62336"/>
                            <a:pt x="375380" y="60336"/>
                            <a:pt x="375285" y="58431"/>
                          </a:cubicBezTo>
                          <a:cubicBezTo>
                            <a:pt x="373856" y="40905"/>
                            <a:pt x="365855" y="27093"/>
                            <a:pt x="352806" y="17283"/>
                          </a:cubicBezTo>
                          <a:cubicBezTo>
                            <a:pt x="352425" y="16997"/>
                            <a:pt x="352044" y="16711"/>
                            <a:pt x="351663" y="16521"/>
                          </a:cubicBezTo>
                          <a:cubicBezTo>
                            <a:pt x="350996" y="16044"/>
                            <a:pt x="350234" y="15568"/>
                            <a:pt x="349472" y="14997"/>
                          </a:cubicBezTo>
                          <a:cubicBezTo>
                            <a:pt x="348806" y="14520"/>
                            <a:pt x="348044" y="14044"/>
                            <a:pt x="347282" y="13663"/>
                          </a:cubicBezTo>
                          <a:cubicBezTo>
                            <a:pt x="346424" y="13187"/>
                            <a:pt x="345567" y="12711"/>
                            <a:pt x="344710" y="12234"/>
                          </a:cubicBezTo>
                          <a:cubicBezTo>
                            <a:pt x="344234" y="11949"/>
                            <a:pt x="343757" y="11663"/>
                            <a:pt x="343281" y="11472"/>
                          </a:cubicBezTo>
                          <a:cubicBezTo>
                            <a:pt x="341567" y="10615"/>
                            <a:pt x="339852" y="9758"/>
                            <a:pt x="338042" y="8996"/>
                          </a:cubicBezTo>
                          <a:cubicBezTo>
                            <a:pt x="333947" y="7186"/>
                            <a:pt x="329565" y="5757"/>
                            <a:pt x="324898" y="4424"/>
                          </a:cubicBezTo>
                          <a:cubicBezTo>
                            <a:pt x="324136" y="4233"/>
                            <a:pt x="323279" y="4043"/>
                            <a:pt x="322421" y="3757"/>
                          </a:cubicBezTo>
                          <a:cubicBezTo>
                            <a:pt x="321469" y="3567"/>
                            <a:pt x="320612" y="3281"/>
                            <a:pt x="319659" y="3090"/>
                          </a:cubicBezTo>
                          <a:cubicBezTo>
                            <a:pt x="318516" y="2805"/>
                            <a:pt x="317278" y="2614"/>
                            <a:pt x="316135" y="2424"/>
                          </a:cubicBezTo>
                          <a:cubicBezTo>
                            <a:pt x="315373" y="2233"/>
                            <a:pt x="314611" y="2138"/>
                            <a:pt x="313849" y="1947"/>
                          </a:cubicBezTo>
                          <a:cubicBezTo>
                            <a:pt x="309372" y="1185"/>
                            <a:pt x="304800" y="614"/>
                            <a:pt x="299942" y="328"/>
                          </a:cubicBezTo>
                          <a:cubicBezTo>
                            <a:pt x="299657" y="328"/>
                            <a:pt x="299371" y="328"/>
                            <a:pt x="299085" y="328"/>
                          </a:cubicBezTo>
                          <a:cubicBezTo>
                            <a:pt x="297752" y="233"/>
                            <a:pt x="296323" y="138"/>
                            <a:pt x="294894" y="138"/>
                          </a:cubicBezTo>
                          <a:cubicBezTo>
                            <a:pt x="293846" y="138"/>
                            <a:pt x="292799" y="42"/>
                            <a:pt x="291751" y="42"/>
                          </a:cubicBezTo>
                          <a:cubicBezTo>
                            <a:pt x="289751" y="42"/>
                            <a:pt x="287655" y="-53"/>
                            <a:pt x="285560" y="42"/>
                          </a:cubicBezTo>
                          <a:cubicBezTo>
                            <a:pt x="285369" y="42"/>
                            <a:pt x="285179" y="42"/>
                            <a:pt x="284988" y="42"/>
                          </a:cubicBezTo>
                          <a:cubicBezTo>
                            <a:pt x="269558" y="328"/>
                            <a:pt x="252603" y="2424"/>
                            <a:pt x="234696" y="6615"/>
                          </a:cubicBezTo>
                          <a:cubicBezTo>
                            <a:pt x="228695" y="8043"/>
                            <a:pt x="222694" y="9567"/>
                            <a:pt x="216503" y="11472"/>
                          </a:cubicBezTo>
                          <a:cubicBezTo>
                            <a:pt x="215551" y="11758"/>
                            <a:pt x="214694" y="12044"/>
                            <a:pt x="213741" y="12330"/>
                          </a:cubicBezTo>
                          <a:cubicBezTo>
                            <a:pt x="212598" y="12711"/>
                            <a:pt x="211455" y="12996"/>
                            <a:pt x="210312" y="13377"/>
                          </a:cubicBezTo>
                          <a:cubicBezTo>
                            <a:pt x="209741" y="13568"/>
                            <a:pt x="209169" y="13758"/>
                            <a:pt x="208598" y="13949"/>
                          </a:cubicBezTo>
                          <a:cubicBezTo>
                            <a:pt x="207359" y="14330"/>
                            <a:pt x="206121" y="14806"/>
                            <a:pt x="204883" y="15187"/>
                          </a:cubicBezTo>
                          <a:cubicBezTo>
                            <a:pt x="203930" y="15568"/>
                            <a:pt x="202883" y="15854"/>
                            <a:pt x="201930" y="16235"/>
                          </a:cubicBezTo>
                          <a:cubicBezTo>
                            <a:pt x="201168" y="16521"/>
                            <a:pt x="200406" y="16806"/>
                            <a:pt x="199549" y="16997"/>
                          </a:cubicBezTo>
                          <a:cubicBezTo>
                            <a:pt x="198406" y="17378"/>
                            <a:pt x="197358" y="17759"/>
                            <a:pt x="196215" y="18140"/>
                          </a:cubicBezTo>
                          <a:cubicBezTo>
                            <a:pt x="190976" y="20045"/>
                            <a:pt x="185642" y="22140"/>
                            <a:pt x="180308" y="24331"/>
                          </a:cubicBezTo>
                          <a:cubicBezTo>
                            <a:pt x="179642" y="24617"/>
                            <a:pt x="179070" y="24807"/>
                            <a:pt x="178403" y="25093"/>
                          </a:cubicBezTo>
                          <a:cubicBezTo>
                            <a:pt x="177927" y="25284"/>
                            <a:pt x="177451" y="25474"/>
                            <a:pt x="176975" y="25760"/>
                          </a:cubicBezTo>
                          <a:cubicBezTo>
                            <a:pt x="174308" y="26903"/>
                            <a:pt x="171545" y="28046"/>
                            <a:pt x="168878" y="29284"/>
                          </a:cubicBezTo>
                          <a:cubicBezTo>
                            <a:pt x="168878" y="29284"/>
                            <a:pt x="168878" y="29284"/>
                            <a:pt x="168783" y="29284"/>
                          </a:cubicBezTo>
                          <a:cubicBezTo>
                            <a:pt x="168593" y="29379"/>
                            <a:pt x="168497" y="29475"/>
                            <a:pt x="168307" y="29475"/>
                          </a:cubicBezTo>
                          <a:cubicBezTo>
                            <a:pt x="165830" y="30618"/>
                            <a:pt x="163354" y="31761"/>
                            <a:pt x="160973" y="32904"/>
                          </a:cubicBezTo>
                          <a:cubicBezTo>
                            <a:pt x="160687" y="33094"/>
                            <a:pt x="160306" y="33189"/>
                            <a:pt x="160020" y="33380"/>
                          </a:cubicBezTo>
                          <a:cubicBezTo>
                            <a:pt x="159068" y="33856"/>
                            <a:pt x="158210" y="34332"/>
                            <a:pt x="157258" y="34713"/>
                          </a:cubicBezTo>
                          <a:cubicBezTo>
                            <a:pt x="155924" y="35380"/>
                            <a:pt x="154591" y="36047"/>
                            <a:pt x="153257" y="36714"/>
                          </a:cubicBezTo>
                          <a:cubicBezTo>
                            <a:pt x="152591" y="36999"/>
                            <a:pt x="151924" y="37380"/>
                            <a:pt x="151352" y="37666"/>
                          </a:cubicBezTo>
                          <a:cubicBezTo>
                            <a:pt x="150305" y="38238"/>
                            <a:pt x="149257" y="38714"/>
                            <a:pt x="148304" y="39285"/>
                          </a:cubicBezTo>
                          <a:cubicBezTo>
                            <a:pt x="147447" y="39762"/>
                            <a:pt x="146590" y="40143"/>
                            <a:pt x="145733" y="40619"/>
                          </a:cubicBezTo>
                          <a:cubicBezTo>
                            <a:pt x="144685" y="41190"/>
                            <a:pt x="143637" y="41762"/>
                            <a:pt x="142589" y="42333"/>
                          </a:cubicBezTo>
                          <a:cubicBezTo>
                            <a:pt x="141637" y="42810"/>
                            <a:pt x="140684" y="43381"/>
                            <a:pt x="139732" y="43857"/>
                          </a:cubicBezTo>
                          <a:cubicBezTo>
                            <a:pt x="139256" y="44143"/>
                            <a:pt x="138779" y="44334"/>
                            <a:pt x="138398" y="44619"/>
                          </a:cubicBezTo>
                          <a:cubicBezTo>
                            <a:pt x="136684" y="45572"/>
                            <a:pt x="134969" y="46524"/>
                            <a:pt x="133255" y="47572"/>
                          </a:cubicBezTo>
                          <a:cubicBezTo>
                            <a:pt x="132683" y="47858"/>
                            <a:pt x="132112" y="48239"/>
                            <a:pt x="131540" y="48525"/>
                          </a:cubicBezTo>
                          <a:cubicBezTo>
                            <a:pt x="131445" y="48620"/>
                            <a:pt x="131255" y="48715"/>
                            <a:pt x="131159" y="48715"/>
                          </a:cubicBezTo>
                          <a:cubicBezTo>
                            <a:pt x="128778" y="50144"/>
                            <a:pt x="126397" y="51573"/>
                            <a:pt x="124016" y="53001"/>
                          </a:cubicBezTo>
                          <a:cubicBezTo>
                            <a:pt x="123825" y="53097"/>
                            <a:pt x="123634" y="53192"/>
                            <a:pt x="123444" y="53287"/>
                          </a:cubicBezTo>
                          <a:cubicBezTo>
                            <a:pt x="122682" y="53763"/>
                            <a:pt x="121920" y="54240"/>
                            <a:pt x="121158" y="54716"/>
                          </a:cubicBezTo>
                          <a:cubicBezTo>
                            <a:pt x="119729" y="55668"/>
                            <a:pt x="118205" y="56621"/>
                            <a:pt x="116777" y="57478"/>
                          </a:cubicBezTo>
                          <a:cubicBezTo>
                            <a:pt x="116395" y="57764"/>
                            <a:pt x="115919" y="58050"/>
                            <a:pt x="115538" y="58240"/>
                          </a:cubicBezTo>
                          <a:cubicBezTo>
                            <a:pt x="114491" y="58907"/>
                            <a:pt x="113348" y="59669"/>
                            <a:pt x="112300" y="60336"/>
                          </a:cubicBezTo>
                          <a:cubicBezTo>
                            <a:pt x="111252" y="61002"/>
                            <a:pt x="110300" y="61669"/>
                            <a:pt x="109252" y="62336"/>
                          </a:cubicBezTo>
                          <a:cubicBezTo>
                            <a:pt x="108776" y="62717"/>
                            <a:pt x="108204" y="63003"/>
                            <a:pt x="107728" y="63384"/>
                          </a:cubicBezTo>
                          <a:cubicBezTo>
                            <a:pt x="106204" y="64431"/>
                            <a:pt x="104775" y="65384"/>
                            <a:pt x="103346" y="66432"/>
                          </a:cubicBezTo>
                          <a:cubicBezTo>
                            <a:pt x="102489" y="67003"/>
                            <a:pt x="101632" y="67670"/>
                            <a:pt x="100775" y="68241"/>
                          </a:cubicBezTo>
                          <a:cubicBezTo>
                            <a:pt x="100394" y="68527"/>
                            <a:pt x="100013" y="68813"/>
                            <a:pt x="99632" y="69099"/>
                          </a:cubicBezTo>
                          <a:cubicBezTo>
                            <a:pt x="97155" y="70908"/>
                            <a:pt x="94679" y="72718"/>
                            <a:pt x="92297" y="74528"/>
                          </a:cubicBezTo>
                          <a:cubicBezTo>
                            <a:pt x="91821" y="74909"/>
                            <a:pt x="91345" y="75290"/>
                            <a:pt x="90869" y="75576"/>
                          </a:cubicBezTo>
                          <a:cubicBezTo>
                            <a:pt x="90773" y="75671"/>
                            <a:pt x="90678" y="75671"/>
                            <a:pt x="90583" y="75766"/>
                          </a:cubicBezTo>
                          <a:cubicBezTo>
                            <a:pt x="87344" y="78243"/>
                            <a:pt x="84201" y="80719"/>
                            <a:pt x="81153" y="83291"/>
                          </a:cubicBezTo>
                          <a:cubicBezTo>
                            <a:pt x="80296" y="83958"/>
                            <a:pt x="79534" y="84624"/>
                            <a:pt x="78677" y="85291"/>
                          </a:cubicBezTo>
                          <a:cubicBezTo>
                            <a:pt x="77534" y="86244"/>
                            <a:pt x="76295" y="87291"/>
                            <a:pt x="75152" y="88244"/>
                          </a:cubicBezTo>
                          <a:cubicBezTo>
                            <a:pt x="73914" y="89292"/>
                            <a:pt x="72771" y="90339"/>
                            <a:pt x="71628" y="91387"/>
                          </a:cubicBezTo>
                          <a:cubicBezTo>
                            <a:pt x="71152" y="91863"/>
                            <a:pt x="70580" y="92244"/>
                            <a:pt x="70104" y="92721"/>
                          </a:cubicBezTo>
                          <a:cubicBezTo>
                            <a:pt x="69437" y="93292"/>
                            <a:pt x="68771" y="93864"/>
                            <a:pt x="68199" y="94435"/>
                          </a:cubicBezTo>
                          <a:cubicBezTo>
                            <a:pt x="68104" y="94530"/>
                            <a:pt x="68104" y="94530"/>
                            <a:pt x="68009" y="94626"/>
                          </a:cubicBezTo>
                          <a:cubicBezTo>
                            <a:pt x="67913" y="94721"/>
                            <a:pt x="67818" y="94721"/>
                            <a:pt x="67818" y="94816"/>
                          </a:cubicBezTo>
                          <a:cubicBezTo>
                            <a:pt x="67342" y="95197"/>
                            <a:pt x="66961" y="95578"/>
                            <a:pt x="66580" y="95959"/>
                          </a:cubicBezTo>
                          <a:cubicBezTo>
                            <a:pt x="64579" y="97769"/>
                            <a:pt x="62675" y="99579"/>
                            <a:pt x="60770" y="101484"/>
                          </a:cubicBezTo>
                          <a:cubicBezTo>
                            <a:pt x="59912" y="102341"/>
                            <a:pt x="59150" y="103103"/>
                            <a:pt x="58293" y="103960"/>
                          </a:cubicBezTo>
                          <a:cubicBezTo>
                            <a:pt x="57150" y="105103"/>
                            <a:pt x="56007" y="106246"/>
                            <a:pt x="54864" y="107294"/>
                          </a:cubicBezTo>
                          <a:cubicBezTo>
                            <a:pt x="54483" y="107675"/>
                            <a:pt x="54197" y="108056"/>
                            <a:pt x="53816" y="108342"/>
                          </a:cubicBezTo>
                          <a:cubicBezTo>
                            <a:pt x="52959" y="109294"/>
                            <a:pt x="52007" y="110151"/>
                            <a:pt x="51149" y="111104"/>
                          </a:cubicBezTo>
                          <a:cubicBezTo>
                            <a:pt x="49816" y="112533"/>
                            <a:pt x="48482" y="113961"/>
                            <a:pt x="47149" y="115295"/>
                          </a:cubicBezTo>
                          <a:cubicBezTo>
                            <a:pt x="46291" y="116247"/>
                            <a:pt x="45434" y="117200"/>
                            <a:pt x="44577" y="118152"/>
                          </a:cubicBezTo>
                          <a:cubicBezTo>
                            <a:pt x="43339" y="119581"/>
                            <a:pt x="42101" y="120915"/>
                            <a:pt x="40958" y="122343"/>
                          </a:cubicBezTo>
                          <a:cubicBezTo>
                            <a:pt x="40481" y="122915"/>
                            <a:pt x="40005" y="123486"/>
                            <a:pt x="39529" y="123963"/>
                          </a:cubicBezTo>
                          <a:cubicBezTo>
                            <a:pt x="39148" y="124344"/>
                            <a:pt x="38862" y="124820"/>
                            <a:pt x="38481" y="125201"/>
                          </a:cubicBezTo>
                          <a:cubicBezTo>
                            <a:pt x="38005" y="125772"/>
                            <a:pt x="37529" y="126249"/>
                            <a:pt x="37148" y="126820"/>
                          </a:cubicBezTo>
                          <a:cubicBezTo>
                            <a:pt x="35147" y="129297"/>
                            <a:pt x="33242" y="131773"/>
                            <a:pt x="31337" y="134154"/>
                          </a:cubicBezTo>
                          <a:cubicBezTo>
                            <a:pt x="30575" y="135393"/>
                            <a:pt x="29718" y="136536"/>
                            <a:pt x="28956" y="137679"/>
                          </a:cubicBezTo>
                          <a:close/>
                          <a:moveTo>
                            <a:pt x="215646" y="20807"/>
                          </a:moveTo>
                          <a:cubicBezTo>
                            <a:pt x="215932" y="20712"/>
                            <a:pt x="216218" y="20616"/>
                            <a:pt x="216599" y="20521"/>
                          </a:cubicBezTo>
                          <a:cubicBezTo>
                            <a:pt x="217646" y="20235"/>
                            <a:pt x="218694" y="19950"/>
                            <a:pt x="219742" y="19664"/>
                          </a:cubicBezTo>
                          <a:cubicBezTo>
                            <a:pt x="221075" y="19283"/>
                            <a:pt x="222409" y="18902"/>
                            <a:pt x="223647" y="18616"/>
                          </a:cubicBezTo>
                          <a:cubicBezTo>
                            <a:pt x="224028" y="18521"/>
                            <a:pt x="224314" y="18426"/>
                            <a:pt x="224695" y="18330"/>
                          </a:cubicBezTo>
                          <a:cubicBezTo>
                            <a:pt x="225647" y="18045"/>
                            <a:pt x="226695" y="17854"/>
                            <a:pt x="227648" y="17568"/>
                          </a:cubicBezTo>
                          <a:cubicBezTo>
                            <a:pt x="229076" y="17187"/>
                            <a:pt x="230600" y="16806"/>
                            <a:pt x="232029" y="16521"/>
                          </a:cubicBezTo>
                          <a:cubicBezTo>
                            <a:pt x="232029" y="16521"/>
                            <a:pt x="232029" y="16521"/>
                            <a:pt x="232029" y="16521"/>
                          </a:cubicBezTo>
                          <a:cubicBezTo>
                            <a:pt x="236506" y="15473"/>
                            <a:pt x="240887" y="14616"/>
                            <a:pt x="245269" y="13854"/>
                          </a:cubicBezTo>
                          <a:cubicBezTo>
                            <a:pt x="246983" y="13568"/>
                            <a:pt x="248603" y="13282"/>
                            <a:pt x="250317" y="13092"/>
                          </a:cubicBezTo>
                          <a:cubicBezTo>
                            <a:pt x="250984" y="12996"/>
                            <a:pt x="251555" y="12901"/>
                            <a:pt x="252222" y="12806"/>
                          </a:cubicBezTo>
                          <a:cubicBezTo>
                            <a:pt x="252508" y="12806"/>
                            <a:pt x="252889" y="12711"/>
                            <a:pt x="253175" y="12711"/>
                          </a:cubicBezTo>
                          <a:cubicBezTo>
                            <a:pt x="256604" y="12234"/>
                            <a:pt x="260033" y="11853"/>
                            <a:pt x="263462" y="11568"/>
                          </a:cubicBezTo>
                          <a:cubicBezTo>
                            <a:pt x="263557" y="11568"/>
                            <a:pt x="263652" y="11568"/>
                            <a:pt x="263747" y="11568"/>
                          </a:cubicBezTo>
                          <a:cubicBezTo>
                            <a:pt x="265081" y="11472"/>
                            <a:pt x="266414" y="11377"/>
                            <a:pt x="267748" y="11282"/>
                          </a:cubicBezTo>
                          <a:cubicBezTo>
                            <a:pt x="268700" y="11187"/>
                            <a:pt x="269653" y="11187"/>
                            <a:pt x="270701" y="11091"/>
                          </a:cubicBezTo>
                          <a:cubicBezTo>
                            <a:pt x="272891" y="10996"/>
                            <a:pt x="275082" y="10901"/>
                            <a:pt x="277178" y="10901"/>
                          </a:cubicBezTo>
                          <a:cubicBezTo>
                            <a:pt x="277178" y="10901"/>
                            <a:pt x="277178" y="10901"/>
                            <a:pt x="277178" y="10901"/>
                          </a:cubicBezTo>
                          <a:cubicBezTo>
                            <a:pt x="277273" y="10901"/>
                            <a:pt x="277463" y="10901"/>
                            <a:pt x="277559" y="10901"/>
                          </a:cubicBezTo>
                          <a:cubicBezTo>
                            <a:pt x="279368" y="10901"/>
                            <a:pt x="281178" y="10901"/>
                            <a:pt x="282893" y="10901"/>
                          </a:cubicBezTo>
                          <a:cubicBezTo>
                            <a:pt x="283274" y="10901"/>
                            <a:pt x="283750" y="10901"/>
                            <a:pt x="284131" y="10901"/>
                          </a:cubicBezTo>
                          <a:cubicBezTo>
                            <a:pt x="284893" y="10901"/>
                            <a:pt x="285560" y="10996"/>
                            <a:pt x="286226" y="10996"/>
                          </a:cubicBezTo>
                          <a:cubicBezTo>
                            <a:pt x="287655" y="11091"/>
                            <a:pt x="289179" y="11091"/>
                            <a:pt x="290608" y="11187"/>
                          </a:cubicBezTo>
                          <a:cubicBezTo>
                            <a:pt x="290894" y="11187"/>
                            <a:pt x="291275" y="11282"/>
                            <a:pt x="291560" y="11282"/>
                          </a:cubicBezTo>
                          <a:cubicBezTo>
                            <a:pt x="292132" y="11282"/>
                            <a:pt x="292608" y="11377"/>
                            <a:pt x="293180" y="11472"/>
                          </a:cubicBezTo>
                          <a:cubicBezTo>
                            <a:pt x="294513" y="11568"/>
                            <a:pt x="295751" y="11663"/>
                            <a:pt x="296990" y="11853"/>
                          </a:cubicBezTo>
                          <a:cubicBezTo>
                            <a:pt x="297847" y="11949"/>
                            <a:pt x="298799" y="12139"/>
                            <a:pt x="299657" y="12234"/>
                          </a:cubicBezTo>
                          <a:cubicBezTo>
                            <a:pt x="300800" y="12425"/>
                            <a:pt x="302038" y="12520"/>
                            <a:pt x="303181" y="12711"/>
                          </a:cubicBezTo>
                          <a:cubicBezTo>
                            <a:pt x="304038" y="12901"/>
                            <a:pt x="304895" y="12996"/>
                            <a:pt x="305848" y="13187"/>
                          </a:cubicBezTo>
                          <a:cubicBezTo>
                            <a:pt x="306991" y="13377"/>
                            <a:pt x="308038" y="13568"/>
                            <a:pt x="309086" y="13854"/>
                          </a:cubicBezTo>
                          <a:cubicBezTo>
                            <a:pt x="309944" y="14044"/>
                            <a:pt x="310801" y="14235"/>
                            <a:pt x="311658" y="14520"/>
                          </a:cubicBezTo>
                          <a:cubicBezTo>
                            <a:pt x="312706" y="14806"/>
                            <a:pt x="313754" y="14997"/>
                            <a:pt x="314706" y="15282"/>
                          </a:cubicBezTo>
                          <a:cubicBezTo>
                            <a:pt x="315563" y="15568"/>
                            <a:pt x="316325" y="15759"/>
                            <a:pt x="317183" y="16044"/>
                          </a:cubicBezTo>
                          <a:cubicBezTo>
                            <a:pt x="318135" y="16330"/>
                            <a:pt x="319088" y="16616"/>
                            <a:pt x="320040" y="16997"/>
                          </a:cubicBezTo>
                          <a:cubicBezTo>
                            <a:pt x="320802" y="17283"/>
                            <a:pt x="321659" y="17568"/>
                            <a:pt x="322421" y="17854"/>
                          </a:cubicBezTo>
                          <a:cubicBezTo>
                            <a:pt x="323374" y="18235"/>
                            <a:pt x="324231" y="18521"/>
                            <a:pt x="325088" y="18902"/>
                          </a:cubicBezTo>
                          <a:cubicBezTo>
                            <a:pt x="325850" y="19188"/>
                            <a:pt x="326612" y="19569"/>
                            <a:pt x="327374" y="19950"/>
                          </a:cubicBezTo>
                          <a:cubicBezTo>
                            <a:pt x="328232" y="20331"/>
                            <a:pt x="329089" y="20712"/>
                            <a:pt x="329946" y="21188"/>
                          </a:cubicBezTo>
                          <a:cubicBezTo>
                            <a:pt x="330708" y="21569"/>
                            <a:pt x="331375" y="21950"/>
                            <a:pt x="332042" y="22331"/>
                          </a:cubicBezTo>
                          <a:cubicBezTo>
                            <a:pt x="332804" y="22807"/>
                            <a:pt x="333661" y="23188"/>
                            <a:pt x="334423" y="23664"/>
                          </a:cubicBezTo>
                          <a:cubicBezTo>
                            <a:pt x="335090" y="24045"/>
                            <a:pt x="335756" y="24522"/>
                            <a:pt x="336423" y="24903"/>
                          </a:cubicBezTo>
                          <a:cubicBezTo>
                            <a:pt x="337185" y="25379"/>
                            <a:pt x="337852" y="25855"/>
                            <a:pt x="338614" y="26427"/>
                          </a:cubicBezTo>
                          <a:cubicBezTo>
                            <a:pt x="339281" y="26903"/>
                            <a:pt x="339852" y="27379"/>
                            <a:pt x="340424" y="27855"/>
                          </a:cubicBezTo>
                          <a:cubicBezTo>
                            <a:pt x="341090" y="28427"/>
                            <a:pt x="341757" y="28903"/>
                            <a:pt x="342424" y="29475"/>
                          </a:cubicBezTo>
                          <a:cubicBezTo>
                            <a:pt x="342995" y="29951"/>
                            <a:pt x="343567" y="30427"/>
                            <a:pt x="344138" y="30999"/>
                          </a:cubicBezTo>
                          <a:cubicBezTo>
                            <a:pt x="344710" y="31570"/>
                            <a:pt x="345377" y="32142"/>
                            <a:pt x="345948" y="32808"/>
                          </a:cubicBezTo>
                          <a:cubicBezTo>
                            <a:pt x="346424" y="33380"/>
                            <a:pt x="346996" y="33856"/>
                            <a:pt x="347472" y="34428"/>
                          </a:cubicBezTo>
                          <a:cubicBezTo>
                            <a:pt x="348044" y="35094"/>
                            <a:pt x="348520" y="35666"/>
                            <a:pt x="349091" y="36333"/>
                          </a:cubicBezTo>
                          <a:cubicBezTo>
                            <a:pt x="349568" y="36904"/>
                            <a:pt x="350044" y="37476"/>
                            <a:pt x="350425" y="38047"/>
                          </a:cubicBezTo>
                          <a:cubicBezTo>
                            <a:pt x="350901" y="38714"/>
                            <a:pt x="351377" y="39381"/>
                            <a:pt x="351854" y="40143"/>
                          </a:cubicBezTo>
                          <a:cubicBezTo>
                            <a:pt x="352235" y="40714"/>
                            <a:pt x="352616" y="41381"/>
                            <a:pt x="352997" y="42048"/>
                          </a:cubicBezTo>
                          <a:cubicBezTo>
                            <a:pt x="353473" y="42810"/>
                            <a:pt x="353854" y="43572"/>
                            <a:pt x="354235" y="44334"/>
                          </a:cubicBezTo>
                          <a:cubicBezTo>
                            <a:pt x="354616" y="45000"/>
                            <a:pt x="354902" y="45667"/>
                            <a:pt x="355283" y="46334"/>
                          </a:cubicBezTo>
                          <a:cubicBezTo>
                            <a:pt x="355663" y="47096"/>
                            <a:pt x="356045" y="47953"/>
                            <a:pt x="356330" y="48810"/>
                          </a:cubicBezTo>
                          <a:cubicBezTo>
                            <a:pt x="356616" y="49382"/>
                            <a:pt x="356807" y="50049"/>
                            <a:pt x="357092" y="50715"/>
                          </a:cubicBezTo>
                          <a:cubicBezTo>
                            <a:pt x="357473" y="51763"/>
                            <a:pt x="357854" y="52811"/>
                            <a:pt x="358140" y="53954"/>
                          </a:cubicBezTo>
                          <a:cubicBezTo>
                            <a:pt x="358235" y="54430"/>
                            <a:pt x="358426" y="54811"/>
                            <a:pt x="358521" y="55287"/>
                          </a:cubicBezTo>
                          <a:cubicBezTo>
                            <a:pt x="358902" y="56621"/>
                            <a:pt x="359188" y="57954"/>
                            <a:pt x="359378" y="59383"/>
                          </a:cubicBezTo>
                          <a:cubicBezTo>
                            <a:pt x="359378" y="59574"/>
                            <a:pt x="359474" y="59764"/>
                            <a:pt x="359474" y="60050"/>
                          </a:cubicBezTo>
                          <a:cubicBezTo>
                            <a:pt x="359759" y="61669"/>
                            <a:pt x="359950" y="63384"/>
                            <a:pt x="360140" y="65098"/>
                          </a:cubicBezTo>
                          <a:cubicBezTo>
                            <a:pt x="360140" y="65098"/>
                            <a:pt x="360140" y="65098"/>
                            <a:pt x="360140" y="65098"/>
                          </a:cubicBezTo>
                          <a:cubicBezTo>
                            <a:pt x="360140" y="65098"/>
                            <a:pt x="360140" y="65098"/>
                            <a:pt x="360140" y="65098"/>
                          </a:cubicBezTo>
                          <a:cubicBezTo>
                            <a:pt x="360236" y="65765"/>
                            <a:pt x="360236" y="66527"/>
                            <a:pt x="360236" y="67194"/>
                          </a:cubicBezTo>
                          <a:cubicBezTo>
                            <a:pt x="360236" y="68146"/>
                            <a:pt x="360331" y="69003"/>
                            <a:pt x="360331" y="69956"/>
                          </a:cubicBezTo>
                          <a:cubicBezTo>
                            <a:pt x="360331" y="70623"/>
                            <a:pt x="360331" y="71194"/>
                            <a:pt x="360331" y="71861"/>
                          </a:cubicBezTo>
                          <a:cubicBezTo>
                            <a:pt x="360331" y="73004"/>
                            <a:pt x="360236" y="74052"/>
                            <a:pt x="360236" y="75195"/>
                          </a:cubicBezTo>
                          <a:cubicBezTo>
                            <a:pt x="360140" y="75957"/>
                            <a:pt x="360140" y="76623"/>
                            <a:pt x="360045" y="77385"/>
                          </a:cubicBezTo>
                          <a:cubicBezTo>
                            <a:pt x="359950" y="78433"/>
                            <a:pt x="359855" y="79481"/>
                            <a:pt x="359664" y="80529"/>
                          </a:cubicBezTo>
                          <a:cubicBezTo>
                            <a:pt x="359569" y="81291"/>
                            <a:pt x="359474" y="82053"/>
                            <a:pt x="359283" y="82910"/>
                          </a:cubicBezTo>
                          <a:cubicBezTo>
                            <a:pt x="359093" y="83958"/>
                            <a:pt x="358902" y="85005"/>
                            <a:pt x="358712" y="86053"/>
                          </a:cubicBezTo>
                          <a:cubicBezTo>
                            <a:pt x="358521" y="86910"/>
                            <a:pt x="358331" y="87768"/>
                            <a:pt x="358140" y="88625"/>
                          </a:cubicBezTo>
                          <a:cubicBezTo>
                            <a:pt x="357854" y="89577"/>
                            <a:pt x="357664" y="90625"/>
                            <a:pt x="357378" y="91578"/>
                          </a:cubicBezTo>
                          <a:cubicBezTo>
                            <a:pt x="357092" y="92530"/>
                            <a:pt x="356807" y="93483"/>
                            <a:pt x="356521" y="94435"/>
                          </a:cubicBezTo>
                          <a:cubicBezTo>
                            <a:pt x="356235" y="95388"/>
                            <a:pt x="355949" y="96340"/>
                            <a:pt x="355568" y="97293"/>
                          </a:cubicBezTo>
                          <a:cubicBezTo>
                            <a:pt x="355187" y="98340"/>
                            <a:pt x="354902" y="99388"/>
                            <a:pt x="354425" y="100436"/>
                          </a:cubicBezTo>
                          <a:cubicBezTo>
                            <a:pt x="354140" y="101293"/>
                            <a:pt x="353759" y="102246"/>
                            <a:pt x="353378" y="103103"/>
                          </a:cubicBezTo>
                          <a:cubicBezTo>
                            <a:pt x="352806" y="104436"/>
                            <a:pt x="352330" y="105770"/>
                            <a:pt x="351663" y="107103"/>
                          </a:cubicBezTo>
                          <a:cubicBezTo>
                            <a:pt x="351282" y="107961"/>
                            <a:pt x="350901" y="108723"/>
                            <a:pt x="350520" y="109580"/>
                          </a:cubicBezTo>
                          <a:cubicBezTo>
                            <a:pt x="349663" y="111390"/>
                            <a:pt x="348806" y="113104"/>
                            <a:pt x="347948" y="114914"/>
                          </a:cubicBezTo>
                          <a:cubicBezTo>
                            <a:pt x="347663" y="115485"/>
                            <a:pt x="347377" y="116057"/>
                            <a:pt x="347091" y="116628"/>
                          </a:cubicBezTo>
                          <a:cubicBezTo>
                            <a:pt x="345662" y="119200"/>
                            <a:pt x="344234" y="121867"/>
                            <a:pt x="342614" y="124439"/>
                          </a:cubicBezTo>
                          <a:cubicBezTo>
                            <a:pt x="341948" y="125487"/>
                            <a:pt x="341281" y="126534"/>
                            <a:pt x="340614" y="127677"/>
                          </a:cubicBezTo>
                          <a:cubicBezTo>
                            <a:pt x="340138" y="128439"/>
                            <a:pt x="339662" y="129201"/>
                            <a:pt x="339090" y="129963"/>
                          </a:cubicBezTo>
                          <a:cubicBezTo>
                            <a:pt x="338233" y="131202"/>
                            <a:pt x="337376" y="132535"/>
                            <a:pt x="336518" y="133773"/>
                          </a:cubicBezTo>
                          <a:cubicBezTo>
                            <a:pt x="336042" y="134440"/>
                            <a:pt x="335566" y="135107"/>
                            <a:pt x="335090" y="135774"/>
                          </a:cubicBezTo>
                          <a:cubicBezTo>
                            <a:pt x="334613" y="136440"/>
                            <a:pt x="334137" y="137012"/>
                            <a:pt x="333661" y="137679"/>
                          </a:cubicBezTo>
                          <a:cubicBezTo>
                            <a:pt x="332518" y="139298"/>
                            <a:pt x="331375" y="140822"/>
                            <a:pt x="330137" y="142441"/>
                          </a:cubicBezTo>
                          <a:cubicBezTo>
                            <a:pt x="329470" y="143298"/>
                            <a:pt x="328898" y="144060"/>
                            <a:pt x="328232" y="144918"/>
                          </a:cubicBezTo>
                          <a:cubicBezTo>
                            <a:pt x="327088" y="146346"/>
                            <a:pt x="325946" y="147680"/>
                            <a:pt x="324803" y="149109"/>
                          </a:cubicBezTo>
                          <a:cubicBezTo>
                            <a:pt x="324041" y="149966"/>
                            <a:pt x="323374" y="150823"/>
                            <a:pt x="322612" y="151776"/>
                          </a:cubicBezTo>
                          <a:cubicBezTo>
                            <a:pt x="321469" y="153109"/>
                            <a:pt x="320326" y="154347"/>
                            <a:pt x="319183" y="155681"/>
                          </a:cubicBezTo>
                          <a:cubicBezTo>
                            <a:pt x="318421" y="156538"/>
                            <a:pt x="317659" y="157395"/>
                            <a:pt x="316802" y="158348"/>
                          </a:cubicBezTo>
                          <a:cubicBezTo>
                            <a:pt x="315563" y="159681"/>
                            <a:pt x="314325" y="161015"/>
                            <a:pt x="313087" y="162253"/>
                          </a:cubicBezTo>
                          <a:cubicBezTo>
                            <a:pt x="312325" y="163110"/>
                            <a:pt x="311468" y="163872"/>
                            <a:pt x="310706" y="164730"/>
                          </a:cubicBezTo>
                          <a:cubicBezTo>
                            <a:pt x="309372" y="166158"/>
                            <a:pt x="307943" y="167492"/>
                            <a:pt x="306515" y="168921"/>
                          </a:cubicBezTo>
                          <a:cubicBezTo>
                            <a:pt x="305753" y="169683"/>
                            <a:pt x="305086" y="170349"/>
                            <a:pt x="304324" y="171111"/>
                          </a:cubicBezTo>
                          <a:cubicBezTo>
                            <a:pt x="302514" y="172921"/>
                            <a:pt x="300609" y="174636"/>
                            <a:pt x="298609" y="176445"/>
                          </a:cubicBezTo>
                          <a:cubicBezTo>
                            <a:pt x="298228" y="176731"/>
                            <a:pt x="297942" y="177112"/>
                            <a:pt x="297561" y="177398"/>
                          </a:cubicBezTo>
                          <a:cubicBezTo>
                            <a:pt x="297466" y="177398"/>
                            <a:pt x="297466" y="177493"/>
                            <a:pt x="297371" y="177493"/>
                          </a:cubicBezTo>
                          <a:cubicBezTo>
                            <a:pt x="296323" y="178446"/>
                            <a:pt x="295275" y="179303"/>
                            <a:pt x="294227" y="180255"/>
                          </a:cubicBezTo>
                          <a:cubicBezTo>
                            <a:pt x="292132" y="182160"/>
                            <a:pt x="289941" y="183970"/>
                            <a:pt x="287655" y="185875"/>
                          </a:cubicBezTo>
                          <a:cubicBezTo>
                            <a:pt x="286893" y="186542"/>
                            <a:pt x="286131" y="187113"/>
                            <a:pt x="285464" y="187780"/>
                          </a:cubicBezTo>
                          <a:cubicBezTo>
                            <a:pt x="282607" y="190066"/>
                            <a:pt x="279749" y="192447"/>
                            <a:pt x="276797" y="194733"/>
                          </a:cubicBezTo>
                          <a:cubicBezTo>
                            <a:pt x="276320" y="195114"/>
                            <a:pt x="275749" y="195495"/>
                            <a:pt x="275273" y="195876"/>
                          </a:cubicBezTo>
                          <a:cubicBezTo>
                            <a:pt x="272987" y="197591"/>
                            <a:pt x="270796" y="199305"/>
                            <a:pt x="268415" y="200925"/>
                          </a:cubicBezTo>
                          <a:cubicBezTo>
                            <a:pt x="267272" y="201782"/>
                            <a:pt x="266129" y="202544"/>
                            <a:pt x="264986" y="203306"/>
                          </a:cubicBezTo>
                          <a:cubicBezTo>
                            <a:pt x="263652" y="204258"/>
                            <a:pt x="262319" y="205211"/>
                            <a:pt x="260890" y="206163"/>
                          </a:cubicBezTo>
                          <a:cubicBezTo>
                            <a:pt x="259556" y="207116"/>
                            <a:pt x="258128" y="208068"/>
                            <a:pt x="256699" y="208926"/>
                          </a:cubicBezTo>
                          <a:cubicBezTo>
                            <a:pt x="255651" y="209592"/>
                            <a:pt x="254699" y="210259"/>
                            <a:pt x="253651" y="210926"/>
                          </a:cubicBezTo>
                          <a:cubicBezTo>
                            <a:pt x="251936" y="212069"/>
                            <a:pt x="250222" y="213117"/>
                            <a:pt x="248507" y="214164"/>
                          </a:cubicBezTo>
                          <a:cubicBezTo>
                            <a:pt x="247745" y="214641"/>
                            <a:pt x="247079" y="215117"/>
                            <a:pt x="246317" y="215498"/>
                          </a:cubicBezTo>
                          <a:cubicBezTo>
                            <a:pt x="243840" y="217022"/>
                            <a:pt x="241459" y="218451"/>
                            <a:pt x="238887" y="219975"/>
                          </a:cubicBezTo>
                          <a:cubicBezTo>
                            <a:pt x="238316" y="220260"/>
                            <a:pt x="237839" y="220546"/>
                            <a:pt x="237268" y="220927"/>
                          </a:cubicBezTo>
                          <a:cubicBezTo>
                            <a:pt x="235268" y="222070"/>
                            <a:pt x="233267" y="223213"/>
                            <a:pt x="231267" y="224356"/>
                          </a:cubicBezTo>
                          <a:cubicBezTo>
                            <a:pt x="230410" y="224832"/>
                            <a:pt x="229553" y="225309"/>
                            <a:pt x="228600" y="225785"/>
                          </a:cubicBezTo>
                          <a:cubicBezTo>
                            <a:pt x="226886" y="226737"/>
                            <a:pt x="225171" y="227595"/>
                            <a:pt x="223457" y="228547"/>
                          </a:cubicBezTo>
                          <a:cubicBezTo>
                            <a:pt x="222504" y="229023"/>
                            <a:pt x="221552" y="229500"/>
                            <a:pt x="220599" y="229976"/>
                          </a:cubicBezTo>
                          <a:cubicBezTo>
                            <a:pt x="218789" y="230928"/>
                            <a:pt x="216980" y="231786"/>
                            <a:pt x="215170" y="232738"/>
                          </a:cubicBezTo>
                          <a:cubicBezTo>
                            <a:pt x="214313" y="233119"/>
                            <a:pt x="213455" y="233595"/>
                            <a:pt x="212598" y="233976"/>
                          </a:cubicBezTo>
                          <a:cubicBezTo>
                            <a:pt x="210122" y="235215"/>
                            <a:pt x="207550" y="236358"/>
                            <a:pt x="205073" y="237501"/>
                          </a:cubicBezTo>
                          <a:cubicBezTo>
                            <a:pt x="204883" y="237596"/>
                            <a:pt x="204692" y="237691"/>
                            <a:pt x="204502" y="237786"/>
                          </a:cubicBezTo>
                          <a:cubicBezTo>
                            <a:pt x="201549" y="239120"/>
                            <a:pt x="198692" y="240358"/>
                            <a:pt x="195739" y="241596"/>
                          </a:cubicBezTo>
                          <a:cubicBezTo>
                            <a:pt x="195739" y="241596"/>
                            <a:pt x="195739" y="241596"/>
                            <a:pt x="195739" y="241596"/>
                          </a:cubicBezTo>
                          <a:cubicBezTo>
                            <a:pt x="195739" y="241596"/>
                            <a:pt x="195739" y="241596"/>
                            <a:pt x="195739" y="241596"/>
                          </a:cubicBezTo>
                          <a:cubicBezTo>
                            <a:pt x="192977" y="242739"/>
                            <a:pt x="190214" y="243882"/>
                            <a:pt x="187452" y="244930"/>
                          </a:cubicBezTo>
                          <a:cubicBezTo>
                            <a:pt x="186595" y="245311"/>
                            <a:pt x="185738" y="245597"/>
                            <a:pt x="184880" y="245883"/>
                          </a:cubicBezTo>
                          <a:cubicBezTo>
                            <a:pt x="182975" y="246645"/>
                            <a:pt x="181070" y="247311"/>
                            <a:pt x="179261" y="247978"/>
                          </a:cubicBezTo>
                          <a:cubicBezTo>
                            <a:pt x="178308" y="248359"/>
                            <a:pt x="177356" y="248645"/>
                            <a:pt x="176403" y="249026"/>
                          </a:cubicBezTo>
                          <a:cubicBezTo>
                            <a:pt x="174593" y="249693"/>
                            <a:pt x="172784" y="250264"/>
                            <a:pt x="171069" y="250836"/>
                          </a:cubicBezTo>
                          <a:cubicBezTo>
                            <a:pt x="170117" y="251121"/>
                            <a:pt x="169069" y="251502"/>
                            <a:pt x="168116" y="251788"/>
                          </a:cubicBezTo>
                          <a:cubicBezTo>
                            <a:pt x="166307" y="252360"/>
                            <a:pt x="164592" y="252931"/>
                            <a:pt x="162878" y="253407"/>
                          </a:cubicBezTo>
                          <a:cubicBezTo>
                            <a:pt x="161830" y="253693"/>
                            <a:pt x="160877" y="253979"/>
                            <a:pt x="159830" y="254360"/>
                          </a:cubicBezTo>
                          <a:cubicBezTo>
                            <a:pt x="158020" y="254931"/>
                            <a:pt x="156210" y="255408"/>
                            <a:pt x="154400" y="255884"/>
                          </a:cubicBezTo>
                          <a:cubicBezTo>
                            <a:pt x="153543" y="256074"/>
                            <a:pt x="152686" y="256360"/>
                            <a:pt x="151924" y="256551"/>
                          </a:cubicBezTo>
                          <a:cubicBezTo>
                            <a:pt x="149352" y="257217"/>
                            <a:pt x="146780" y="257884"/>
                            <a:pt x="144209" y="258456"/>
                          </a:cubicBezTo>
                          <a:cubicBezTo>
                            <a:pt x="143923" y="258551"/>
                            <a:pt x="143732" y="258551"/>
                            <a:pt x="143542" y="258646"/>
                          </a:cubicBezTo>
                          <a:cubicBezTo>
                            <a:pt x="141256" y="259218"/>
                            <a:pt x="138875" y="259694"/>
                            <a:pt x="136589" y="260170"/>
                          </a:cubicBezTo>
                          <a:cubicBezTo>
                            <a:pt x="135827" y="260361"/>
                            <a:pt x="134969" y="260456"/>
                            <a:pt x="134207" y="260646"/>
                          </a:cubicBezTo>
                          <a:cubicBezTo>
                            <a:pt x="132493" y="260932"/>
                            <a:pt x="130778" y="261313"/>
                            <a:pt x="129064" y="261599"/>
                          </a:cubicBezTo>
                          <a:cubicBezTo>
                            <a:pt x="128969" y="261599"/>
                            <a:pt x="128873" y="261599"/>
                            <a:pt x="128778" y="261694"/>
                          </a:cubicBezTo>
                          <a:cubicBezTo>
                            <a:pt x="127921" y="261885"/>
                            <a:pt x="127064" y="261980"/>
                            <a:pt x="126206" y="262075"/>
                          </a:cubicBezTo>
                          <a:cubicBezTo>
                            <a:pt x="124682" y="262266"/>
                            <a:pt x="123158" y="262551"/>
                            <a:pt x="121730" y="262742"/>
                          </a:cubicBezTo>
                          <a:cubicBezTo>
                            <a:pt x="120777" y="262837"/>
                            <a:pt x="119825" y="263028"/>
                            <a:pt x="118872" y="263123"/>
                          </a:cubicBezTo>
                          <a:cubicBezTo>
                            <a:pt x="117539" y="263313"/>
                            <a:pt x="116110" y="263409"/>
                            <a:pt x="114776" y="263599"/>
                          </a:cubicBezTo>
                          <a:cubicBezTo>
                            <a:pt x="112776" y="263790"/>
                            <a:pt x="110681" y="263980"/>
                            <a:pt x="108680" y="264171"/>
                          </a:cubicBezTo>
                          <a:cubicBezTo>
                            <a:pt x="108109" y="264171"/>
                            <a:pt x="107442" y="264266"/>
                            <a:pt x="106871" y="264266"/>
                          </a:cubicBezTo>
                          <a:cubicBezTo>
                            <a:pt x="106204" y="264266"/>
                            <a:pt x="105632" y="264361"/>
                            <a:pt x="104966" y="264361"/>
                          </a:cubicBezTo>
                          <a:cubicBezTo>
                            <a:pt x="102584" y="264456"/>
                            <a:pt x="100298" y="264552"/>
                            <a:pt x="97917" y="264647"/>
                          </a:cubicBezTo>
                          <a:cubicBezTo>
                            <a:pt x="97727" y="264647"/>
                            <a:pt x="97536" y="264647"/>
                            <a:pt x="97346" y="264647"/>
                          </a:cubicBezTo>
                          <a:cubicBezTo>
                            <a:pt x="95917" y="264647"/>
                            <a:pt x="94393" y="264647"/>
                            <a:pt x="92964" y="264647"/>
                          </a:cubicBezTo>
                          <a:cubicBezTo>
                            <a:pt x="88678" y="264552"/>
                            <a:pt x="84487" y="264361"/>
                            <a:pt x="80486" y="263980"/>
                          </a:cubicBezTo>
                          <a:cubicBezTo>
                            <a:pt x="79629" y="263885"/>
                            <a:pt x="78867" y="263885"/>
                            <a:pt x="78010" y="263790"/>
                          </a:cubicBezTo>
                          <a:cubicBezTo>
                            <a:pt x="77534" y="263694"/>
                            <a:pt x="77057" y="263694"/>
                            <a:pt x="76581" y="263599"/>
                          </a:cubicBezTo>
                          <a:cubicBezTo>
                            <a:pt x="76105" y="263504"/>
                            <a:pt x="75724" y="263504"/>
                            <a:pt x="75248" y="263409"/>
                          </a:cubicBezTo>
                          <a:cubicBezTo>
                            <a:pt x="72485" y="263028"/>
                            <a:pt x="69914" y="262551"/>
                            <a:pt x="67342" y="262075"/>
                          </a:cubicBezTo>
                          <a:cubicBezTo>
                            <a:pt x="66866" y="261980"/>
                            <a:pt x="66389" y="261885"/>
                            <a:pt x="66008" y="261789"/>
                          </a:cubicBezTo>
                          <a:cubicBezTo>
                            <a:pt x="65723" y="261694"/>
                            <a:pt x="65437" y="261694"/>
                            <a:pt x="65151" y="261599"/>
                          </a:cubicBezTo>
                          <a:cubicBezTo>
                            <a:pt x="64770" y="261504"/>
                            <a:pt x="64294" y="261408"/>
                            <a:pt x="63913" y="261313"/>
                          </a:cubicBezTo>
                          <a:cubicBezTo>
                            <a:pt x="60960" y="260551"/>
                            <a:pt x="58103" y="259789"/>
                            <a:pt x="55340" y="258837"/>
                          </a:cubicBezTo>
                          <a:cubicBezTo>
                            <a:pt x="55150" y="258741"/>
                            <a:pt x="54959" y="258741"/>
                            <a:pt x="54769" y="258646"/>
                          </a:cubicBezTo>
                          <a:cubicBezTo>
                            <a:pt x="54197" y="258456"/>
                            <a:pt x="53626" y="258265"/>
                            <a:pt x="53054" y="257979"/>
                          </a:cubicBezTo>
                          <a:cubicBezTo>
                            <a:pt x="52007" y="257598"/>
                            <a:pt x="50959" y="257122"/>
                            <a:pt x="49911" y="256741"/>
                          </a:cubicBezTo>
                          <a:cubicBezTo>
                            <a:pt x="49530" y="256551"/>
                            <a:pt x="49244" y="256455"/>
                            <a:pt x="48863" y="256265"/>
                          </a:cubicBezTo>
                          <a:cubicBezTo>
                            <a:pt x="29147" y="247502"/>
                            <a:pt x="16764" y="232262"/>
                            <a:pt x="14954" y="210831"/>
                          </a:cubicBezTo>
                          <a:cubicBezTo>
                            <a:pt x="10287" y="153490"/>
                            <a:pt x="83725" y="74433"/>
                            <a:pt x="178975" y="34237"/>
                          </a:cubicBezTo>
                          <a:cubicBezTo>
                            <a:pt x="190881" y="29189"/>
                            <a:pt x="202597" y="24998"/>
                            <a:pt x="213932" y="21664"/>
                          </a:cubicBezTo>
                          <a:cubicBezTo>
                            <a:pt x="214217" y="21569"/>
                            <a:pt x="214503" y="21474"/>
                            <a:pt x="214694" y="21474"/>
                          </a:cubicBezTo>
                          <a:cubicBezTo>
                            <a:pt x="215265" y="20902"/>
                            <a:pt x="215456" y="20902"/>
                            <a:pt x="215646" y="20807"/>
                          </a:cubicBezTo>
                          <a:close/>
                        </a:path>
                      </a:pathLst>
                    </a:custGeom>
                    <a:solidFill>
                      <a:srgbClr val="9652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28" name="Group 128"/>
                  <p:cNvGrpSpPr/>
                  <p:nvPr/>
                </p:nvGrpSpPr>
                <p:grpSpPr>
                  <a:xfrm rot="0">
                    <a:off x="11598218" y="546340"/>
                    <a:ext cx="235007" cy="174455"/>
                    <a:chOff x="6618827" y="2795753"/>
                    <a:chExt cx="497234" cy="369117"/>
                  </a:xfrm>
                </p:grpSpPr>
                <p:sp>
                  <p:nvSpPr>
                    <p:cNvPr id="129" name="AutoShape 129"/>
                    <p:cNvSpPr/>
                    <p:nvPr/>
                  </p:nvSpPr>
                  <p:spPr>
                    <a:xfrm>
                      <a:off x="6686888" y="2823495"/>
                      <a:ext cx="389614" cy="2650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9614" h="265080">
                          <a:moveTo>
                            <a:pt x="380471" y="193358"/>
                          </a:moveTo>
                          <a:cubicBezTo>
                            <a:pt x="380471" y="193358"/>
                            <a:pt x="380471" y="193262"/>
                            <a:pt x="380376" y="193262"/>
                          </a:cubicBezTo>
                          <a:cubicBezTo>
                            <a:pt x="379804" y="192024"/>
                            <a:pt x="379137" y="190786"/>
                            <a:pt x="378471" y="189548"/>
                          </a:cubicBezTo>
                          <a:cubicBezTo>
                            <a:pt x="378280" y="189167"/>
                            <a:pt x="378090" y="188881"/>
                            <a:pt x="377899" y="188500"/>
                          </a:cubicBezTo>
                          <a:cubicBezTo>
                            <a:pt x="377804" y="188309"/>
                            <a:pt x="377709" y="188119"/>
                            <a:pt x="377518" y="187833"/>
                          </a:cubicBezTo>
                          <a:cubicBezTo>
                            <a:pt x="376566" y="186023"/>
                            <a:pt x="375518" y="184213"/>
                            <a:pt x="374375" y="182404"/>
                          </a:cubicBezTo>
                          <a:cubicBezTo>
                            <a:pt x="374280" y="182309"/>
                            <a:pt x="374184" y="182118"/>
                            <a:pt x="374089" y="182023"/>
                          </a:cubicBezTo>
                          <a:cubicBezTo>
                            <a:pt x="373041" y="180308"/>
                            <a:pt x="371994" y="178594"/>
                            <a:pt x="370851" y="176879"/>
                          </a:cubicBezTo>
                          <a:cubicBezTo>
                            <a:pt x="370470" y="176308"/>
                            <a:pt x="369993" y="175641"/>
                            <a:pt x="369612" y="175069"/>
                          </a:cubicBezTo>
                          <a:cubicBezTo>
                            <a:pt x="368755" y="173831"/>
                            <a:pt x="367898" y="172498"/>
                            <a:pt x="366945" y="171260"/>
                          </a:cubicBezTo>
                          <a:cubicBezTo>
                            <a:pt x="366755" y="171069"/>
                            <a:pt x="366564" y="170783"/>
                            <a:pt x="366469" y="170593"/>
                          </a:cubicBezTo>
                          <a:cubicBezTo>
                            <a:pt x="366183" y="170212"/>
                            <a:pt x="365993" y="169831"/>
                            <a:pt x="365707" y="169545"/>
                          </a:cubicBezTo>
                          <a:cubicBezTo>
                            <a:pt x="365612" y="169450"/>
                            <a:pt x="365517" y="169354"/>
                            <a:pt x="365517" y="169259"/>
                          </a:cubicBezTo>
                          <a:cubicBezTo>
                            <a:pt x="364659" y="168021"/>
                            <a:pt x="363707" y="166783"/>
                            <a:pt x="362754" y="165544"/>
                          </a:cubicBezTo>
                          <a:cubicBezTo>
                            <a:pt x="362183" y="164878"/>
                            <a:pt x="361707" y="164116"/>
                            <a:pt x="361135" y="163449"/>
                          </a:cubicBezTo>
                          <a:cubicBezTo>
                            <a:pt x="360087" y="162115"/>
                            <a:pt x="358944" y="160687"/>
                            <a:pt x="357801" y="159258"/>
                          </a:cubicBezTo>
                          <a:cubicBezTo>
                            <a:pt x="357325" y="158686"/>
                            <a:pt x="356944" y="158115"/>
                            <a:pt x="356468" y="157639"/>
                          </a:cubicBezTo>
                          <a:cubicBezTo>
                            <a:pt x="354849" y="155734"/>
                            <a:pt x="353229" y="153734"/>
                            <a:pt x="351515" y="151733"/>
                          </a:cubicBezTo>
                          <a:cubicBezTo>
                            <a:pt x="351229" y="151352"/>
                            <a:pt x="350848" y="151067"/>
                            <a:pt x="350562" y="150686"/>
                          </a:cubicBezTo>
                          <a:cubicBezTo>
                            <a:pt x="349134" y="149066"/>
                            <a:pt x="347610" y="147447"/>
                            <a:pt x="346181" y="145828"/>
                          </a:cubicBezTo>
                          <a:cubicBezTo>
                            <a:pt x="345514" y="145161"/>
                            <a:pt x="344943" y="144494"/>
                            <a:pt x="344276" y="143827"/>
                          </a:cubicBezTo>
                          <a:cubicBezTo>
                            <a:pt x="343038" y="142494"/>
                            <a:pt x="341704" y="141161"/>
                            <a:pt x="340466" y="139827"/>
                          </a:cubicBezTo>
                          <a:cubicBezTo>
                            <a:pt x="339704" y="139065"/>
                            <a:pt x="339037" y="138303"/>
                            <a:pt x="338275" y="137636"/>
                          </a:cubicBezTo>
                          <a:cubicBezTo>
                            <a:pt x="336942" y="136303"/>
                            <a:pt x="335608" y="134969"/>
                            <a:pt x="334275" y="133636"/>
                          </a:cubicBezTo>
                          <a:cubicBezTo>
                            <a:pt x="333513" y="132874"/>
                            <a:pt x="332846" y="132207"/>
                            <a:pt x="332084" y="131445"/>
                          </a:cubicBezTo>
                          <a:cubicBezTo>
                            <a:pt x="330560" y="129921"/>
                            <a:pt x="328941" y="128397"/>
                            <a:pt x="327321" y="126873"/>
                          </a:cubicBezTo>
                          <a:cubicBezTo>
                            <a:pt x="326750" y="126302"/>
                            <a:pt x="326178" y="125825"/>
                            <a:pt x="325607" y="125254"/>
                          </a:cubicBezTo>
                          <a:cubicBezTo>
                            <a:pt x="323416" y="123254"/>
                            <a:pt x="321130" y="121158"/>
                            <a:pt x="318844" y="119158"/>
                          </a:cubicBezTo>
                          <a:cubicBezTo>
                            <a:pt x="318273" y="118681"/>
                            <a:pt x="317701" y="118205"/>
                            <a:pt x="317225" y="117729"/>
                          </a:cubicBezTo>
                          <a:cubicBezTo>
                            <a:pt x="315320" y="116015"/>
                            <a:pt x="313320" y="114395"/>
                            <a:pt x="311319" y="112681"/>
                          </a:cubicBezTo>
                          <a:cubicBezTo>
                            <a:pt x="311034" y="112395"/>
                            <a:pt x="310653" y="112109"/>
                            <a:pt x="310367" y="111823"/>
                          </a:cubicBezTo>
                          <a:cubicBezTo>
                            <a:pt x="309510" y="111061"/>
                            <a:pt x="308557" y="110300"/>
                            <a:pt x="307700" y="109633"/>
                          </a:cubicBezTo>
                          <a:cubicBezTo>
                            <a:pt x="307605" y="109538"/>
                            <a:pt x="307605" y="109538"/>
                            <a:pt x="307509" y="109442"/>
                          </a:cubicBezTo>
                          <a:cubicBezTo>
                            <a:pt x="307033" y="109061"/>
                            <a:pt x="306557" y="108680"/>
                            <a:pt x="306081" y="108204"/>
                          </a:cubicBezTo>
                          <a:cubicBezTo>
                            <a:pt x="302271" y="105156"/>
                            <a:pt x="298461" y="102013"/>
                            <a:pt x="294460" y="98965"/>
                          </a:cubicBezTo>
                          <a:cubicBezTo>
                            <a:pt x="294460" y="98965"/>
                            <a:pt x="294460" y="98965"/>
                            <a:pt x="294460" y="98965"/>
                          </a:cubicBezTo>
                          <a:cubicBezTo>
                            <a:pt x="294460" y="98965"/>
                            <a:pt x="294460" y="98965"/>
                            <a:pt x="294460" y="98965"/>
                          </a:cubicBezTo>
                          <a:cubicBezTo>
                            <a:pt x="289983" y="95536"/>
                            <a:pt x="285411" y="92202"/>
                            <a:pt x="280839" y="88868"/>
                          </a:cubicBezTo>
                          <a:cubicBezTo>
                            <a:pt x="280744" y="88773"/>
                            <a:pt x="280554" y="88678"/>
                            <a:pt x="280458" y="88583"/>
                          </a:cubicBezTo>
                          <a:cubicBezTo>
                            <a:pt x="279506" y="87916"/>
                            <a:pt x="278458" y="87154"/>
                            <a:pt x="277506" y="86487"/>
                          </a:cubicBezTo>
                          <a:cubicBezTo>
                            <a:pt x="277125" y="86201"/>
                            <a:pt x="276744" y="85915"/>
                            <a:pt x="276363" y="85725"/>
                          </a:cubicBezTo>
                          <a:cubicBezTo>
                            <a:pt x="275410" y="85058"/>
                            <a:pt x="274458" y="84392"/>
                            <a:pt x="273410" y="83725"/>
                          </a:cubicBezTo>
                          <a:cubicBezTo>
                            <a:pt x="273410" y="83725"/>
                            <a:pt x="273410" y="83725"/>
                            <a:pt x="273410" y="83725"/>
                          </a:cubicBezTo>
                          <a:cubicBezTo>
                            <a:pt x="268743" y="80486"/>
                            <a:pt x="264075" y="77343"/>
                            <a:pt x="259313" y="74295"/>
                          </a:cubicBezTo>
                          <a:cubicBezTo>
                            <a:pt x="258837" y="74009"/>
                            <a:pt x="258456" y="73723"/>
                            <a:pt x="257979" y="73438"/>
                          </a:cubicBezTo>
                          <a:cubicBezTo>
                            <a:pt x="257598" y="73152"/>
                            <a:pt x="257122" y="72866"/>
                            <a:pt x="256741" y="72676"/>
                          </a:cubicBezTo>
                          <a:cubicBezTo>
                            <a:pt x="251312" y="69152"/>
                            <a:pt x="245787" y="65723"/>
                            <a:pt x="240263" y="62484"/>
                          </a:cubicBezTo>
                          <a:cubicBezTo>
                            <a:pt x="238072" y="61246"/>
                            <a:pt x="235977" y="59912"/>
                            <a:pt x="233786" y="58674"/>
                          </a:cubicBezTo>
                          <a:cubicBezTo>
                            <a:pt x="231309" y="57245"/>
                            <a:pt x="228738" y="55817"/>
                            <a:pt x="226261" y="54388"/>
                          </a:cubicBezTo>
                          <a:cubicBezTo>
                            <a:pt x="225118" y="53816"/>
                            <a:pt x="224070" y="53150"/>
                            <a:pt x="222927" y="52578"/>
                          </a:cubicBezTo>
                          <a:cubicBezTo>
                            <a:pt x="216260" y="48958"/>
                            <a:pt x="209592" y="45434"/>
                            <a:pt x="203020" y="42100"/>
                          </a:cubicBezTo>
                          <a:cubicBezTo>
                            <a:pt x="202544" y="41910"/>
                            <a:pt x="202163" y="41624"/>
                            <a:pt x="201687" y="41434"/>
                          </a:cubicBezTo>
                          <a:cubicBezTo>
                            <a:pt x="201591" y="41434"/>
                            <a:pt x="201496" y="41338"/>
                            <a:pt x="201401" y="41338"/>
                          </a:cubicBezTo>
                          <a:cubicBezTo>
                            <a:pt x="200258" y="40767"/>
                            <a:pt x="199210" y="40291"/>
                            <a:pt x="198067" y="39719"/>
                          </a:cubicBezTo>
                          <a:cubicBezTo>
                            <a:pt x="195591" y="38481"/>
                            <a:pt x="193019" y="37338"/>
                            <a:pt x="190542" y="36100"/>
                          </a:cubicBezTo>
                          <a:cubicBezTo>
                            <a:pt x="188923" y="35338"/>
                            <a:pt x="187209" y="34576"/>
                            <a:pt x="185589" y="33814"/>
                          </a:cubicBezTo>
                          <a:cubicBezTo>
                            <a:pt x="184732" y="33433"/>
                            <a:pt x="183875" y="33052"/>
                            <a:pt x="183018" y="32671"/>
                          </a:cubicBezTo>
                          <a:cubicBezTo>
                            <a:pt x="180732" y="31623"/>
                            <a:pt x="178446" y="30671"/>
                            <a:pt x="176160" y="29718"/>
                          </a:cubicBezTo>
                          <a:cubicBezTo>
                            <a:pt x="175302" y="29337"/>
                            <a:pt x="174540" y="28956"/>
                            <a:pt x="173683" y="28670"/>
                          </a:cubicBezTo>
                          <a:cubicBezTo>
                            <a:pt x="171397" y="27718"/>
                            <a:pt x="169206" y="26765"/>
                            <a:pt x="166920" y="25813"/>
                          </a:cubicBezTo>
                          <a:cubicBezTo>
                            <a:pt x="166063" y="25432"/>
                            <a:pt x="165301" y="25146"/>
                            <a:pt x="164444" y="24765"/>
                          </a:cubicBezTo>
                          <a:cubicBezTo>
                            <a:pt x="162158" y="23813"/>
                            <a:pt x="159967" y="22955"/>
                            <a:pt x="157681" y="22098"/>
                          </a:cubicBezTo>
                          <a:cubicBezTo>
                            <a:pt x="156824" y="21812"/>
                            <a:pt x="156062" y="21431"/>
                            <a:pt x="155205" y="21146"/>
                          </a:cubicBezTo>
                          <a:cubicBezTo>
                            <a:pt x="153204" y="20383"/>
                            <a:pt x="151109" y="19621"/>
                            <a:pt x="149109" y="18860"/>
                          </a:cubicBezTo>
                          <a:cubicBezTo>
                            <a:pt x="148632" y="18669"/>
                            <a:pt x="148156" y="18479"/>
                            <a:pt x="147585" y="18288"/>
                          </a:cubicBezTo>
                          <a:cubicBezTo>
                            <a:pt x="146727" y="18002"/>
                            <a:pt x="145965" y="17717"/>
                            <a:pt x="145108" y="17431"/>
                          </a:cubicBezTo>
                          <a:cubicBezTo>
                            <a:pt x="143489" y="16859"/>
                            <a:pt x="141870" y="16288"/>
                            <a:pt x="140346" y="15811"/>
                          </a:cubicBezTo>
                          <a:cubicBezTo>
                            <a:pt x="139774" y="15621"/>
                            <a:pt x="139107" y="15431"/>
                            <a:pt x="138536" y="15240"/>
                          </a:cubicBezTo>
                          <a:cubicBezTo>
                            <a:pt x="137869" y="15050"/>
                            <a:pt x="137107" y="14764"/>
                            <a:pt x="136440" y="14573"/>
                          </a:cubicBezTo>
                          <a:cubicBezTo>
                            <a:pt x="134821" y="14097"/>
                            <a:pt x="133297" y="13525"/>
                            <a:pt x="131678" y="13049"/>
                          </a:cubicBezTo>
                          <a:cubicBezTo>
                            <a:pt x="130821" y="12763"/>
                            <a:pt x="129963" y="12573"/>
                            <a:pt x="129201" y="12287"/>
                          </a:cubicBezTo>
                          <a:cubicBezTo>
                            <a:pt x="128725" y="12192"/>
                            <a:pt x="128344" y="12002"/>
                            <a:pt x="127868" y="11906"/>
                          </a:cubicBezTo>
                          <a:cubicBezTo>
                            <a:pt x="126249" y="11430"/>
                            <a:pt x="124725" y="10954"/>
                            <a:pt x="123105" y="10477"/>
                          </a:cubicBezTo>
                          <a:cubicBezTo>
                            <a:pt x="121867" y="10096"/>
                            <a:pt x="120629" y="9811"/>
                            <a:pt x="119486" y="9430"/>
                          </a:cubicBezTo>
                          <a:cubicBezTo>
                            <a:pt x="117867" y="8954"/>
                            <a:pt x="116247" y="8573"/>
                            <a:pt x="114628" y="8192"/>
                          </a:cubicBezTo>
                          <a:cubicBezTo>
                            <a:pt x="113485" y="7906"/>
                            <a:pt x="112247" y="7620"/>
                            <a:pt x="111104" y="7334"/>
                          </a:cubicBezTo>
                          <a:cubicBezTo>
                            <a:pt x="109485" y="6953"/>
                            <a:pt x="107770" y="6572"/>
                            <a:pt x="106151" y="6191"/>
                          </a:cubicBezTo>
                          <a:cubicBezTo>
                            <a:pt x="105103" y="5906"/>
                            <a:pt x="104055" y="5715"/>
                            <a:pt x="102912" y="5429"/>
                          </a:cubicBezTo>
                          <a:cubicBezTo>
                            <a:pt x="101103" y="5048"/>
                            <a:pt x="99293" y="4667"/>
                            <a:pt x="97578" y="4286"/>
                          </a:cubicBezTo>
                          <a:cubicBezTo>
                            <a:pt x="97578" y="4286"/>
                            <a:pt x="97483" y="4286"/>
                            <a:pt x="97483" y="4286"/>
                          </a:cubicBezTo>
                          <a:cubicBezTo>
                            <a:pt x="96626" y="4096"/>
                            <a:pt x="95769" y="3905"/>
                            <a:pt x="95007" y="3810"/>
                          </a:cubicBezTo>
                          <a:cubicBezTo>
                            <a:pt x="90816" y="3048"/>
                            <a:pt x="86815" y="2381"/>
                            <a:pt x="82815" y="1810"/>
                          </a:cubicBezTo>
                          <a:cubicBezTo>
                            <a:pt x="82243" y="1715"/>
                            <a:pt x="81672" y="1619"/>
                            <a:pt x="81100" y="1619"/>
                          </a:cubicBezTo>
                          <a:cubicBezTo>
                            <a:pt x="80148" y="1524"/>
                            <a:pt x="79100" y="1333"/>
                            <a:pt x="78147" y="1238"/>
                          </a:cubicBezTo>
                          <a:cubicBezTo>
                            <a:pt x="78147" y="1238"/>
                            <a:pt x="78147" y="1238"/>
                            <a:pt x="78147" y="1238"/>
                          </a:cubicBezTo>
                          <a:cubicBezTo>
                            <a:pt x="77004" y="1143"/>
                            <a:pt x="75861" y="952"/>
                            <a:pt x="74718" y="857"/>
                          </a:cubicBezTo>
                          <a:cubicBezTo>
                            <a:pt x="73194" y="667"/>
                            <a:pt x="71766" y="571"/>
                            <a:pt x="70242" y="476"/>
                          </a:cubicBezTo>
                          <a:cubicBezTo>
                            <a:pt x="69099" y="381"/>
                            <a:pt x="68051" y="286"/>
                            <a:pt x="66908" y="286"/>
                          </a:cubicBezTo>
                          <a:cubicBezTo>
                            <a:pt x="65479" y="190"/>
                            <a:pt x="64050" y="95"/>
                            <a:pt x="62622" y="95"/>
                          </a:cubicBezTo>
                          <a:cubicBezTo>
                            <a:pt x="61574" y="95"/>
                            <a:pt x="60526" y="0"/>
                            <a:pt x="59478" y="0"/>
                          </a:cubicBezTo>
                          <a:cubicBezTo>
                            <a:pt x="58050" y="0"/>
                            <a:pt x="56716" y="0"/>
                            <a:pt x="55383" y="0"/>
                          </a:cubicBezTo>
                          <a:cubicBezTo>
                            <a:pt x="54335" y="0"/>
                            <a:pt x="53382" y="0"/>
                            <a:pt x="52335" y="95"/>
                          </a:cubicBezTo>
                          <a:cubicBezTo>
                            <a:pt x="52144" y="95"/>
                            <a:pt x="51954" y="95"/>
                            <a:pt x="51763" y="95"/>
                          </a:cubicBezTo>
                          <a:cubicBezTo>
                            <a:pt x="50906" y="95"/>
                            <a:pt x="50049" y="190"/>
                            <a:pt x="49191" y="286"/>
                          </a:cubicBezTo>
                          <a:cubicBezTo>
                            <a:pt x="48906" y="286"/>
                            <a:pt x="48620" y="286"/>
                            <a:pt x="48334" y="381"/>
                          </a:cubicBezTo>
                          <a:cubicBezTo>
                            <a:pt x="47382" y="476"/>
                            <a:pt x="46429" y="476"/>
                            <a:pt x="45572" y="571"/>
                          </a:cubicBezTo>
                          <a:cubicBezTo>
                            <a:pt x="45381" y="571"/>
                            <a:pt x="45286" y="571"/>
                            <a:pt x="45096" y="667"/>
                          </a:cubicBezTo>
                          <a:cubicBezTo>
                            <a:pt x="43953" y="762"/>
                            <a:pt x="42810" y="952"/>
                            <a:pt x="41667" y="1143"/>
                          </a:cubicBezTo>
                          <a:cubicBezTo>
                            <a:pt x="40809" y="1238"/>
                            <a:pt x="39952" y="1333"/>
                            <a:pt x="39190" y="1524"/>
                          </a:cubicBezTo>
                          <a:cubicBezTo>
                            <a:pt x="39000" y="1524"/>
                            <a:pt x="38809" y="1619"/>
                            <a:pt x="38619" y="1619"/>
                          </a:cubicBezTo>
                          <a:cubicBezTo>
                            <a:pt x="37380" y="1810"/>
                            <a:pt x="36237" y="2096"/>
                            <a:pt x="35094" y="2286"/>
                          </a:cubicBezTo>
                          <a:cubicBezTo>
                            <a:pt x="34428" y="2477"/>
                            <a:pt x="33761" y="2572"/>
                            <a:pt x="33094" y="2667"/>
                          </a:cubicBezTo>
                          <a:cubicBezTo>
                            <a:pt x="32999" y="2667"/>
                            <a:pt x="32904" y="2762"/>
                            <a:pt x="32713" y="2762"/>
                          </a:cubicBezTo>
                          <a:cubicBezTo>
                            <a:pt x="30903" y="3238"/>
                            <a:pt x="29189" y="3715"/>
                            <a:pt x="27474" y="4286"/>
                          </a:cubicBezTo>
                          <a:cubicBezTo>
                            <a:pt x="27474" y="4286"/>
                            <a:pt x="27474" y="4286"/>
                            <a:pt x="27474" y="4286"/>
                          </a:cubicBezTo>
                          <a:cubicBezTo>
                            <a:pt x="25855" y="4858"/>
                            <a:pt x="24331" y="5429"/>
                            <a:pt x="22807" y="6096"/>
                          </a:cubicBezTo>
                          <a:cubicBezTo>
                            <a:pt x="22521" y="6191"/>
                            <a:pt x="22331" y="6382"/>
                            <a:pt x="22045" y="6477"/>
                          </a:cubicBezTo>
                          <a:cubicBezTo>
                            <a:pt x="21855" y="6572"/>
                            <a:pt x="21664" y="6667"/>
                            <a:pt x="21474" y="6763"/>
                          </a:cubicBezTo>
                          <a:cubicBezTo>
                            <a:pt x="21474" y="6763"/>
                            <a:pt x="21378" y="6763"/>
                            <a:pt x="21378" y="6763"/>
                          </a:cubicBezTo>
                          <a:cubicBezTo>
                            <a:pt x="20426" y="7239"/>
                            <a:pt x="19473" y="7620"/>
                            <a:pt x="18616" y="8192"/>
                          </a:cubicBezTo>
                          <a:cubicBezTo>
                            <a:pt x="18235" y="8382"/>
                            <a:pt x="17854" y="8668"/>
                            <a:pt x="17473" y="8858"/>
                          </a:cubicBezTo>
                          <a:cubicBezTo>
                            <a:pt x="17378" y="8858"/>
                            <a:pt x="17283" y="8954"/>
                            <a:pt x="17187" y="9049"/>
                          </a:cubicBezTo>
                          <a:cubicBezTo>
                            <a:pt x="17187" y="9049"/>
                            <a:pt x="17092" y="9144"/>
                            <a:pt x="17092" y="9144"/>
                          </a:cubicBezTo>
                          <a:cubicBezTo>
                            <a:pt x="16330" y="9620"/>
                            <a:pt x="15568" y="10096"/>
                            <a:pt x="14806" y="10573"/>
                          </a:cubicBezTo>
                          <a:cubicBezTo>
                            <a:pt x="14330" y="10954"/>
                            <a:pt x="13854" y="11240"/>
                            <a:pt x="13377" y="11621"/>
                          </a:cubicBezTo>
                          <a:cubicBezTo>
                            <a:pt x="12711" y="12097"/>
                            <a:pt x="12139" y="12573"/>
                            <a:pt x="11472" y="13144"/>
                          </a:cubicBezTo>
                          <a:cubicBezTo>
                            <a:pt x="11377" y="13240"/>
                            <a:pt x="11187" y="13430"/>
                            <a:pt x="11091" y="13525"/>
                          </a:cubicBezTo>
                          <a:lnTo>
                            <a:pt x="11091" y="13525"/>
                          </a:lnTo>
                          <a:cubicBezTo>
                            <a:pt x="10806" y="13811"/>
                            <a:pt x="10425" y="14097"/>
                            <a:pt x="10139" y="14383"/>
                          </a:cubicBezTo>
                          <a:cubicBezTo>
                            <a:pt x="9567" y="14954"/>
                            <a:pt x="9091" y="15431"/>
                            <a:pt x="8520" y="16002"/>
                          </a:cubicBezTo>
                          <a:cubicBezTo>
                            <a:pt x="8234" y="16288"/>
                            <a:pt x="7948" y="16573"/>
                            <a:pt x="7758" y="16859"/>
                          </a:cubicBezTo>
                          <a:cubicBezTo>
                            <a:pt x="7662" y="16954"/>
                            <a:pt x="7472" y="17145"/>
                            <a:pt x="7377" y="17240"/>
                          </a:cubicBezTo>
                          <a:cubicBezTo>
                            <a:pt x="6900" y="17812"/>
                            <a:pt x="6424" y="18383"/>
                            <a:pt x="6043" y="19050"/>
                          </a:cubicBezTo>
                          <a:cubicBezTo>
                            <a:pt x="5853" y="19336"/>
                            <a:pt x="5662" y="19621"/>
                            <a:pt x="5472" y="19812"/>
                          </a:cubicBezTo>
                          <a:cubicBezTo>
                            <a:pt x="5376" y="20002"/>
                            <a:pt x="5186" y="20193"/>
                            <a:pt x="5091" y="20383"/>
                          </a:cubicBezTo>
                          <a:cubicBezTo>
                            <a:pt x="4710" y="21050"/>
                            <a:pt x="4329" y="21717"/>
                            <a:pt x="3948" y="22384"/>
                          </a:cubicBezTo>
                          <a:cubicBezTo>
                            <a:pt x="3662" y="22860"/>
                            <a:pt x="3471" y="23336"/>
                            <a:pt x="3186" y="23813"/>
                          </a:cubicBezTo>
                          <a:cubicBezTo>
                            <a:pt x="2900" y="24384"/>
                            <a:pt x="2709" y="25051"/>
                            <a:pt x="2424" y="25622"/>
                          </a:cubicBezTo>
                          <a:cubicBezTo>
                            <a:pt x="2233" y="26194"/>
                            <a:pt x="2043" y="26765"/>
                            <a:pt x="1852" y="27432"/>
                          </a:cubicBezTo>
                          <a:lnTo>
                            <a:pt x="1852" y="27432"/>
                          </a:lnTo>
                          <a:cubicBezTo>
                            <a:pt x="1757" y="27623"/>
                            <a:pt x="1662" y="27908"/>
                            <a:pt x="1662" y="28099"/>
                          </a:cubicBezTo>
                          <a:cubicBezTo>
                            <a:pt x="1566" y="28385"/>
                            <a:pt x="1471" y="28670"/>
                            <a:pt x="1376" y="28956"/>
                          </a:cubicBezTo>
                          <a:cubicBezTo>
                            <a:pt x="1185" y="29718"/>
                            <a:pt x="900" y="30480"/>
                            <a:pt x="709" y="31337"/>
                          </a:cubicBezTo>
                          <a:cubicBezTo>
                            <a:pt x="423" y="32861"/>
                            <a:pt x="233" y="34385"/>
                            <a:pt x="138" y="35909"/>
                          </a:cubicBezTo>
                          <a:cubicBezTo>
                            <a:pt x="138" y="35909"/>
                            <a:pt x="138" y="36004"/>
                            <a:pt x="138" y="36004"/>
                          </a:cubicBezTo>
                          <a:cubicBezTo>
                            <a:pt x="138" y="36481"/>
                            <a:pt x="138" y="37052"/>
                            <a:pt x="42" y="37529"/>
                          </a:cubicBezTo>
                          <a:cubicBezTo>
                            <a:pt x="42" y="38671"/>
                            <a:pt x="-53" y="39815"/>
                            <a:pt x="42" y="41053"/>
                          </a:cubicBezTo>
                          <a:cubicBezTo>
                            <a:pt x="42" y="42100"/>
                            <a:pt x="138" y="43148"/>
                            <a:pt x="233" y="44196"/>
                          </a:cubicBezTo>
                          <a:cubicBezTo>
                            <a:pt x="233" y="44672"/>
                            <a:pt x="328" y="45148"/>
                            <a:pt x="423" y="45625"/>
                          </a:cubicBezTo>
                          <a:cubicBezTo>
                            <a:pt x="519" y="46768"/>
                            <a:pt x="709" y="47911"/>
                            <a:pt x="995" y="49149"/>
                          </a:cubicBezTo>
                          <a:cubicBezTo>
                            <a:pt x="1090" y="49530"/>
                            <a:pt x="1185" y="50006"/>
                            <a:pt x="1281" y="50387"/>
                          </a:cubicBezTo>
                          <a:cubicBezTo>
                            <a:pt x="1281" y="50387"/>
                            <a:pt x="1281" y="50387"/>
                            <a:pt x="1281" y="50483"/>
                          </a:cubicBezTo>
                          <a:cubicBezTo>
                            <a:pt x="1566" y="51721"/>
                            <a:pt x="1852" y="52959"/>
                            <a:pt x="2138" y="54197"/>
                          </a:cubicBezTo>
                          <a:cubicBezTo>
                            <a:pt x="2233" y="54483"/>
                            <a:pt x="2328" y="54769"/>
                            <a:pt x="2328" y="55054"/>
                          </a:cubicBezTo>
                          <a:cubicBezTo>
                            <a:pt x="2709" y="56579"/>
                            <a:pt x="3281" y="58102"/>
                            <a:pt x="3757" y="59627"/>
                          </a:cubicBezTo>
                          <a:cubicBezTo>
                            <a:pt x="3852" y="59722"/>
                            <a:pt x="3852" y="59912"/>
                            <a:pt x="3948" y="60008"/>
                          </a:cubicBezTo>
                          <a:cubicBezTo>
                            <a:pt x="4043" y="60293"/>
                            <a:pt x="4138" y="60579"/>
                            <a:pt x="4233" y="60769"/>
                          </a:cubicBezTo>
                          <a:cubicBezTo>
                            <a:pt x="4805" y="62294"/>
                            <a:pt x="5376" y="63817"/>
                            <a:pt x="6043" y="65342"/>
                          </a:cubicBezTo>
                          <a:cubicBezTo>
                            <a:pt x="6043" y="65437"/>
                            <a:pt x="6138" y="65437"/>
                            <a:pt x="6138" y="65532"/>
                          </a:cubicBezTo>
                          <a:cubicBezTo>
                            <a:pt x="6805" y="67246"/>
                            <a:pt x="7567" y="68866"/>
                            <a:pt x="8424" y="70675"/>
                          </a:cubicBezTo>
                          <a:cubicBezTo>
                            <a:pt x="8520" y="70961"/>
                            <a:pt x="8710" y="71152"/>
                            <a:pt x="8805" y="71438"/>
                          </a:cubicBezTo>
                          <a:cubicBezTo>
                            <a:pt x="9377" y="72581"/>
                            <a:pt x="10044" y="73819"/>
                            <a:pt x="10615" y="74962"/>
                          </a:cubicBezTo>
                          <a:cubicBezTo>
                            <a:pt x="11091" y="75819"/>
                            <a:pt x="11472" y="76676"/>
                            <a:pt x="11949" y="77533"/>
                          </a:cubicBezTo>
                          <a:cubicBezTo>
                            <a:pt x="12520" y="78581"/>
                            <a:pt x="13092" y="79629"/>
                            <a:pt x="13758" y="80581"/>
                          </a:cubicBezTo>
                          <a:cubicBezTo>
                            <a:pt x="14235" y="81344"/>
                            <a:pt x="14711" y="82201"/>
                            <a:pt x="15187" y="82963"/>
                          </a:cubicBezTo>
                          <a:cubicBezTo>
                            <a:pt x="15187" y="82963"/>
                            <a:pt x="15282" y="83058"/>
                            <a:pt x="15282" y="83058"/>
                          </a:cubicBezTo>
                          <a:cubicBezTo>
                            <a:pt x="15949" y="84201"/>
                            <a:pt x="16711" y="85249"/>
                            <a:pt x="17378" y="86392"/>
                          </a:cubicBezTo>
                          <a:cubicBezTo>
                            <a:pt x="17664" y="86868"/>
                            <a:pt x="17949" y="87344"/>
                            <a:pt x="18235" y="87821"/>
                          </a:cubicBezTo>
                          <a:cubicBezTo>
                            <a:pt x="18426" y="88202"/>
                            <a:pt x="18616" y="88487"/>
                            <a:pt x="18902" y="88868"/>
                          </a:cubicBezTo>
                          <a:cubicBezTo>
                            <a:pt x="19759" y="90202"/>
                            <a:pt x="20712" y="91535"/>
                            <a:pt x="21664" y="92964"/>
                          </a:cubicBezTo>
                          <a:cubicBezTo>
                            <a:pt x="22045" y="93536"/>
                            <a:pt x="22426" y="94107"/>
                            <a:pt x="22902" y="94679"/>
                          </a:cubicBezTo>
                          <a:cubicBezTo>
                            <a:pt x="24331" y="96583"/>
                            <a:pt x="25760" y="98584"/>
                            <a:pt x="27284" y="100489"/>
                          </a:cubicBezTo>
                          <a:cubicBezTo>
                            <a:pt x="27665" y="100965"/>
                            <a:pt x="28046" y="101441"/>
                            <a:pt x="28427" y="101917"/>
                          </a:cubicBezTo>
                          <a:cubicBezTo>
                            <a:pt x="28617" y="102108"/>
                            <a:pt x="28808" y="102394"/>
                            <a:pt x="28998" y="102584"/>
                          </a:cubicBezTo>
                          <a:cubicBezTo>
                            <a:pt x="30046" y="103918"/>
                            <a:pt x="30999" y="105156"/>
                            <a:pt x="32142" y="106490"/>
                          </a:cubicBezTo>
                          <a:cubicBezTo>
                            <a:pt x="32808" y="107347"/>
                            <a:pt x="33570" y="108204"/>
                            <a:pt x="34237" y="108966"/>
                          </a:cubicBezTo>
                          <a:cubicBezTo>
                            <a:pt x="35190" y="110204"/>
                            <a:pt x="36237" y="111347"/>
                            <a:pt x="37285" y="112586"/>
                          </a:cubicBezTo>
                          <a:cubicBezTo>
                            <a:pt x="38047" y="113443"/>
                            <a:pt x="38904" y="114395"/>
                            <a:pt x="39666" y="115252"/>
                          </a:cubicBezTo>
                          <a:cubicBezTo>
                            <a:pt x="40714" y="116396"/>
                            <a:pt x="41762" y="117538"/>
                            <a:pt x="42810" y="118777"/>
                          </a:cubicBezTo>
                          <a:cubicBezTo>
                            <a:pt x="43095" y="119158"/>
                            <a:pt x="43476" y="119444"/>
                            <a:pt x="43762" y="119825"/>
                          </a:cubicBezTo>
                          <a:cubicBezTo>
                            <a:pt x="43857" y="119920"/>
                            <a:pt x="43953" y="120015"/>
                            <a:pt x="44048" y="120110"/>
                          </a:cubicBezTo>
                          <a:cubicBezTo>
                            <a:pt x="44524" y="120586"/>
                            <a:pt x="45000" y="121063"/>
                            <a:pt x="45381" y="121539"/>
                          </a:cubicBezTo>
                          <a:cubicBezTo>
                            <a:pt x="45381" y="121539"/>
                            <a:pt x="45381" y="121539"/>
                            <a:pt x="45381" y="121539"/>
                          </a:cubicBezTo>
                          <a:cubicBezTo>
                            <a:pt x="46429" y="122682"/>
                            <a:pt x="47572" y="123825"/>
                            <a:pt x="48715" y="125063"/>
                          </a:cubicBezTo>
                          <a:cubicBezTo>
                            <a:pt x="49668" y="126016"/>
                            <a:pt x="50525" y="126968"/>
                            <a:pt x="51477" y="127825"/>
                          </a:cubicBezTo>
                          <a:cubicBezTo>
                            <a:pt x="52620" y="128969"/>
                            <a:pt x="53763" y="130111"/>
                            <a:pt x="55002" y="131350"/>
                          </a:cubicBezTo>
                          <a:cubicBezTo>
                            <a:pt x="55287" y="131636"/>
                            <a:pt x="55478" y="131826"/>
                            <a:pt x="55764" y="132112"/>
                          </a:cubicBezTo>
                          <a:cubicBezTo>
                            <a:pt x="56430" y="132779"/>
                            <a:pt x="57192" y="133540"/>
                            <a:pt x="57954" y="134207"/>
                          </a:cubicBezTo>
                          <a:cubicBezTo>
                            <a:pt x="59193" y="135350"/>
                            <a:pt x="60431" y="136588"/>
                            <a:pt x="61669" y="137731"/>
                          </a:cubicBezTo>
                          <a:cubicBezTo>
                            <a:pt x="61955" y="138017"/>
                            <a:pt x="62145" y="138208"/>
                            <a:pt x="62431" y="138494"/>
                          </a:cubicBezTo>
                          <a:cubicBezTo>
                            <a:pt x="63098" y="139160"/>
                            <a:pt x="63860" y="139827"/>
                            <a:pt x="64527" y="140494"/>
                          </a:cubicBezTo>
                          <a:cubicBezTo>
                            <a:pt x="64527" y="140494"/>
                            <a:pt x="64622" y="140589"/>
                            <a:pt x="64622" y="140589"/>
                          </a:cubicBezTo>
                          <a:cubicBezTo>
                            <a:pt x="65955" y="141827"/>
                            <a:pt x="67289" y="143065"/>
                            <a:pt x="68718" y="144209"/>
                          </a:cubicBezTo>
                          <a:cubicBezTo>
                            <a:pt x="69765" y="145066"/>
                            <a:pt x="70718" y="146018"/>
                            <a:pt x="71766" y="146875"/>
                          </a:cubicBezTo>
                          <a:cubicBezTo>
                            <a:pt x="73194" y="148114"/>
                            <a:pt x="74718" y="149447"/>
                            <a:pt x="76242" y="150686"/>
                          </a:cubicBezTo>
                          <a:cubicBezTo>
                            <a:pt x="77195" y="151543"/>
                            <a:pt x="78243" y="152400"/>
                            <a:pt x="79290" y="153257"/>
                          </a:cubicBezTo>
                          <a:cubicBezTo>
                            <a:pt x="81005" y="154686"/>
                            <a:pt x="82719" y="156019"/>
                            <a:pt x="84434" y="157448"/>
                          </a:cubicBezTo>
                          <a:cubicBezTo>
                            <a:pt x="84720" y="157639"/>
                            <a:pt x="85005" y="157925"/>
                            <a:pt x="85291" y="158115"/>
                          </a:cubicBezTo>
                          <a:cubicBezTo>
                            <a:pt x="85863" y="158591"/>
                            <a:pt x="86434" y="159067"/>
                            <a:pt x="87101" y="159544"/>
                          </a:cubicBezTo>
                          <a:cubicBezTo>
                            <a:pt x="89673" y="161639"/>
                            <a:pt x="92340" y="163735"/>
                            <a:pt x="95007" y="165830"/>
                          </a:cubicBezTo>
                          <a:cubicBezTo>
                            <a:pt x="95102" y="165830"/>
                            <a:pt x="95102" y="165925"/>
                            <a:pt x="95197" y="165925"/>
                          </a:cubicBezTo>
                          <a:cubicBezTo>
                            <a:pt x="99960" y="169545"/>
                            <a:pt x="104817" y="173165"/>
                            <a:pt x="109675" y="176594"/>
                          </a:cubicBezTo>
                          <a:cubicBezTo>
                            <a:pt x="109961" y="176784"/>
                            <a:pt x="110151" y="176975"/>
                            <a:pt x="110437" y="177165"/>
                          </a:cubicBezTo>
                          <a:cubicBezTo>
                            <a:pt x="110913" y="177546"/>
                            <a:pt x="111390" y="177832"/>
                            <a:pt x="111866" y="178213"/>
                          </a:cubicBezTo>
                          <a:cubicBezTo>
                            <a:pt x="112247" y="178498"/>
                            <a:pt x="112533" y="178689"/>
                            <a:pt x="112914" y="178879"/>
                          </a:cubicBezTo>
                          <a:cubicBezTo>
                            <a:pt x="117486" y="182118"/>
                            <a:pt x="122058" y="185261"/>
                            <a:pt x="126725" y="188309"/>
                          </a:cubicBezTo>
                          <a:cubicBezTo>
                            <a:pt x="127487" y="188786"/>
                            <a:pt x="128154" y="189262"/>
                            <a:pt x="128916" y="189738"/>
                          </a:cubicBezTo>
                          <a:cubicBezTo>
                            <a:pt x="129106" y="189929"/>
                            <a:pt x="129392" y="190024"/>
                            <a:pt x="129582" y="190214"/>
                          </a:cubicBezTo>
                          <a:cubicBezTo>
                            <a:pt x="132440" y="192119"/>
                            <a:pt x="135297" y="193834"/>
                            <a:pt x="138250" y="195644"/>
                          </a:cubicBezTo>
                          <a:cubicBezTo>
                            <a:pt x="139393" y="196406"/>
                            <a:pt x="140631" y="197167"/>
                            <a:pt x="141774" y="197834"/>
                          </a:cubicBezTo>
                          <a:cubicBezTo>
                            <a:pt x="142441" y="198215"/>
                            <a:pt x="143013" y="198692"/>
                            <a:pt x="143679" y="199073"/>
                          </a:cubicBezTo>
                          <a:cubicBezTo>
                            <a:pt x="144537" y="199549"/>
                            <a:pt x="145299" y="200120"/>
                            <a:pt x="146156" y="200596"/>
                          </a:cubicBezTo>
                          <a:cubicBezTo>
                            <a:pt x="146632" y="200882"/>
                            <a:pt x="147108" y="201168"/>
                            <a:pt x="147680" y="201454"/>
                          </a:cubicBezTo>
                          <a:cubicBezTo>
                            <a:pt x="151204" y="203549"/>
                            <a:pt x="154824" y="205645"/>
                            <a:pt x="158348" y="207740"/>
                          </a:cubicBezTo>
                          <a:cubicBezTo>
                            <a:pt x="159300" y="208312"/>
                            <a:pt x="160158" y="208883"/>
                            <a:pt x="161110" y="209360"/>
                          </a:cubicBezTo>
                          <a:cubicBezTo>
                            <a:pt x="161872" y="209836"/>
                            <a:pt x="162729" y="210217"/>
                            <a:pt x="163491" y="210693"/>
                          </a:cubicBezTo>
                          <a:cubicBezTo>
                            <a:pt x="163587" y="210693"/>
                            <a:pt x="163587" y="210788"/>
                            <a:pt x="163682" y="210788"/>
                          </a:cubicBezTo>
                          <a:cubicBezTo>
                            <a:pt x="163968" y="210884"/>
                            <a:pt x="164158" y="211074"/>
                            <a:pt x="164444" y="211169"/>
                          </a:cubicBezTo>
                          <a:cubicBezTo>
                            <a:pt x="169111" y="213741"/>
                            <a:pt x="173778" y="216313"/>
                            <a:pt x="178541" y="218789"/>
                          </a:cubicBezTo>
                          <a:cubicBezTo>
                            <a:pt x="178636" y="218885"/>
                            <a:pt x="178731" y="218885"/>
                            <a:pt x="178827" y="218980"/>
                          </a:cubicBezTo>
                          <a:cubicBezTo>
                            <a:pt x="179493" y="219265"/>
                            <a:pt x="180065" y="219646"/>
                            <a:pt x="180732" y="219932"/>
                          </a:cubicBezTo>
                          <a:cubicBezTo>
                            <a:pt x="181017" y="220027"/>
                            <a:pt x="181208" y="220218"/>
                            <a:pt x="181494" y="220313"/>
                          </a:cubicBezTo>
                          <a:cubicBezTo>
                            <a:pt x="182732" y="220980"/>
                            <a:pt x="183875" y="221552"/>
                            <a:pt x="185113" y="222123"/>
                          </a:cubicBezTo>
                          <a:cubicBezTo>
                            <a:pt x="188637" y="223933"/>
                            <a:pt x="192162" y="225647"/>
                            <a:pt x="195591" y="227362"/>
                          </a:cubicBezTo>
                          <a:cubicBezTo>
                            <a:pt x="195876" y="227552"/>
                            <a:pt x="196257" y="227648"/>
                            <a:pt x="196543" y="227838"/>
                          </a:cubicBezTo>
                          <a:cubicBezTo>
                            <a:pt x="196829" y="227933"/>
                            <a:pt x="197019" y="228029"/>
                            <a:pt x="197305" y="228219"/>
                          </a:cubicBezTo>
                          <a:cubicBezTo>
                            <a:pt x="199305" y="229171"/>
                            <a:pt x="201401" y="230029"/>
                            <a:pt x="203401" y="230981"/>
                          </a:cubicBezTo>
                          <a:cubicBezTo>
                            <a:pt x="206449" y="232410"/>
                            <a:pt x="209497" y="233839"/>
                            <a:pt x="212545" y="235172"/>
                          </a:cubicBezTo>
                          <a:cubicBezTo>
                            <a:pt x="212736" y="235267"/>
                            <a:pt x="212926" y="235363"/>
                            <a:pt x="213212" y="235458"/>
                          </a:cubicBezTo>
                          <a:cubicBezTo>
                            <a:pt x="213593" y="235648"/>
                            <a:pt x="213879" y="235744"/>
                            <a:pt x="214260" y="235934"/>
                          </a:cubicBezTo>
                          <a:cubicBezTo>
                            <a:pt x="214545" y="236029"/>
                            <a:pt x="214736" y="236125"/>
                            <a:pt x="215022" y="236220"/>
                          </a:cubicBezTo>
                          <a:cubicBezTo>
                            <a:pt x="216831" y="236982"/>
                            <a:pt x="218736" y="237744"/>
                            <a:pt x="220546" y="238506"/>
                          </a:cubicBezTo>
                          <a:cubicBezTo>
                            <a:pt x="223594" y="239744"/>
                            <a:pt x="226737" y="241078"/>
                            <a:pt x="229785" y="242221"/>
                          </a:cubicBezTo>
                          <a:cubicBezTo>
                            <a:pt x="231024" y="242697"/>
                            <a:pt x="232167" y="243173"/>
                            <a:pt x="233405" y="243650"/>
                          </a:cubicBezTo>
                          <a:cubicBezTo>
                            <a:pt x="236929" y="244983"/>
                            <a:pt x="240358" y="246221"/>
                            <a:pt x="243787" y="247460"/>
                          </a:cubicBezTo>
                          <a:cubicBezTo>
                            <a:pt x="244835" y="247840"/>
                            <a:pt x="245883" y="248221"/>
                            <a:pt x="246930" y="248507"/>
                          </a:cubicBezTo>
                          <a:cubicBezTo>
                            <a:pt x="249026" y="249269"/>
                            <a:pt x="251121" y="249936"/>
                            <a:pt x="253122" y="250603"/>
                          </a:cubicBezTo>
                          <a:cubicBezTo>
                            <a:pt x="253407" y="250698"/>
                            <a:pt x="253788" y="250793"/>
                            <a:pt x="254074" y="250888"/>
                          </a:cubicBezTo>
                          <a:cubicBezTo>
                            <a:pt x="255693" y="251365"/>
                            <a:pt x="257217" y="251936"/>
                            <a:pt x="258741" y="252413"/>
                          </a:cubicBezTo>
                          <a:cubicBezTo>
                            <a:pt x="259503" y="252698"/>
                            <a:pt x="260361" y="252889"/>
                            <a:pt x="261123" y="253175"/>
                          </a:cubicBezTo>
                          <a:cubicBezTo>
                            <a:pt x="262647" y="253651"/>
                            <a:pt x="264171" y="254032"/>
                            <a:pt x="265695" y="254508"/>
                          </a:cubicBezTo>
                          <a:cubicBezTo>
                            <a:pt x="267123" y="254889"/>
                            <a:pt x="268647" y="255365"/>
                            <a:pt x="270076" y="255746"/>
                          </a:cubicBezTo>
                          <a:cubicBezTo>
                            <a:pt x="271505" y="256127"/>
                            <a:pt x="272934" y="256508"/>
                            <a:pt x="274362" y="256889"/>
                          </a:cubicBezTo>
                          <a:cubicBezTo>
                            <a:pt x="274362" y="256889"/>
                            <a:pt x="274458" y="256889"/>
                            <a:pt x="274458" y="256889"/>
                          </a:cubicBezTo>
                          <a:cubicBezTo>
                            <a:pt x="275886" y="257270"/>
                            <a:pt x="277220" y="257651"/>
                            <a:pt x="278649" y="257937"/>
                          </a:cubicBezTo>
                          <a:cubicBezTo>
                            <a:pt x="280077" y="258318"/>
                            <a:pt x="281411" y="258604"/>
                            <a:pt x="282840" y="258890"/>
                          </a:cubicBezTo>
                          <a:cubicBezTo>
                            <a:pt x="283792" y="259080"/>
                            <a:pt x="284649" y="259271"/>
                            <a:pt x="285602" y="259556"/>
                          </a:cubicBezTo>
                          <a:cubicBezTo>
                            <a:pt x="286078" y="259652"/>
                            <a:pt x="286554" y="259747"/>
                            <a:pt x="287031" y="259842"/>
                          </a:cubicBezTo>
                          <a:cubicBezTo>
                            <a:pt x="288459" y="260128"/>
                            <a:pt x="289793" y="260413"/>
                            <a:pt x="291126" y="260699"/>
                          </a:cubicBezTo>
                          <a:cubicBezTo>
                            <a:pt x="292460" y="260985"/>
                            <a:pt x="293889" y="261271"/>
                            <a:pt x="295222" y="261461"/>
                          </a:cubicBezTo>
                          <a:cubicBezTo>
                            <a:pt x="296746" y="261747"/>
                            <a:pt x="298270" y="262033"/>
                            <a:pt x="299794" y="262223"/>
                          </a:cubicBezTo>
                          <a:cubicBezTo>
                            <a:pt x="301604" y="262509"/>
                            <a:pt x="303509" y="262795"/>
                            <a:pt x="305319" y="263081"/>
                          </a:cubicBezTo>
                          <a:cubicBezTo>
                            <a:pt x="305604" y="263081"/>
                            <a:pt x="305795" y="263176"/>
                            <a:pt x="306081" y="263176"/>
                          </a:cubicBezTo>
                          <a:cubicBezTo>
                            <a:pt x="307414" y="263366"/>
                            <a:pt x="308652" y="263557"/>
                            <a:pt x="309986" y="263747"/>
                          </a:cubicBezTo>
                          <a:cubicBezTo>
                            <a:pt x="309986" y="263747"/>
                            <a:pt x="309986" y="263747"/>
                            <a:pt x="309986" y="263747"/>
                          </a:cubicBezTo>
                          <a:cubicBezTo>
                            <a:pt x="310367" y="263842"/>
                            <a:pt x="310748" y="263842"/>
                            <a:pt x="311224" y="263842"/>
                          </a:cubicBezTo>
                          <a:cubicBezTo>
                            <a:pt x="313034" y="264033"/>
                            <a:pt x="314939" y="264223"/>
                            <a:pt x="316749" y="264414"/>
                          </a:cubicBezTo>
                          <a:cubicBezTo>
                            <a:pt x="317415" y="264509"/>
                            <a:pt x="317987" y="264509"/>
                            <a:pt x="318654" y="264605"/>
                          </a:cubicBezTo>
                          <a:cubicBezTo>
                            <a:pt x="318654" y="264605"/>
                            <a:pt x="318654" y="264605"/>
                            <a:pt x="318654" y="264605"/>
                          </a:cubicBezTo>
                          <a:cubicBezTo>
                            <a:pt x="320273" y="264700"/>
                            <a:pt x="321797" y="264795"/>
                            <a:pt x="323321" y="264890"/>
                          </a:cubicBezTo>
                          <a:cubicBezTo>
                            <a:pt x="323321" y="264890"/>
                            <a:pt x="323321" y="264890"/>
                            <a:pt x="323321" y="264890"/>
                          </a:cubicBezTo>
                          <a:cubicBezTo>
                            <a:pt x="324083" y="264890"/>
                            <a:pt x="324845" y="264986"/>
                            <a:pt x="325607" y="264986"/>
                          </a:cubicBezTo>
                          <a:cubicBezTo>
                            <a:pt x="325702" y="264986"/>
                            <a:pt x="325702" y="264986"/>
                            <a:pt x="325797" y="264986"/>
                          </a:cubicBezTo>
                          <a:cubicBezTo>
                            <a:pt x="327417" y="265081"/>
                            <a:pt x="329036" y="265081"/>
                            <a:pt x="330560" y="265081"/>
                          </a:cubicBezTo>
                          <a:cubicBezTo>
                            <a:pt x="331036" y="265081"/>
                            <a:pt x="331608" y="265081"/>
                            <a:pt x="332084" y="265081"/>
                          </a:cubicBezTo>
                          <a:cubicBezTo>
                            <a:pt x="334084" y="265081"/>
                            <a:pt x="336084" y="264986"/>
                            <a:pt x="337989" y="264890"/>
                          </a:cubicBezTo>
                          <a:cubicBezTo>
                            <a:pt x="338561" y="264890"/>
                            <a:pt x="339132" y="264795"/>
                            <a:pt x="339704" y="264795"/>
                          </a:cubicBezTo>
                          <a:cubicBezTo>
                            <a:pt x="339704" y="264795"/>
                            <a:pt x="339799" y="264795"/>
                            <a:pt x="339799" y="264795"/>
                          </a:cubicBezTo>
                          <a:cubicBezTo>
                            <a:pt x="341323" y="264700"/>
                            <a:pt x="342752" y="264605"/>
                            <a:pt x="344181" y="264414"/>
                          </a:cubicBezTo>
                          <a:lnTo>
                            <a:pt x="344181" y="264414"/>
                          </a:lnTo>
                          <a:cubicBezTo>
                            <a:pt x="344847" y="264319"/>
                            <a:pt x="345514" y="264223"/>
                            <a:pt x="346181" y="264223"/>
                          </a:cubicBezTo>
                          <a:cubicBezTo>
                            <a:pt x="346181" y="264223"/>
                            <a:pt x="346181" y="264223"/>
                            <a:pt x="346181" y="264223"/>
                          </a:cubicBezTo>
                          <a:cubicBezTo>
                            <a:pt x="347419" y="264033"/>
                            <a:pt x="348657" y="263938"/>
                            <a:pt x="349896" y="263652"/>
                          </a:cubicBezTo>
                          <a:cubicBezTo>
                            <a:pt x="350277" y="263557"/>
                            <a:pt x="350658" y="263557"/>
                            <a:pt x="351039" y="263461"/>
                          </a:cubicBezTo>
                          <a:cubicBezTo>
                            <a:pt x="353039" y="263081"/>
                            <a:pt x="354944" y="262700"/>
                            <a:pt x="356754" y="262223"/>
                          </a:cubicBezTo>
                          <a:cubicBezTo>
                            <a:pt x="358563" y="261747"/>
                            <a:pt x="360373" y="261271"/>
                            <a:pt x="362088" y="260699"/>
                          </a:cubicBezTo>
                          <a:cubicBezTo>
                            <a:pt x="363707" y="260128"/>
                            <a:pt x="365231" y="259556"/>
                            <a:pt x="366660" y="258890"/>
                          </a:cubicBezTo>
                          <a:cubicBezTo>
                            <a:pt x="367041" y="258699"/>
                            <a:pt x="367422" y="258509"/>
                            <a:pt x="367898" y="258318"/>
                          </a:cubicBezTo>
                          <a:cubicBezTo>
                            <a:pt x="368184" y="258223"/>
                            <a:pt x="368374" y="258032"/>
                            <a:pt x="368565" y="257937"/>
                          </a:cubicBezTo>
                          <a:cubicBezTo>
                            <a:pt x="369327" y="257556"/>
                            <a:pt x="370184" y="257175"/>
                            <a:pt x="370946" y="256794"/>
                          </a:cubicBezTo>
                          <a:cubicBezTo>
                            <a:pt x="371327" y="256604"/>
                            <a:pt x="371708" y="256413"/>
                            <a:pt x="372089" y="256127"/>
                          </a:cubicBezTo>
                          <a:cubicBezTo>
                            <a:pt x="372470" y="255937"/>
                            <a:pt x="372851" y="255651"/>
                            <a:pt x="373232" y="255365"/>
                          </a:cubicBezTo>
                          <a:cubicBezTo>
                            <a:pt x="373899" y="254984"/>
                            <a:pt x="374565" y="254508"/>
                            <a:pt x="375232" y="254127"/>
                          </a:cubicBezTo>
                          <a:cubicBezTo>
                            <a:pt x="375423" y="254032"/>
                            <a:pt x="375518" y="253936"/>
                            <a:pt x="375708" y="253841"/>
                          </a:cubicBezTo>
                          <a:cubicBezTo>
                            <a:pt x="376185" y="253460"/>
                            <a:pt x="376661" y="253079"/>
                            <a:pt x="377137" y="252698"/>
                          </a:cubicBezTo>
                          <a:cubicBezTo>
                            <a:pt x="377804" y="252127"/>
                            <a:pt x="378471" y="251650"/>
                            <a:pt x="379042" y="251079"/>
                          </a:cubicBezTo>
                          <a:cubicBezTo>
                            <a:pt x="379042" y="251079"/>
                            <a:pt x="379137" y="250984"/>
                            <a:pt x="379137" y="250984"/>
                          </a:cubicBezTo>
                          <a:cubicBezTo>
                            <a:pt x="379614" y="250603"/>
                            <a:pt x="379995" y="250127"/>
                            <a:pt x="380376" y="249650"/>
                          </a:cubicBezTo>
                          <a:cubicBezTo>
                            <a:pt x="380566" y="249460"/>
                            <a:pt x="380757" y="249269"/>
                            <a:pt x="380947" y="249079"/>
                          </a:cubicBezTo>
                          <a:cubicBezTo>
                            <a:pt x="381233" y="248793"/>
                            <a:pt x="381519" y="248507"/>
                            <a:pt x="381804" y="248221"/>
                          </a:cubicBezTo>
                          <a:cubicBezTo>
                            <a:pt x="381995" y="248031"/>
                            <a:pt x="382185" y="247840"/>
                            <a:pt x="382281" y="247650"/>
                          </a:cubicBezTo>
                          <a:cubicBezTo>
                            <a:pt x="382566" y="247269"/>
                            <a:pt x="382852" y="246888"/>
                            <a:pt x="383138" y="246507"/>
                          </a:cubicBezTo>
                          <a:cubicBezTo>
                            <a:pt x="383519" y="246031"/>
                            <a:pt x="383900" y="245459"/>
                            <a:pt x="384281" y="244983"/>
                          </a:cubicBezTo>
                          <a:cubicBezTo>
                            <a:pt x="384376" y="244792"/>
                            <a:pt x="384471" y="244697"/>
                            <a:pt x="384567" y="244507"/>
                          </a:cubicBezTo>
                          <a:cubicBezTo>
                            <a:pt x="384852" y="244031"/>
                            <a:pt x="385138" y="243554"/>
                            <a:pt x="385424" y="242983"/>
                          </a:cubicBezTo>
                          <a:cubicBezTo>
                            <a:pt x="385519" y="242792"/>
                            <a:pt x="385614" y="242697"/>
                            <a:pt x="385710" y="242506"/>
                          </a:cubicBezTo>
                          <a:cubicBezTo>
                            <a:pt x="385995" y="242030"/>
                            <a:pt x="386281" y="241459"/>
                            <a:pt x="386472" y="240983"/>
                          </a:cubicBezTo>
                          <a:cubicBezTo>
                            <a:pt x="386757" y="240411"/>
                            <a:pt x="386948" y="239744"/>
                            <a:pt x="387234" y="239173"/>
                          </a:cubicBezTo>
                          <a:cubicBezTo>
                            <a:pt x="387329" y="238982"/>
                            <a:pt x="387329" y="238792"/>
                            <a:pt x="387424" y="238601"/>
                          </a:cubicBezTo>
                          <a:lnTo>
                            <a:pt x="387424" y="238601"/>
                          </a:lnTo>
                          <a:cubicBezTo>
                            <a:pt x="387424" y="238506"/>
                            <a:pt x="387519" y="238411"/>
                            <a:pt x="387519" y="238315"/>
                          </a:cubicBezTo>
                          <a:cubicBezTo>
                            <a:pt x="387710" y="237935"/>
                            <a:pt x="387805" y="237458"/>
                            <a:pt x="387996" y="237077"/>
                          </a:cubicBezTo>
                          <a:cubicBezTo>
                            <a:pt x="388377" y="235934"/>
                            <a:pt x="388662" y="234696"/>
                            <a:pt x="388948" y="233458"/>
                          </a:cubicBezTo>
                          <a:cubicBezTo>
                            <a:pt x="389043" y="232886"/>
                            <a:pt x="389043" y="232410"/>
                            <a:pt x="389139" y="231838"/>
                          </a:cubicBezTo>
                          <a:cubicBezTo>
                            <a:pt x="389234" y="231077"/>
                            <a:pt x="389424" y="230315"/>
                            <a:pt x="389424" y="229552"/>
                          </a:cubicBezTo>
                          <a:cubicBezTo>
                            <a:pt x="389424" y="229362"/>
                            <a:pt x="389520" y="229171"/>
                            <a:pt x="389520" y="228981"/>
                          </a:cubicBezTo>
                          <a:cubicBezTo>
                            <a:pt x="389520" y="228505"/>
                            <a:pt x="389520" y="227933"/>
                            <a:pt x="389615" y="227362"/>
                          </a:cubicBezTo>
                          <a:cubicBezTo>
                            <a:pt x="389615" y="227171"/>
                            <a:pt x="389615" y="226981"/>
                            <a:pt x="389615" y="226886"/>
                          </a:cubicBezTo>
                          <a:cubicBezTo>
                            <a:pt x="389615" y="226409"/>
                            <a:pt x="389615" y="225838"/>
                            <a:pt x="389615" y="225361"/>
                          </a:cubicBezTo>
                          <a:cubicBezTo>
                            <a:pt x="389615" y="225076"/>
                            <a:pt x="389615" y="224695"/>
                            <a:pt x="389615" y="224409"/>
                          </a:cubicBezTo>
                          <a:cubicBezTo>
                            <a:pt x="389615" y="224314"/>
                            <a:pt x="389615" y="224314"/>
                            <a:pt x="389615" y="224219"/>
                          </a:cubicBezTo>
                          <a:cubicBezTo>
                            <a:pt x="389615" y="222980"/>
                            <a:pt x="389520" y="221742"/>
                            <a:pt x="389329" y="220409"/>
                          </a:cubicBezTo>
                          <a:cubicBezTo>
                            <a:pt x="389329" y="220218"/>
                            <a:pt x="389329" y="220027"/>
                            <a:pt x="389234" y="219837"/>
                          </a:cubicBezTo>
                          <a:cubicBezTo>
                            <a:pt x="389139" y="219170"/>
                            <a:pt x="389043" y="218408"/>
                            <a:pt x="388948" y="217646"/>
                          </a:cubicBezTo>
                          <a:cubicBezTo>
                            <a:pt x="388948" y="217646"/>
                            <a:pt x="388948" y="217551"/>
                            <a:pt x="388948" y="217551"/>
                          </a:cubicBezTo>
                          <a:cubicBezTo>
                            <a:pt x="388853" y="216884"/>
                            <a:pt x="388662" y="216122"/>
                            <a:pt x="388567" y="215360"/>
                          </a:cubicBezTo>
                          <a:cubicBezTo>
                            <a:pt x="388472" y="214789"/>
                            <a:pt x="388377" y="214313"/>
                            <a:pt x="388281" y="213741"/>
                          </a:cubicBezTo>
                          <a:cubicBezTo>
                            <a:pt x="388281" y="213741"/>
                            <a:pt x="388281" y="213741"/>
                            <a:pt x="388281" y="213741"/>
                          </a:cubicBezTo>
                          <a:cubicBezTo>
                            <a:pt x="387996" y="212598"/>
                            <a:pt x="387805" y="211360"/>
                            <a:pt x="387424" y="210217"/>
                          </a:cubicBezTo>
                          <a:cubicBezTo>
                            <a:pt x="387424" y="210217"/>
                            <a:pt x="387424" y="210217"/>
                            <a:pt x="387424" y="210121"/>
                          </a:cubicBezTo>
                          <a:cubicBezTo>
                            <a:pt x="387424" y="210121"/>
                            <a:pt x="387424" y="210026"/>
                            <a:pt x="387424" y="210026"/>
                          </a:cubicBezTo>
                          <a:cubicBezTo>
                            <a:pt x="386948" y="208407"/>
                            <a:pt x="386376" y="206692"/>
                            <a:pt x="385805" y="205073"/>
                          </a:cubicBezTo>
                          <a:cubicBezTo>
                            <a:pt x="385710" y="204788"/>
                            <a:pt x="385614" y="204502"/>
                            <a:pt x="385519" y="204216"/>
                          </a:cubicBezTo>
                          <a:cubicBezTo>
                            <a:pt x="385519" y="204216"/>
                            <a:pt x="385519" y="204216"/>
                            <a:pt x="385519" y="204121"/>
                          </a:cubicBezTo>
                          <a:cubicBezTo>
                            <a:pt x="384948" y="202597"/>
                            <a:pt x="384376" y="201073"/>
                            <a:pt x="383709" y="199454"/>
                          </a:cubicBezTo>
                          <a:cubicBezTo>
                            <a:pt x="383709" y="199454"/>
                            <a:pt x="383709" y="199454"/>
                            <a:pt x="383709" y="199454"/>
                          </a:cubicBezTo>
                          <a:cubicBezTo>
                            <a:pt x="383138" y="198025"/>
                            <a:pt x="382376" y="196501"/>
                            <a:pt x="381709" y="194977"/>
                          </a:cubicBezTo>
                          <a:cubicBezTo>
                            <a:pt x="381614" y="194691"/>
                            <a:pt x="381423" y="194405"/>
                            <a:pt x="381328" y="194119"/>
                          </a:cubicBezTo>
                          <a:cubicBezTo>
                            <a:pt x="380757" y="193929"/>
                            <a:pt x="380566" y="193643"/>
                            <a:pt x="380471" y="193358"/>
                          </a:cubicBezTo>
                          <a:close/>
                          <a:moveTo>
                            <a:pt x="353229" y="168116"/>
                          </a:moveTo>
                          <a:cubicBezTo>
                            <a:pt x="355420" y="171260"/>
                            <a:pt x="357516" y="174403"/>
                            <a:pt x="359421" y="177451"/>
                          </a:cubicBezTo>
                          <a:cubicBezTo>
                            <a:pt x="361040" y="180118"/>
                            <a:pt x="362564" y="182785"/>
                            <a:pt x="363897" y="185356"/>
                          </a:cubicBezTo>
                          <a:cubicBezTo>
                            <a:pt x="363993" y="185547"/>
                            <a:pt x="364088" y="185738"/>
                            <a:pt x="364183" y="185928"/>
                          </a:cubicBezTo>
                          <a:cubicBezTo>
                            <a:pt x="364278" y="186023"/>
                            <a:pt x="364374" y="186214"/>
                            <a:pt x="364374" y="186309"/>
                          </a:cubicBezTo>
                          <a:cubicBezTo>
                            <a:pt x="364564" y="186690"/>
                            <a:pt x="364755" y="187071"/>
                            <a:pt x="364945" y="187357"/>
                          </a:cubicBezTo>
                          <a:cubicBezTo>
                            <a:pt x="365517" y="188500"/>
                            <a:pt x="366088" y="189643"/>
                            <a:pt x="366564" y="190786"/>
                          </a:cubicBezTo>
                          <a:cubicBezTo>
                            <a:pt x="366660" y="190976"/>
                            <a:pt x="366755" y="191167"/>
                            <a:pt x="366850" y="191452"/>
                          </a:cubicBezTo>
                          <a:cubicBezTo>
                            <a:pt x="366945" y="191643"/>
                            <a:pt x="367041" y="191834"/>
                            <a:pt x="367136" y="192119"/>
                          </a:cubicBezTo>
                          <a:cubicBezTo>
                            <a:pt x="367136" y="192119"/>
                            <a:pt x="367136" y="192119"/>
                            <a:pt x="367136" y="192215"/>
                          </a:cubicBezTo>
                          <a:cubicBezTo>
                            <a:pt x="367707" y="193548"/>
                            <a:pt x="368279" y="194881"/>
                            <a:pt x="368755" y="196215"/>
                          </a:cubicBezTo>
                          <a:cubicBezTo>
                            <a:pt x="368850" y="196406"/>
                            <a:pt x="368946" y="196691"/>
                            <a:pt x="369041" y="196882"/>
                          </a:cubicBezTo>
                          <a:cubicBezTo>
                            <a:pt x="369041" y="196882"/>
                            <a:pt x="369041" y="196882"/>
                            <a:pt x="369041" y="196882"/>
                          </a:cubicBezTo>
                          <a:cubicBezTo>
                            <a:pt x="369136" y="197167"/>
                            <a:pt x="369231" y="197453"/>
                            <a:pt x="369327" y="197739"/>
                          </a:cubicBezTo>
                          <a:lnTo>
                            <a:pt x="369327" y="197739"/>
                          </a:lnTo>
                          <a:cubicBezTo>
                            <a:pt x="369327" y="197739"/>
                            <a:pt x="369327" y="197834"/>
                            <a:pt x="369327" y="197834"/>
                          </a:cubicBezTo>
                          <a:cubicBezTo>
                            <a:pt x="369803" y="199073"/>
                            <a:pt x="370184" y="200311"/>
                            <a:pt x="370565" y="201549"/>
                          </a:cubicBezTo>
                          <a:cubicBezTo>
                            <a:pt x="371708" y="205073"/>
                            <a:pt x="372470" y="208502"/>
                            <a:pt x="372946" y="211836"/>
                          </a:cubicBezTo>
                          <a:cubicBezTo>
                            <a:pt x="373041" y="212503"/>
                            <a:pt x="373137" y="213169"/>
                            <a:pt x="373232" y="213741"/>
                          </a:cubicBezTo>
                          <a:cubicBezTo>
                            <a:pt x="374946" y="231077"/>
                            <a:pt x="366945" y="244126"/>
                            <a:pt x="348181" y="250412"/>
                          </a:cubicBezTo>
                          <a:cubicBezTo>
                            <a:pt x="297603" y="267367"/>
                            <a:pt x="187780" y="228219"/>
                            <a:pt x="103008" y="163068"/>
                          </a:cubicBezTo>
                          <a:cubicBezTo>
                            <a:pt x="87101" y="150876"/>
                            <a:pt x="73194" y="138589"/>
                            <a:pt x="61479" y="126587"/>
                          </a:cubicBezTo>
                          <a:cubicBezTo>
                            <a:pt x="61193" y="126302"/>
                            <a:pt x="60812" y="125921"/>
                            <a:pt x="60526" y="125635"/>
                          </a:cubicBezTo>
                          <a:cubicBezTo>
                            <a:pt x="59097" y="124206"/>
                            <a:pt x="57669" y="122682"/>
                            <a:pt x="56335" y="121253"/>
                          </a:cubicBezTo>
                          <a:cubicBezTo>
                            <a:pt x="56049" y="120872"/>
                            <a:pt x="55668" y="120586"/>
                            <a:pt x="55383" y="120206"/>
                          </a:cubicBezTo>
                          <a:cubicBezTo>
                            <a:pt x="47191" y="111347"/>
                            <a:pt x="40143" y="102584"/>
                            <a:pt x="34428" y="94298"/>
                          </a:cubicBezTo>
                          <a:cubicBezTo>
                            <a:pt x="33951" y="93536"/>
                            <a:pt x="33380" y="92773"/>
                            <a:pt x="32904" y="92107"/>
                          </a:cubicBezTo>
                          <a:cubicBezTo>
                            <a:pt x="32808" y="92011"/>
                            <a:pt x="32808" y="91916"/>
                            <a:pt x="32713" y="91821"/>
                          </a:cubicBezTo>
                          <a:cubicBezTo>
                            <a:pt x="32142" y="90869"/>
                            <a:pt x="31570" y="90011"/>
                            <a:pt x="30999" y="89059"/>
                          </a:cubicBezTo>
                          <a:cubicBezTo>
                            <a:pt x="29856" y="87249"/>
                            <a:pt x="28808" y="85535"/>
                            <a:pt x="27855" y="83820"/>
                          </a:cubicBezTo>
                          <a:cubicBezTo>
                            <a:pt x="27474" y="83153"/>
                            <a:pt x="27093" y="82582"/>
                            <a:pt x="26712" y="81915"/>
                          </a:cubicBezTo>
                          <a:cubicBezTo>
                            <a:pt x="26617" y="81629"/>
                            <a:pt x="26427" y="81439"/>
                            <a:pt x="26236" y="81153"/>
                          </a:cubicBezTo>
                          <a:cubicBezTo>
                            <a:pt x="26236" y="81153"/>
                            <a:pt x="26236" y="81058"/>
                            <a:pt x="26141" y="81058"/>
                          </a:cubicBezTo>
                          <a:cubicBezTo>
                            <a:pt x="25379" y="79629"/>
                            <a:pt x="24712" y="78296"/>
                            <a:pt x="24045" y="76962"/>
                          </a:cubicBezTo>
                          <a:cubicBezTo>
                            <a:pt x="23855" y="76581"/>
                            <a:pt x="23664" y="76200"/>
                            <a:pt x="23474" y="75819"/>
                          </a:cubicBezTo>
                          <a:cubicBezTo>
                            <a:pt x="22712" y="74295"/>
                            <a:pt x="22045" y="72771"/>
                            <a:pt x="21474" y="71247"/>
                          </a:cubicBezTo>
                          <a:cubicBezTo>
                            <a:pt x="21474" y="71247"/>
                            <a:pt x="21474" y="71247"/>
                            <a:pt x="21474" y="71247"/>
                          </a:cubicBezTo>
                          <a:lnTo>
                            <a:pt x="21474" y="71247"/>
                          </a:lnTo>
                          <a:cubicBezTo>
                            <a:pt x="21474" y="71247"/>
                            <a:pt x="21474" y="71247"/>
                            <a:pt x="21474" y="71247"/>
                          </a:cubicBezTo>
                          <a:cubicBezTo>
                            <a:pt x="21378" y="71056"/>
                            <a:pt x="21378" y="70961"/>
                            <a:pt x="21283" y="70771"/>
                          </a:cubicBezTo>
                          <a:cubicBezTo>
                            <a:pt x="20616" y="69247"/>
                            <a:pt x="20045" y="67723"/>
                            <a:pt x="19569" y="66199"/>
                          </a:cubicBezTo>
                          <a:cubicBezTo>
                            <a:pt x="19569" y="66104"/>
                            <a:pt x="19473" y="65913"/>
                            <a:pt x="19378" y="65818"/>
                          </a:cubicBezTo>
                          <a:cubicBezTo>
                            <a:pt x="18997" y="64770"/>
                            <a:pt x="18711" y="63817"/>
                            <a:pt x="18426" y="62865"/>
                          </a:cubicBezTo>
                          <a:cubicBezTo>
                            <a:pt x="18330" y="62484"/>
                            <a:pt x="18235" y="62103"/>
                            <a:pt x="18045" y="61817"/>
                          </a:cubicBezTo>
                          <a:cubicBezTo>
                            <a:pt x="17949" y="61531"/>
                            <a:pt x="17854" y="61341"/>
                            <a:pt x="17854" y="61055"/>
                          </a:cubicBezTo>
                          <a:lnTo>
                            <a:pt x="17854" y="61055"/>
                          </a:lnTo>
                          <a:lnTo>
                            <a:pt x="17854" y="61055"/>
                          </a:lnTo>
                          <a:lnTo>
                            <a:pt x="17854" y="61055"/>
                          </a:lnTo>
                          <a:cubicBezTo>
                            <a:pt x="17473" y="59817"/>
                            <a:pt x="17283" y="58579"/>
                            <a:pt x="16997" y="57340"/>
                          </a:cubicBezTo>
                          <a:cubicBezTo>
                            <a:pt x="16902" y="57055"/>
                            <a:pt x="16806" y="56674"/>
                            <a:pt x="16806" y="56388"/>
                          </a:cubicBezTo>
                          <a:cubicBezTo>
                            <a:pt x="16806" y="56293"/>
                            <a:pt x="16806" y="56293"/>
                            <a:pt x="16806" y="56198"/>
                          </a:cubicBezTo>
                          <a:cubicBezTo>
                            <a:pt x="16806" y="56102"/>
                            <a:pt x="16806" y="56007"/>
                            <a:pt x="16806" y="55912"/>
                          </a:cubicBezTo>
                          <a:cubicBezTo>
                            <a:pt x="16616" y="54673"/>
                            <a:pt x="16425" y="53531"/>
                            <a:pt x="16235" y="52388"/>
                          </a:cubicBezTo>
                          <a:cubicBezTo>
                            <a:pt x="16235" y="52197"/>
                            <a:pt x="16140" y="52006"/>
                            <a:pt x="16140" y="51816"/>
                          </a:cubicBezTo>
                          <a:cubicBezTo>
                            <a:pt x="15949" y="50483"/>
                            <a:pt x="15949" y="49149"/>
                            <a:pt x="15854" y="47911"/>
                          </a:cubicBezTo>
                          <a:cubicBezTo>
                            <a:pt x="15854" y="47720"/>
                            <a:pt x="15854" y="47530"/>
                            <a:pt x="15854" y="47435"/>
                          </a:cubicBezTo>
                          <a:cubicBezTo>
                            <a:pt x="15854" y="46292"/>
                            <a:pt x="15854" y="45244"/>
                            <a:pt x="15949" y="44101"/>
                          </a:cubicBezTo>
                          <a:cubicBezTo>
                            <a:pt x="15949" y="43720"/>
                            <a:pt x="16044" y="43339"/>
                            <a:pt x="16044" y="42958"/>
                          </a:cubicBezTo>
                          <a:cubicBezTo>
                            <a:pt x="16140" y="42100"/>
                            <a:pt x="16235" y="41243"/>
                            <a:pt x="16425" y="40386"/>
                          </a:cubicBezTo>
                          <a:cubicBezTo>
                            <a:pt x="16521" y="40005"/>
                            <a:pt x="16521" y="39624"/>
                            <a:pt x="16616" y="39243"/>
                          </a:cubicBezTo>
                          <a:cubicBezTo>
                            <a:pt x="16806" y="38290"/>
                            <a:pt x="17092" y="37338"/>
                            <a:pt x="17378" y="36385"/>
                          </a:cubicBezTo>
                          <a:cubicBezTo>
                            <a:pt x="17473" y="36195"/>
                            <a:pt x="17473" y="36004"/>
                            <a:pt x="17568" y="35814"/>
                          </a:cubicBezTo>
                          <a:cubicBezTo>
                            <a:pt x="17949" y="34766"/>
                            <a:pt x="18330" y="33623"/>
                            <a:pt x="18807" y="32671"/>
                          </a:cubicBezTo>
                          <a:cubicBezTo>
                            <a:pt x="18807" y="32671"/>
                            <a:pt x="18807" y="32671"/>
                            <a:pt x="18807" y="32575"/>
                          </a:cubicBezTo>
                          <a:cubicBezTo>
                            <a:pt x="18902" y="32290"/>
                            <a:pt x="19092" y="32004"/>
                            <a:pt x="19283" y="31718"/>
                          </a:cubicBezTo>
                          <a:cubicBezTo>
                            <a:pt x="19283" y="31718"/>
                            <a:pt x="19283" y="31718"/>
                            <a:pt x="19283" y="31718"/>
                          </a:cubicBezTo>
                          <a:cubicBezTo>
                            <a:pt x="19283" y="31718"/>
                            <a:pt x="19283" y="31718"/>
                            <a:pt x="19283" y="31718"/>
                          </a:cubicBezTo>
                          <a:cubicBezTo>
                            <a:pt x="19664" y="30956"/>
                            <a:pt x="20045" y="30290"/>
                            <a:pt x="20521" y="29623"/>
                          </a:cubicBezTo>
                          <a:cubicBezTo>
                            <a:pt x="20521" y="29623"/>
                            <a:pt x="20521" y="29623"/>
                            <a:pt x="20521" y="29623"/>
                          </a:cubicBezTo>
                          <a:cubicBezTo>
                            <a:pt x="20521" y="29623"/>
                            <a:pt x="20521" y="29623"/>
                            <a:pt x="20521" y="29623"/>
                          </a:cubicBezTo>
                          <a:cubicBezTo>
                            <a:pt x="20616" y="29432"/>
                            <a:pt x="20712" y="29337"/>
                            <a:pt x="20807" y="29146"/>
                          </a:cubicBezTo>
                          <a:cubicBezTo>
                            <a:pt x="20902" y="28956"/>
                            <a:pt x="20997" y="28765"/>
                            <a:pt x="21093" y="28670"/>
                          </a:cubicBezTo>
                          <a:cubicBezTo>
                            <a:pt x="21569" y="28004"/>
                            <a:pt x="22045" y="27337"/>
                            <a:pt x="22521" y="26765"/>
                          </a:cubicBezTo>
                          <a:cubicBezTo>
                            <a:pt x="22807" y="26479"/>
                            <a:pt x="22998" y="26194"/>
                            <a:pt x="23283" y="25908"/>
                          </a:cubicBezTo>
                          <a:cubicBezTo>
                            <a:pt x="23950" y="25146"/>
                            <a:pt x="24712" y="24384"/>
                            <a:pt x="25474" y="23622"/>
                          </a:cubicBezTo>
                          <a:cubicBezTo>
                            <a:pt x="25474" y="23622"/>
                            <a:pt x="25474" y="23622"/>
                            <a:pt x="25474" y="23622"/>
                          </a:cubicBezTo>
                          <a:cubicBezTo>
                            <a:pt x="25474" y="23622"/>
                            <a:pt x="25474" y="23622"/>
                            <a:pt x="25474" y="23622"/>
                          </a:cubicBezTo>
                          <a:cubicBezTo>
                            <a:pt x="25569" y="23527"/>
                            <a:pt x="25665" y="23431"/>
                            <a:pt x="25760" y="23336"/>
                          </a:cubicBezTo>
                          <a:lnTo>
                            <a:pt x="25760" y="23336"/>
                          </a:lnTo>
                          <a:cubicBezTo>
                            <a:pt x="25760" y="23336"/>
                            <a:pt x="25760" y="23336"/>
                            <a:pt x="25760" y="23336"/>
                          </a:cubicBezTo>
                          <a:cubicBezTo>
                            <a:pt x="26617" y="22479"/>
                            <a:pt x="27665" y="21717"/>
                            <a:pt x="28617" y="21050"/>
                          </a:cubicBezTo>
                          <a:cubicBezTo>
                            <a:pt x="28617" y="21050"/>
                            <a:pt x="28617" y="21050"/>
                            <a:pt x="28617" y="21050"/>
                          </a:cubicBezTo>
                          <a:cubicBezTo>
                            <a:pt x="28617" y="21050"/>
                            <a:pt x="28617" y="21050"/>
                            <a:pt x="28617" y="21050"/>
                          </a:cubicBezTo>
                          <a:cubicBezTo>
                            <a:pt x="28713" y="20955"/>
                            <a:pt x="28808" y="20860"/>
                            <a:pt x="28998" y="20765"/>
                          </a:cubicBezTo>
                          <a:cubicBezTo>
                            <a:pt x="29189" y="20669"/>
                            <a:pt x="29379" y="20479"/>
                            <a:pt x="29570" y="20383"/>
                          </a:cubicBezTo>
                          <a:cubicBezTo>
                            <a:pt x="30332" y="19907"/>
                            <a:pt x="31094" y="19336"/>
                            <a:pt x="31951" y="18860"/>
                          </a:cubicBezTo>
                          <a:cubicBezTo>
                            <a:pt x="32332" y="18669"/>
                            <a:pt x="32713" y="18383"/>
                            <a:pt x="33189" y="18193"/>
                          </a:cubicBezTo>
                          <a:cubicBezTo>
                            <a:pt x="34047" y="17717"/>
                            <a:pt x="34904" y="17335"/>
                            <a:pt x="35761" y="16859"/>
                          </a:cubicBezTo>
                          <a:cubicBezTo>
                            <a:pt x="36142" y="16669"/>
                            <a:pt x="36523" y="16478"/>
                            <a:pt x="36999" y="16288"/>
                          </a:cubicBezTo>
                          <a:cubicBezTo>
                            <a:pt x="38333" y="15716"/>
                            <a:pt x="39666" y="15145"/>
                            <a:pt x="41095" y="14669"/>
                          </a:cubicBezTo>
                          <a:cubicBezTo>
                            <a:pt x="42524" y="14192"/>
                            <a:pt x="44048" y="13716"/>
                            <a:pt x="45667" y="13335"/>
                          </a:cubicBezTo>
                          <a:cubicBezTo>
                            <a:pt x="45953" y="13240"/>
                            <a:pt x="46239" y="13240"/>
                            <a:pt x="46524" y="13144"/>
                          </a:cubicBezTo>
                          <a:cubicBezTo>
                            <a:pt x="46715" y="13144"/>
                            <a:pt x="46905" y="13049"/>
                            <a:pt x="47096" y="12954"/>
                          </a:cubicBezTo>
                          <a:lnTo>
                            <a:pt x="47096" y="12954"/>
                          </a:lnTo>
                          <a:cubicBezTo>
                            <a:pt x="47096" y="12954"/>
                            <a:pt x="47096" y="12954"/>
                            <a:pt x="47096" y="12954"/>
                          </a:cubicBezTo>
                          <a:cubicBezTo>
                            <a:pt x="48144" y="12668"/>
                            <a:pt x="49287" y="12478"/>
                            <a:pt x="50430" y="12287"/>
                          </a:cubicBezTo>
                          <a:cubicBezTo>
                            <a:pt x="50430" y="12287"/>
                            <a:pt x="50430" y="12287"/>
                            <a:pt x="50430" y="12287"/>
                          </a:cubicBezTo>
                          <a:lnTo>
                            <a:pt x="50430" y="12287"/>
                          </a:lnTo>
                          <a:cubicBezTo>
                            <a:pt x="51001" y="12192"/>
                            <a:pt x="51573" y="12097"/>
                            <a:pt x="52239" y="12002"/>
                          </a:cubicBezTo>
                          <a:cubicBezTo>
                            <a:pt x="52239" y="12002"/>
                            <a:pt x="52239" y="12002"/>
                            <a:pt x="52239" y="12002"/>
                          </a:cubicBezTo>
                          <a:cubicBezTo>
                            <a:pt x="52239" y="12002"/>
                            <a:pt x="52239" y="12002"/>
                            <a:pt x="52239" y="12002"/>
                          </a:cubicBezTo>
                          <a:cubicBezTo>
                            <a:pt x="53382" y="11811"/>
                            <a:pt x="54525" y="11621"/>
                            <a:pt x="55668" y="11525"/>
                          </a:cubicBezTo>
                          <a:cubicBezTo>
                            <a:pt x="55954" y="11525"/>
                            <a:pt x="56240" y="11430"/>
                            <a:pt x="56526" y="11430"/>
                          </a:cubicBezTo>
                          <a:cubicBezTo>
                            <a:pt x="56811" y="11430"/>
                            <a:pt x="57192" y="11335"/>
                            <a:pt x="57478" y="11335"/>
                          </a:cubicBezTo>
                          <a:cubicBezTo>
                            <a:pt x="57478" y="11335"/>
                            <a:pt x="57478" y="11335"/>
                            <a:pt x="57478" y="11335"/>
                          </a:cubicBezTo>
                          <a:cubicBezTo>
                            <a:pt x="57478" y="11335"/>
                            <a:pt x="57478" y="11335"/>
                            <a:pt x="57478" y="11335"/>
                          </a:cubicBezTo>
                          <a:cubicBezTo>
                            <a:pt x="58812" y="11240"/>
                            <a:pt x="60240" y="11049"/>
                            <a:pt x="61574" y="11049"/>
                          </a:cubicBezTo>
                          <a:cubicBezTo>
                            <a:pt x="61860" y="11049"/>
                            <a:pt x="62145" y="10954"/>
                            <a:pt x="62431" y="10954"/>
                          </a:cubicBezTo>
                          <a:cubicBezTo>
                            <a:pt x="62622" y="10954"/>
                            <a:pt x="62717" y="10954"/>
                            <a:pt x="62907" y="10954"/>
                          </a:cubicBezTo>
                          <a:cubicBezTo>
                            <a:pt x="64717" y="10858"/>
                            <a:pt x="66622" y="10763"/>
                            <a:pt x="68527" y="10763"/>
                          </a:cubicBezTo>
                          <a:cubicBezTo>
                            <a:pt x="69003" y="10763"/>
                            <a:pt x="69480" y="10763"/>
                            <a:pt x="69956" y="10763"/>
                          </a:cubicBezTo>
                          <a:cubicBezTo>
                            <a:pt x="71480" y="10763"/>
                            <a:pt x="72909" y="10763"/>
                            <a:pt x="74433" y="10858"/>
                          </a:cubicBezTo>
                          <a:cubicBezTo>
                            <a:pt x="74909" y="10858"/>
                            <a:pt x="75290" y="10858"/>
                            <a:pt x="75766" y="10954"/>
                          </a:cubicBezTo>
                          <a:cubicBezTo>
                            <a:pt x="76052" y="10954"/>
                            <a:pt x="76338" y="10954"/>
                            <a:pt x="76528" y="11049"/>
                          </a:cubicBezTo>
                          <a:cubicBezTo>
                            <a:pt x="77290" y="11049"/>
                            <a:pt x="78052" y="11144"/>
                            <a:pt x="78719" y="11144"/>
                          </a:cubicBezTo>
                          <a:cubicBezTo>
                            <a:pt x="79100" y="11144"/>
                            <a:pt x="79481" y="11144"/>
                            <a:pt x="79862" y="11240"/>
                          </a:cubicBezTo>
                          <a:cubicBezTo>
                            <a:pt x="81481" y="11335"/>
                            <a:pt x="83005" y="11525"/>
                            <a:pt x="84720" y="11621"/>
                          </a:cubicBezTo>
                          <a:cubicBezTo>
                            <a:pt x="85672" y="11716"/>
                            <a:pt x="86625" y="11811"/>
                            <a:pt x="87577" y="11906"/>
                          </a:cubicBezTo>
                          <a:cubicBezTo>
                            <a:pt x="87863" y="11906"/>
                            <a:pt x="88149" y="12002"/>
                            <a:pt x="88434" y="12002"/>
                          </a:cubicBezTo>
                          <a:cubicBezTo>
                            <a:pt x="88434" y="12002"/>
                            <a:pt x="88434" y="12002"/>
                            <a:pt x="88434" y="12002"/>
                          </a:cubicBezTo>
                          <a:cubicBezTo>
                            <a:pt x="88434" y="12002"/>
                            <a:pt x="88434" y="12002"/>
                            <a:pt x="88434" y="12002"/>
                          </a:cubicBezTo>
                          <a:cubicBezTo>
                            <a:pt x="89673" y="12192"/>
                            <a:pt x="91006" y="12383"/>
                            <a:pt x="92340" y="12573"/>
                          </a:cubicBezTo>
                          <a:cubicBezTo>
                            <a:pt x="94054" y="12859"/>
                            <a:pt x="95673" y="13049"/>
                            <a:pt x="97388" y="13335"/>
                          </a:cubicBezTo>
                          <a:cubicBezTo>
                            <a:pt x="97674" y="13430"/>
                            <a:pt x="97959" y="13430"/>
                            <a:pt x="98340" y="13525"/>
                          </a:cubicBezTo>
                          <a:cubicBezTo>
                            <a:pt x="99007" y="13621"/>
                            <a:pt x="99674" y="13716"/>
                            <a:pt x="100341" y="13906"/>
                          </a:cubicBezTo>
                          <a:cubicBezTo>
                            <a:pt x="101579" y="14097"/>
                            <a:pt x="102912" y="14383"/>
                            <a:pt x="104151" y="14573"/>
                          </a:cubicBezTo>
                          <a:cubicBezTo>
                            <a:pt x="104532" y="14669"/>
                            <a:pt x="104913" y="14764"/>
                            <a:pt x="105198" y="14764"/>
                          </a:cubicBezTo>
                          <a:lnTo>
                            <a:pt x="105198" y="14764"/>
                          </a:lnTo>
                          <a:cubicBezTo>
                            <a:pt x="105198" y="14764"/>
                            <a:pt x="105198" y="14764"/>
                            <a:pt x="105198" y="14764"/>
                          </a:cubicBezTo>
                          <a:cubicBezTo>
                            <a:pt x="106246" y="14954"/>
                            <a:pt x="107389" y="15240"/>
                            <a:pt x="108437" y="15431"/>
                          </a:cubicBezTo>
                          <a:cubicBezTo>
                            <a:pt x="108437" y="15431"/>
                            <a:pt x="108437" y="15431"/>
                            <a:pt x="108437" y="15431"/>
                          </a:cubicBezTo>
                          <a:cubicBezTo>
                            <a:pt x="108437" y="15431"/>
                            <a:pt x="108437" y="15431"/>
                            <a:pt x="108437" y="15431"/>
                          </a:cubicBezTo>
                          <a:cubicBezTo>
                            <a:pt x="109294" y="15621"/>
                            <a:pt x="110247" y="15811"/>
                            <a:pt x="111104" y="16002"/>
                          </a:cubicBezTo>
                          <a:cubicBezTo>
                            <a:pt x="111866" y="16192"/>
                            <a:pt x="112628" y="16383"/>
                            <a:pt x="113485" y="16573"/>
                          </a:cubicBezTo>
                          <a:cubicBezTo>
                            <a:pt x="114152" y="16764"/>
                            <a:pt x="114819" y="16859"/>
                            <a:pt x="115485" y="17050"/>
                          </a:cubicBezTo>
                          <a:cubicBezTo>
                            <a:pt x="115962" y="17145"/>
                            <a:pt x="116438" y="17240"/>
                            <a:pt x="116819" y="17335"/>
                          </a:cubicBezTo>
                          <a:cubicBezTo>
                            <a:pt x="118248" y="17717"/>
                            <a:pt x="119676" y="18098"/>
                            <a:pt x="121105" y="18479"/>
                          </a:cubicBezTo>
                          <a:cubicBezTo>
                            <a:pt x="122343" y="18764"/>
                            <a:pt x="123582" y="19145"/>
                            <a:pt x="124820" y="19431"/>
                          </a:cubicBezTo>
                          <a:cubicBezTo>
                            <a:pt x="124820" y="19431"/>
                            <a:pt x="124820" y="19431"/>
                            <a:pt x="124820" y="19431"/>
                          </a:cubicBezTo>
                          <a:cubicBezTo>
                            <a:pt x="124820" y="19431"/>
                            <a:pt x="124820" y="19431"/>
                            <a:pt x="124820" y="19431"/>
                          </a:cubicBezTo>
                          <a:cubicBezTo>
                            <a:pt x="126249" y="19812"/>
                            <a:pt x="127677" y="20288"/>
                            <a:pt x="129201" y="20669"/>
                          </a:cubicBezTo>
                          <a:cubicBezTo>
                            <a:pt x="129201" y="20669"/>
                            <a:pt x="129201" y="20669"/>
                            <a:pt x="129201" y="20669"/>
                          </a:cubicBezTo>
                          <a:cubicBezTo>
                            <a:pt x="129201" y="20669"/>
                            <a:pt x="129201" y="20669"/>
                            <a:pt x="129297" y="20669"/>
                          </a:cubicBezTo>
                          <a:cubicBezTo>
                            <a:pt x="130154" y="20955"/>
                            <a:pt x="131106" y="21146"/>
                            <a:pt x="131964" y="21431"/>
                          </a:cubicBezTo>
                          <a:cubicBezTo>
                            <a:pt x="132345" y="21527"/>
                            <a:pt x="132630" y="21622"/>
                            <a:pt x="133011" y="21717"/>
                          </a:cubicBezTo>
                          <a:cubicBezTo>
                            <a:pt x="134250" y="22098"/>
                            <a:pt x="135583" y="22479"/>
                            <a:pt x="136821" y="22955"/>
                          </a:cubicBezTo>
                          <a:cubicBezTo>
                            <a:pt x="136917" y="22955"/>
                            <a:pt x="136917" y="22955"/>
                            <a:pt x="137012" y="22955"/>
                          </a:cubicBezTo>
                          <a:lnTo>
                            <a:pt x="137012" y="22955"/>
                          </a:lnTo>
                          <a:cubicBezTo>
                            <a:pt x="137012" y="22955"/>
                            <a:pt x="137107" y="22955"/>
                            <a:pt x="137107" y="22955"/>
                          </a:cubicBezTo>
                          <a:cubicBezTo>
                            <a:pt x="138441" y="23336"/>
                            <a:pt x="139774" y="23813"/>
                            <a:pt x="141203" y="24289"/>
                          </a:cubicBezTo>
                          <a:cubicBezTo>
                            <a:pt x="142536" y="24765"/>
                            <a:pt x="143965" y="25241"/>
                            <a:pt x="145299" y="25717"/>
                          </a:cubicBezTo>
                          <a:cubicBezTo>
                            <a:pt x="146346" y="26098"/>
                            <a:pt x="147299" y="26384"/>
                            <a:pt x="148347" y="26765"/>
                          </a:cubicBezTo>
                          <a:cubicBezTo>
                            <a:pt x="148728" y="26860"/>
                            <a:pt x="149109" y="27051"/>
                            <a:pt x="149490" y="27146"/>
                          </a:cubicBezTo>
                          <a:cubicBezTo>
                            <a:pt x="149680" y="27242"/>
                            <a:pt x="149871" y="27242"/>
                            <a:pt x="149966" y="27337"/>
                          </a:cubicBezTo>
                          <a:cubicBezTo>
                            <a:pt x="151109" y="27718"/>
                            <a:pt x="152252" y="28194"/>
                            <a:pt x="153395" y="28575"/>
                          </a:cubicBezTo>
                          <a:cubicBezTo>
                            <a:pt x="153395" y="28575"/>
                            <a:pt x="153395" y="28575"/>
                            <a:pt x="153395" y="28575"/>
                          </a:cubicBezTo>
                          <a:cubicBezTo>
                            <a:pt x="153395" y="28575"/>
                            <a:pt x="153490" y="28575"/>
                            <a:pt x="153490" y="28575"/>
                          </a:cubicBezTo>
                          <a:cubicBezTo>
                            <a:pt x="154919" y="29051"/>
                            <a:pt x="156348" y="29623"/>
                            <a:pt x="157776" y="30099"/>
                          </a:cubicBezTo>
                          <a:cubicBezTo>
                            <a:pt x="158062" y="30194"/>
                            <a:pt x="158348" y="30290"/>
                            <a:pt x="158634" y="30385"/>
                          </a:cubicBezTo>
                          <a:cubicBezTo>
                            <a:pt x="159681" y="30766"/>
                            <a:pt x="160824" y="31242"/>
                            <a:pt x="161872" y="31623"/>
                          </a:cubicBezTo>
                          <a:cubicBezTo>
                            <a:pt x="162920" y="32004"/>
                            <a:pt x="163872" y="32385"/>
                            <a:pt x="164920" y="32861"/>
                          </a:cubicBezTo>
                          <a:cubicBezTo>
                            <a:pt x="165301" y="33052"/>
                            <a:pt x="165777" y="33147"/>
                            <a:pt x="166158" y="33338"/>
                          </a:cubicBezTo>
                          <a:cubicBezTo>
                            <a:pt x="166158" y="33338"/>
                            <a:pt x="166158" y="33338"/>
                            <a:pt x="166158" y="33338"/>
                          </a:cubicBezTo>
                          <a:cubicBezTo>
                            <a:pt x="166158" y="33338"/>
                            <a:pt x="166158" y="33338"/>
                            <a:pt x="166158" y="33338"/>
                          </a:cubicBezTo>
                          <a:cubicBezTo>
                            <a:pt x="167587" y="33909"/>
                            <a:pt x="169016" y="34481"/>
                            <a:pt x="170445" y="35052"/>
                          </a:cubicBezTo>
                          <a:cubicBezTo>
                            <a:pt x="170445" y="35052"/>
                            <a:pt x="170445" y="35052"/>
                            <a:pt x="170445" y="35052"/>
                          </a:cubicBezTo>
                          <a:cubicBezTo>
                            <a:pt x="170445" y="35052"/>
                            <a:pt x="170445" y="35052"/>
                            <a:pt x="170445" y="35052"/>
                          </a:cubicBezTo>
                          <a:cubicBezTo>
                            <a:pt x="171873" y="35623"/>
                            <a:pt x="173207" y="36195"/>
                            <a:pt x="174636" y="36767"/>
                          </a:cubicBezTo>
                          <a:cubicBezTo>
                            <a:pt x="175588" y="37148"/>
                            <a:pt x="176541" y="37529"/>
                            <a:pt x="177398" y="38005"/>
                          </a:cubicBezTo>
                          <a:cubicBezTo>
                            <a:pt x="177969" y="38195"/>
                            <a:pt x="178446" y="38481"/>
                            <a:pt x="179017" y="38671"/>
                          </a:cubicBezTo>
                          <a:cubicBezTo>
                            <a:pt x="180065" y="39148"/>
                            <a:pt x="181017" y="39529"/>
                            <a:pt x="182065" y="40005"/>
                          </a:cubicBezTo>
                          <a:cubicBezTo>
                            <a:pt x="182446" y="40196"/>
                            <a:pt x="182827" y="40291"/>
                            <a:pt x="183113" y="40481"/>
                          </a:cubicBezTo>
                          <a:cubicBezTo>
                            <a:pt x="183113" y="40481"/>
                            <a:pt x="183113" y="40481"/>
                            <a:pt x="183113" y="40481"/>
                          </a:cubicBezTo>
                          <a:cubicBezTo>
                            <a:pt x="183113" y="40481"/>
                            <a:pt x="183113" y="40481"/>
                            <a:pt x="183113" y="40481"/>
                          </a:cubicBezTo>
                          <a:cubicBezTo>
                            <a:pt x="184446" y="41053"/>
                            <a:pt x="185780" y="41719"/>
                            <a:pt x="187113" y="42291"/>
                          </a:cubicBezTo>
                          <a:cubicBezTo>
                            <a:pt x="187494" y="42481"/>
                            <a:pt x="187875" y="42672"/>
                            <a:pt x="188256" y="42863"/>
                          </a:cubicBezTo>
                          <a:cubicBezTo>
                            <a:pt x="189495" y="43434"/>
                            <a:pt x="190733" y="44006"/>
                            <a:pt x="191971" y="44577"/>
                          </a:cubicBezTo>
                          <a:cubicBezTo>
                            <a:pt x="191971" y="44577"/>
                            <a:pt x="191971" y="44577"/>
                            <a:pt x="191971" y="44577"/>
                          </a:cubicBezTo>
                          <a:cubicBezTo>
                            <a:pt x="191971" y="44577"/>
                            <a:pt x="191971" y="44577"/>
                            <a:pt x="191971" y="44577"/>
                          </a:cubicBezTo>
                          <a:cubicBezTo>
                            <a:pt x="193686" y="45434"/>
                            <a:pt x="195495" y="46292"/>
                            <a:pt x="197210" y="47149"/>
                          </a:cubicBezTo>
                          <a:cubicBezTo>
                            <a:pt x="197210" y="47149"/>
                            <a:pt x="197210" y="47149"/>
                            <a:pt x="197210" y="47149"/>
                          </a:cubicBezTo>
                          <a:cubicBezTo>
                            <a:pt x="197210" y="47149"/>
                            <a:pt x="197305" y="47149"/>
                            <a:pt x="197305" y="47149"/>
                          </a:cubicBezTo>
                          <a:cubicBezTo>
                            <a:pt x="198258" y="47625"/>
                            <a:pt x="199305" y="48101"/>
                            <a:pt x="200353" y="48577"/>
                          </a:cubicBezTo>
                          <a:cubicBezTo>
                            <a:pt x="200544" y="48673"/>
                            <a:pt x="200639" y="48768"/>
                            <a:pt x="200829" y="48863"/>
                          </a:cubicBezTo>
                          <a:cubicBezTo>
                            <a:pt x="204068" y="50483"/>
                            <a:pt x="207211" y="52102"/>
                            <a:pt x="210450" y="53721"/>
                          </a:cubicBezTo>
                          <a:cubicBezTo>
                            <a:pt x="211116" y="54102"/>
                            <a:pt x="211783" y="54388"/>
                            <a:pt x="212450" y="54769"/>
                          </a:cubicBezTo>
                          <a:cubicBezTo>
                            <a:pt x="213879" y="55531"/>
                            <a:pt x="215307" y="56293"/>
                            <a:pt x="216736" y="57055"/>
                          </a:cubicBezTo>
                          <a:cubicBezTo>
                            <a:pt x="217879" y="57626"/>
                            <a:pt x="218927" y="58293"/>
                            <a:pt x="220070" y="58865"/>
                          </a:cubicBezTo>
                          <a:cubicBezTo>
                            <a:pt x="220451" y="59055"/>
                            <a:pt x="220737" y="59246"/>
                            <a:pt x="221118" y="59436"/>
                          </a:cubicBezTo>
                          <a:cubicBezTo>
                            <a:pt x="221689" y="59722"/>
                            <a:pt x="222165" y="60008"/>
                            <a:pt x="222737" y="60293"/>
                          </a:cubicBezTo>
                          <a:cubicBezTo>
                            <a:pt x="224737" y="61436"/>
                            <a:pt x="226833" y="62579"/>
                            <a:pt x="228833" y="63817"/>
                          </a:cubicBezTo>
                          <a:cubicBezTo>
                            <a:pt x="230166" y="64579"/>
                            <a:pt x="231500" y="65342"/>
                            <a:pt x="232833" y="66104"/>
                          </a:cubicBezTo>
                          <a:lnTo>
                            <a:pt x="232833" y="66104"/>
                          </a:lnTo>
                          <a:cubicBezTo>
                            <a:pt x="232833" y="66104"/>
                            <a:pt x="232833" y="66104"/>
                            <a:pt x="232833" y="66104"/>
                          </a:cubicBezTo>
                          <a:cubicBezTo>
                            <a:pt x="233500" y="66485"/>
                            <a:pt x="234262" y="66961"/>
                            <a:pt x="234929" y="67342"/>
                          </a:cubicBezTo>
                          <a:cubicBezTo>
                            <a:pt x="234929" y="67342"/>
                            <a:pt x="234929" y="67342"/>
                            <a:pt x="234929" y="67342"/>
                          </a:cubicBezTo>
                          <a:cubicBezTo>
                            <a:pt x="234929" y="67342"/>
                            <a:pt x="234929" y="67342"/>
                            <a:pt x="234929" y="67342"/>
                          </a:cubicBezTo>
                          <a:cubicBezTo>
                            <a:pt x="237596" y="68961"/>
                            <a:pt x="240263" y="70580"/>
                            <a:pt x="242930" y="72200"/>
                          </a:cubicBezTo>
                          <a:cubicBezTo>
                            <a:pt x="244073" y="72866"/>
                            <a:pt x="245216" y="73533"/>
                            <a:pt x="246359" y="74295"/>
                          </a:cubicBezTo>
                          <a:cubicBezTo>
                            <a:pt x="246740" y="74486"/>
                            <a:pt x="247026" y="74676"/>
                            <a:pt x="247407" y="74962"/>
                          </a:cubicBezTo>
                          <a:cubicBezTo>
                            <a:pt x="248169" y="75438"/>
                            <a:pt x="248931" y="75914"/>
                            <a:pt x="249597" y="76390"/>
                          </a:cubicBezTo>
                          <a:cubicBezTo>
                            <a:pt x="249597" y="76390"/>
                            <a:pt x="249597" y="76390"/>
                            <a:pt x="249597" y="76390"/>
                          </a:cubicBezTo>
                          <a:cubicBezTo>
                            <a:pt x="249597" y="76390"/>
                            <a:pt x="249597" y="76390"/>
                            <a:pt x="249597" y="76390"/>
                          </a:cubicBezTo>
                          <a:cubicBezTo>
                            <a:pt x="249788" y="76486"/>
                            <a:pt x="249978" y="76676"/>
                            <a:pt x="250169" y="76771"/>
                          </a:cubicBezTo>
                          <a:cubicBezTo>
                            <a:pt x="251788" y="77819"/>
                            <a:pt x="253407" y="78772"/>
                            <a:pt x="254931" y="79819"/>
                          </a:cubicBezTo>
                          <a:cubicBezTo>
                            <a:pt x="255027" y="79915"/>
                            <a:pt x="255217" y="80010"/>
                            <a:pt x="255312" y="80105"/>
                          </a:cubicBezTo>
                          <a:cubicBezTo>
                            <a:pt x="256551" y="80867"/>
                            <a:pt x="257694" y="81629"/>
                            <a:pt x="258837" y="82486"/>
                          </a:cubicBezTo>
                          <a:cubicBezTo>
                            <a:pt x="259980" y="83248"/>
                            <a:pt x="261123" y="84011"/>
                            <a:pt x="262266" y="84868"/>
                          </a:cubicBezTo>
                          <a:cubicBezTo>
                            <a:pt x="263028" y="85344"/>
                            <a:pt x="263790" y="85915"/>
                            <a:pt x="264456" y="86392"/>
                          </a:cubicBezTo>
                          <a:cubicBezTo>
                            <a:pt x="264456" y="86392"/>
                            <a:pt x="264456" y="86392"/>
                            <a:pt x="264456" y="86392"/>
                          </a:cubicBezTo>
                          <a:cubicBezTo>
                            <a:pt x="264456" y="86392"/>
                            <a:pt x="264456" y="86392"/>
                            <a:pt x="264456" y="86392"/>
                          </a:cubicBezTo>
                          <a:cubicBezTo>
                            <a:pt x="265599" y="87154"/>
                            <a:pt x="266742" y="87916"/>
                            <a:pt x="267885" y="88773"/>
                          </a:cubicBezTo>
                          <a:cubicBezTo>
                            <a:pt x="268266" y="89059"/>
                            <a:pt x="268552" y="89249"/>
                            <a:pt x="268933" y="89535"/>
                          </a:cubicBezTo>
                          <a:cubicBezTo>
                            <a:pt x="270648" y="90678"/>
                            <a:pt x="272267" y="91916"/>
                            <a:pt x="273886" y="93059"/>
                          </a:cubicBezTo>
                          <a:cubicBezTo>
                            <a:pt x="273886" y="93059"/>
                            <a:pt x="273886" y="93059"/>
                            <a:pt x="273886" y="93059"/>
                          </a:cubicBezTo>
                          <a:cubicBezTo>
                            <a:pt x="273886" y="93059"/>
                            <a:pt x="273886" y="93059"/>
                            <a:pt x="273886" y="93059"/>
                          </a:cubicBezTo>
                          <a:cubicBezTo>
                            <a:pt x="274839" y="93726"/>
                            <a:pt x="275791" y="94393"/>
                            <a:pt x="276744" y="95155"/>
                          </a:cubicBezTo>
                          <a:cubicBezTo>
                            <a:pt x="279696" y="97346"/>
                            <a:pt x="282649" y="99536"/>
                            <a:pt x="285507" y="101727"/>
                          </a:cubicBezTo>
                          <a:cubicBezTo>
                            <a:pt x="287031" y="102870"/>
                            <a:pt x="288459" y="104013"/>
                            <a:pt x="289888" y="105156"/>
                          </a:cubicBezTo>
                          <a:cubicBezTo>
                            <a:pt x="289888" y="105156"/>
                            <a:pt x="289888" y="105156"/>
                            <a:pt x="289888" y="105156"/>
                          </a:cubicBezTo>
                          <a:cubicBezTo>
                            <a:pt x="291507" y="106394"/>
                            <a:pt x="293127" y="107728"/>
                            <a:pt x="294651" y="108966"/>
                          </a:cubicBezTo>
                          <a:cubicBezTo>
                            <a:pt x="295317" y="109538"/>
                            <a:pt x="296079" y="110109"/>
                            <a:pt x="296746" y="110681"/>
                          </a:cubicBezTo>
                          <a:cubicBezTo>
                            <a:pt x="296746" y="110681"/>
                            <a:pt x="296746" y="110681"/>
                            <a:pt x="296746" y="110681"/>
                          </a:cubicBezTo>
                          <a:cubicBezTo>
                            <a:pt x="296746" y="110681"/>
                            <a:pt x="296746" y="110681"/>
                            <a:pt x="296746" y="110681"/>
                          </a:cubicBezTo>
                          <a:cubicBezTo>
                            <a:pt x="299032" y="112586"/>
                            <a:pt x="301318" y="114490"/>
                            <a:pt x="303509" y="116396"/>
                          </a:cubicBezTo>
                          <a:cubicBezTo>
                            <a:pt x="303509" y="116396"/>
                            <a:pt x="303509" y="116396"/>
                            <a:pt x="303509" y="116396"/>
                          </a:cubicBezTo>
                          <a:cubicBezTo>
                            <a:pt x="303509" y="116396"/>
                            <a:pt x="303509" y="116396"/>
                            <a:pt x="303509" y="116396"/>
                          </a:cubicBezTo>
                          <a:cubicBezTo>
                            <a:pt x="304080" y="116872"/>
                            <a:pt x="304652" y="117348"/>
                            <a:pt x="305223" y="117824"/>
                          </a:cubicBezTo>
                          <a:cubicBezTo>
                            <a:pt x="308367" y="120586"/>
                            <a:pt x="311510" y="123349"/>
                            <a:pt x="314558" y="126111"/>
                          </a:cubicBezTo>
                          <a:cubicBezTo>
                            <a:pt x="315129" y="126587"/>
                            <a:pt x="315606" y="127063"/>
                            <a:pt x="316082" y="127635"/>
                          </a:cubicBezTo>
                          <a:lnTo>
                            <a:pt x="316082" y="127635"/>
                          </a:lnTo>
                          <a:cubicBezTo>
                            <a:pt x="319416" y="130778"/>
                            <a:pt x="322654" y="133921"/>
                            <a:pt x="325702" y="136969"/>
                          </a:cubicBezTo>
                          <a:cubicBezTo>
                            <a:pt x="327036" y="138303"/>
                            <a:pt x="328369" y="139636"/>
                            <a:pt x="329607" y="140970"/>
                          </a:cubicBezTo>
                          <a:cubicBezTo>
                            <a:pt x="330655" y="142018"/>
                            <a:pt x="331608" y="143065"/>
                            <a:pt x="332655" y="144113"/>
                          </a:cubicBezTo>
                          <a:cubicBezTo>
                            <a:pt x="335037" y="146685"/>
                            <a:pt x="337227" y="149161"/>
                            <a:pt x="339418" y="151638"/>
                          </a:cubicBezTo>
                          <a:cubicBezTo>
                            <a:pt x="339609" y="151924"/>
                            <a:pt x="339894" y="152114"/>
                            <a:pt x="340085" y="152400"/>
                          </a:cubicBezTo>
                          <a:cubicBezTo>
                            <a:pt x="340085" y="152400"/>
                            <a:pt x="340085" y="152495"/>
                            <a:pt x="340180" y="152495"/>
                          </a:cubicBezTo>
                          <a:cubicBezTo>
                            <a:pt x="340180" y="152495"/>
                            <a:pt x="340275" y="152590"/>
                            <a:pt x="340275" y="152590"/>
                          </a:cubicBezTo>
                          <a:cubicBezTo>
                            <a:pt x="340656" y="152971"/>
                            <a:pt x="340942" y="153352"/>
                            <a:pt x="341323" y="153829"/>
                          </a:cubicBezTo>
                          <a:cubicBezTo>
                            <a:pt x="341799" y="154400"/>
                            <a:pt x="342276" y="154972"/>
                            <a:pt x="342752" y="155543"/>
                          </a:cubicBezTo>
                          <a:cubicBezTo>
                            <a:pt x="347038" y="159734"/>
                            <a:pt x="350277" y="164021"/>
                            <a:pt x="353229" y="168116"/>
                          </a:cubicBezTo>
                          <a:close/>
                        </a:path>
                      </a:pathLst>
                    </a:custGeom>
                    <a:solidFill>
                      <a:srgbClr val="9652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0" name="AutoShape 130"/>
                    <p:cNvSpPr/>
                    <p:nvPr/>
                  </p:nvSpPr>
                  <p:spPr>
                    <a:xfrm>
                      <a:off x="6646735" y="2795753"/>
                      <a:ext cx="469326" cy="31987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9326" h="319873">
                          <a:moveTo>
                            <a:pt x="355092" y="119849"/>
                          </a:moveTo>
                          <a:cubicBezTo>
                            <a:pt x="243745" y="34314"/>
                            <a:pt x="99631" y="-17025"/>
                            <a:pt x="33242" y="5168"/>
                          </a:cubicBezTo>
                          <a:cubicBezTo>
                            <a:pt x="19145" y="9930"/>
                            <a:pt x="9715" y="17550"/>
                            <a:pt x="4572" y="27552"/>
                          </a:cubicBezTo>
                          <a:cubicBezTo>
                            <a:pt x="4381" y="27932"/>
                            <a:pt x="4191" y="28314"/>
                            <a:pt x="4000" y="28695"/>
                          </a:cubicBezTo>
                          <a:cubicBezTo>
                            <a:pt x="3334" y="30028"/>
                            <a:pt x="2762" y="31457"/>
                            <a:pt x="2286" y="32886"/>
                          </a:cubicBezTo>
                          <a:cubicBezTo>
                            <a:pt x="2191" y="33076"/>
                            <a:pt x="2191" y="33362"/>
                            <a:pt x="2095" y="33552"/>
                          </a:cubicBezTo>
                          <a:cubicBezTo>
                            <a:pt x="1714" y="34791"/>
                            <a:pt x="1333" y="36029"/>
                            <a:pt x="1048" y="37362"/>
                          </a:cubicBezTo>
                          <a:cubicBezTo>
                            <a:pt x="952" y="37839"/>
                            <a:pt x="857" y="38410"/>
                            <a:pt x="762" y="38886"/>
                          </a:cubicBezTo>
                          <a:cubicBezTo>
                            <a:pt x="571" y="40029"/>
                            <a:pt x="381" y="41172"/>
                            <a:pt x="286" y="42315"/>
                          </a:cubicBezTo>
                          <a:cubicBezTo>
                            <a:pt x="286" y="42411"/>
                            <a:pt x="286" y="42506"/>
                            <a:pt x="286" y="42601"/>
                          </a:cubicBezTo>
                          <a:cubicBezTo>
                            <a:pt x="286" y="42982"/>
                            <a:pt x="190" y="43458"/>
                            <a:pt x="190" y="43839"/>
                          </a:cubicBezTo>
                          <a:cubicBezTo>
                            <a:pt x="95" y="45268"/>
                            <a:pt x="0" y="46697"/>
                            <a:pt x="0" y="48221"/>
                          </a:cubicBezTo>
                          <a:cubicBezTo>
                            <a:pt x="0" y="48316"/>
                            <a:pt x="0" y="48411"/>
                            <a:pt x="0" y="48507"/>
                          </a:cubicBezTo>
                          <a:cubicBezTo>
                            <a:pt x="0" y="48602"/>
                            <a:pt x="0" y="48697"/>
                            <a:pt x="0" y="48792"/>
                          </a:cubicBezTo>
                          <a:cubicBezTo>
                            <a:pt x="0" y="50507"/>
                            <a:pt x="95" y="52221"/>
                            <a:pt x="286" y="53936"/>
                          </a:cubicBezTo>
                          <a:cubicBezTo>
                            <a:pt x="286" y="54222"/>
                            <a:pt x="381" y="54412"/>
                            <a:pt x="381" y="54698"/>
                          </a:cubicBezTo>
                          <a:cubicBezTo>
                            <a:pt x="571" y="56222"/>
                            <a:pt x="762" y="57746"/>
                            <a:pt x="1143" y="59365"/>
                          </a:cubicBezTo>
                          <a:lnTo>
                            <a:pt x="1143" y="59365"/>
                          </a:lnTo>
                          <a:cubicBezTo>
                            <a:pt x="1143" y="59365"/>
                            <a:pt x="1143" y="59365"/>
                            <a:pt x="1143" y="59460"/>
                          </a:cubicBezTo>
                          <a:cubicBezTo>
                            <a:pt x="1143" y="59651"/>
                            <a:pt x="1143" y="59841"/>
                            <a:pt x="1238" y="60032"/>
                          </a:cubicBezTo>
                          <a:cubicBezTo>
                            <a:pt x="1333" y="60413"/>
                            <a:pt x="1429" y="60889"/>
                            <a:pt x="1524" y="61270"/>
                          </a:cubicBezTo>
                          <a:cubicBezTo>
                            <a:pt x="1524" y="61270"/>
                            <a:pt x="1524" y="61270"/>
                            <a:pt x="1524" y="61270"/>
                          </a:cubicBezTo>
                          <a:cubicBezTo>
                            <a:pt x="1905" y="62889"/>
                            <a:pt x="2191" y="64509"/>
                            <a:pt x="2667" y="66128"/>
                          </a:cubicBezTo>
                          <a:cubicBezTo>
                            <a:pt x="2762" y="66414"/>
                            <a:pt x="2857" y="66795"/>
                            <a:pt x="2953" y="67080"/>
                          </a:cubicBezTo>
                          <a:cubicBezTo>
                            <a:pt x="2953" y="67080"/>
                            <a:pt x="2953" y="67080"/>
                            <a:pt x="2953" y="67080"/>
                          </a:cubicBezTo>
                          <a:cubicBezTo>
                            <a:pt x="3429" y="68890"/>
                            <a:pt x="4000" y="70605"/>
                            <a:pt x="4667" y="72414"/>
                          </a:cubicBezTo>
                          <a:cubicBezTo>
                            <a:pt x="4763" y="72605"/>
                            <a:pt x="4763" y="72700"/>
                            <a:pt x="4858" y="72891"/>
                          </a:cubicBezTo>
                          <a:cubicBezTo>
                            <a:pt x="4858" y="72891"/>
                            <a:pt x="4858" y="72891"/>
                            <a:pt x="4858" y="72891"/>
                          </a:cubicBezTo>
                          <a:cubicBezTo>
                            <a:pt x="5524" y="74891"/>
                            <a:pt x="6286" y="76891"/>
                            <a:pt x="7144" y="78891"/>
                          </a:cubicBezTo>
                          <a:cubicBezTo>
                            <a:pt x="7144" y="78987"/>
                            <a:pt x="7239" y="78987"/>
                            <a:pt x="7239" y="79082"/>
                          </a:cubicBezTo>
                          <a:cubicBezTo>
                            <a:pt x="7334" y="79272"/>
                            <a:pt x="7429" y="79463"/>
                            <a:pt x="7429" y="79558"/>
                          </a:cubicBezTo>
                          <a:cubicBezTo>
                            <a:pt x="8287" y="81558"/>
                            <a:pt x="9144" y="83559"/>
                            <a:pt x="10096" y="85559"/>
                          </a:cubicBezTo>
                          <a:cubicBezTo>
                            <a:pt x="10287" y="85940"/>
                            <a:pt x="10573" y="86416"/>
                            <a:pt x="10763" y="86797"/>
                          </a:cubicBezTo>
                          <a:cubicBezTo>
                            <a:pt x="10763" y="86892"/>
                            <a:pt x="10858" y="86988"/>
                            <a:pt x="10858" y="86988"/>
                          </a:cubicBezTo>
                          <a:cubicBezTo>
                            <a:pt x="11716" y="88797"/>
                            <a:pt x="12668" y="90607"/>
                            <a:pt x="13621" y="92417"/>
                          </a:cubicBezTo>
                          <a:cubicBezTo>
                            <a:pt x="13811" y="92798"/>
                            <a:pt x="14002" y="93084"/>
                            <a:pt x="14192" y="93465"/>
                          </a:cubicBezTo>
                          <a:cubicBezTo>
                            <a:pt x="14192" y="93465"/>
                            <a:pt x="14192" y="93560"/>
                            <a:pt x="14288" y="93560"/>
                          </a:cubicBezTo>
                          <a:cubicBezTo>
                            <a:pt x="14954" y="94703"/>
                            <a:pt x="15621" y="95846"/>
                            <a:pt x="16288" y="96989"/>
                          </a:cubicBezTo>
                          <a:cubicBezTo>
                            <a:pt x="16573" y="97465"/>
                            <a:pt x="16764" y="97846"/>
                            <a:pt x="17050" y="98322"/>
                          </a:cubicBezTo>
                          <a:cubicBezTo>
                            <a:pt x="17240" y="98703"/>
                            <a:pt x="17431" y="99084"/>
                            <a:pt x="17716" y="99465"/>
                          </a:cubicBezTo>
                          <a:cubicBezTo>
                            <a:pt x="17812" y="99656"/>
                            <a:pt x="17907" y="99846"/>
                            <a:pt x="18002" y="99942"/>
                          </a:cubicBezTo>
                          <a:cubicBezTo>
                            <a:pt x="18002" y="99942"/>
                            <a:pt x="18002" y="100037"/>
                            <a:pt x="18097" y="100037"/>
                          </a:cubicBezTo>
                          <a:cubicBezTo>
                            <a:pt x="18574" y="100799"/>
                            <a:pt x="19050" y="101466"/>
                            <a:pt x="19431" y="102228"/>
                          </a:cubicBezTo>
                          <a:cubicBezTo>
                            <a:pt x="20383" y="103656"/>
                            <a:pt x="21241" y="105180"/>
                            <a:pt x="22193" y="106609"/>
                          </a:cubicBezTo>
                          <a:cubicBezTo>
                            <a:pt x="22288" y="106704"/>
                            <a:pt x="22288" y="106800"/>
                            <a:pt x="22384" y="106895"/>
                          </a:cubicBezTo>
                          <a:cubicBezTo>
                            <a:pt x="22384" y="106895"/>
                            <a:pt x="22384" y="106895"/>
                            <a:pt x="22384" y="106895"/>
                          </a:cubicBezTo>
                          <a:cubicBezTo>
                            <a:pt x="22574" y="107180"/>
                            <a:pt x="22765" y="107466"/>
                            <a:pt x="22955" y="107752"/>
                          </a:cubicBezTo>
                          <a:cubicBezTo>
                            <a:pt x="24193" y="109562"/>
                            <a:pt x="25432" y="111372"/>
                            <a:pt x="26765" y="113277"/>
                          </a:cubicBezTo>
                          <a:cubicBezTo>
                            <a:pt x="26956" y="113562"/>
                            <a:pt x="27146" y="113753"/>
                            <a:pt x="27337" y="114039"/>
                          </a:cubicBezTo>
                          <a:cubicBezTo>
                            <a:pt x="27432" y="114229"/>
                            <a:pt x="27527" y="114420"/>
                            <a:pt x="27718" y="114515"/>
                          </a:cubicBezTo>
                          <a:cubicBezTo>
                            <a:pt x="27718" y="114610"/>
                            <a:pt x="27813" y="114610"/>
                            <a:pt x="27813" y="114705"/>
                          </a:cubicBezTo>
                          <a:cubicBezTo>
                            <a:pt x="29146" y="116515"/>
                            <a:pt x="30480" y="118325"/>
                            <a:pt x="31909" y="120230"/>
                          </a:cubicBezTo>
                          <a:cubicBezTo>
                            <a:pt x="32480" y="120992"/>
                            <a:pt x="33147" y="121849"/>
                            <a:pt x="33718" y="122611"/>
                          </a:cubicBezTo>
                          <a:cubicBezTo>
                            <a:pt x="33814" y="122706"/>
                            <a:pt x="33814" y="122706"/>
                            <a:pt x="33909" y="122802"/>
                          </a:cubicBezTo>
                          <a:cubicBezTo>
                            <a:pt x="35147" y="124326"/>
                            <a:pt x="36385" y="125945"/>
                            <a:pt x="37624" y="127469"/>
                          </a:cubicBezTo>
                          <a:cubicBezTo>
                            <a:pt x="38195" y="128136"/>
                            <a:pt x="38767" y="128898"/>
                            <a:pt x="39338" y="129564"/>
                          </a:cubicBezTo>
                          <a:cubicBezTo>
                            <a:pt x="40005" y="130422"/>
                            <a:pt x="40767" y="131279"/>
                            <a:pt x="41529" y="132136"/>
                          </a:cubicBezTo>
                          <a:cubicBezTo>
                            <a:pt x="42767" y="133565"/>
                            <a:pt x="44005" y="135089"/>
                            <a:pt x="45339" y="136613"/>
                          </a:cubicBezTo>
                          <a:cubicBezTo>
                            <a:pt x="45434" y="136803"/>
                            <a:pt x="45625" y="136899"/>
                            <a:pt x="45720" y="137089"/>
                          </a:cubicBezTo>
                          <a:cubicBezTo>
                            <a:pt x="47530" y="139089"/>
                            <a:pt x="49339" y="141185"/>
                            <a:pt x="51244" y="143185"/>
                          </a:cubicBezTo>
                          <a:cubicBezTo>
                            <a:pt x="51435" y="143376"/>
                            <a:pt x="51530" y="143471"/>
                            <a:pt x="51721" y="143661"/>
                          </a:cubicBezTo>
                          <a:cubicBezTo>
                            <a:pt x="51911" y="143852"/>
                            <a:pt x="52006" y="143947"/>
                            <a:pt x="52197" y="144138"/>
                          </a:cubicBezTo>
                          <a:cubicBezTo>
                            <a:pt x="52388" y="144423"/>
                            <a:pt x="52673" y="144614"/>
                            <a:pt x="52864" y="144900"/>
                          </a:cubicBezTo>
                          <a:cubicBezTo>
                            <a:pt x="55054" y="147281"/>
                            <a:pt x="57340" y="149662"/>
                            <a:pt x="59626" y="152043"/>
                          </a:cubicBezTo>
                          <a:cubicBezTo>
                            <a:pt x="60007" y="152424"/>
                            <a:pt x="60388" y="152710"/>
                            <a:pt x="60674" y="153091"/>
                          </a:cubicBezTo>
                          <a:cubicBezTo>
                            <a:pt x="61817" y="154234"/>
                            <a:pt x="63055" y="155472"/>
                            <a:pt x="64198" y="156615"/>
                          </a:cubicBezTo>
                          <a:cubicBezTo>
                            <a:pt x="64960" y="157377"/>
                            <a:pt x="65722" y="158139"/>
                            <a:pt x="66484" y="158901"/>
                          </a:cubicBezTo>
                          <a:cubicBezTo>
                            <a:pt x="66580" y="158997"/>
                            <a:pt x="66580" y="158997"/>
                            <a:pt x="66675" y="159092"/>
                          </a:cubicBezTo>
                          <a:cubicBezTo>
                            <a:pt x="67246" y="159663"/>
                            <a:pt x="67818" y="160235"/>
                            <a:pt x="68389" y="160711"/>
                          </a:cubicBezTo>
                          <a:cubicBezTo>
                            <a:pt x="70866" y="163092"/>
                            <a:pt x="73438" y="165569"/>
                            <a:pt x="76105" y="167950"/>
                          </a:cubicBezTo>
                          <a:cubicBezTo>
                            <a:pt x="76200" y="168045"/>
                            <a:pt x="76295" y="168141"/>
                            <a:pt x="76390" y="168236"/>
                          </a:cubicBezTo>
                          <a:cubicBezTo>
                            <a:pt x="78962" y="170617"/>
                            <a:pt x="81534" y="172903"/>
                            <a:pt x="84201" y="175284"/>
                          </a:cubicBezTo>
                          <a:cubicBezTo>
                            <a:pt x="85058" y="176046"/>
                            <a:pt x="86011" y="176808"/>
                            <a:pt x="86868" y="177570"/>
                          </a:cubicBezTo>
                          <a:cubicBezTo>
                            <a:pt x="88773" y="179285"/>
                            <a:pt x="90773" y="180999"/>
                            <a:pt x="92773" y="182714"/>
                          </a:cubicBezTo>
                          <a:cubicBezTo>
                            <a:pt x="93821" y="183571"/>
                            <a:pt x="94774" y="184428"/>
                            <a:pt x="95821" y="185286"/>
                          </a:cubicBezTo>
                          <a:cubicBezTo>
                            <a:pt x="97917" y="187000"/>
                            <a:pt x="100013" y="188810"/>
                            <a:pt x="102203" y="190524"/>
                          </a:cubicBezTo>
                          <a:cubicBezTo>
                            <a:pt x="102203" y="190524"/>
                            <a:pt x="102298" y="190524"/>
                            <a:pt x="102298" y="190620"/>
                          </a:cubicBezTo>
                          <a:cubicBezTo>
                            <a:pt x="103156" y="191286"/>
                            <a:pt x="104013" y="192048"/>
                            <a:pt x="104870" y="192715"/>
                          </a:cubicBezTo>
                          <a:cubicBezTo>
                            <a:pt x="107918" y="195192"/>
                            <a:pt x="111061" y="197573"/>
                            <a:pt x="114205" y="200049"/>
                          </a:cubicBezTo>
                          <a:cubicBezTo>
                            <a:pt x="118015" y="203002"/>
                            <a:pt x="121825" y="205860"/>
                            <a:pt x="125730" y="208717"/>
                          </a:cubicBezTo>
                          <a:cubicBezTo>
                            <a:pt x="126968" y="209670"/>
                            <a:pt x="128302" y="210527"/>
                            <a:pt x="129540" y="211479"/>
                          </a:cubicBezTo>
                          <a:cubicBezTo>
                            <a:pt x="132207" y="213384"/>
                            <a:pt x="134779" y="215289"/>
                            <a:pt x="137446" y="217099"/>
                          </a:cubicBezTo>
                          <a:cubicBezTo>
                            <a:pt x="138970" y="218147"/>
                            <a:pt x="140494" y="219195"/>
                            <a:pt x="142018" y="220242"/>
                          </a:cubicBezTo>
                          <a:cubicBezTo>
                            <a:pt x="144494" y="221957"/>
                            <a:pt x="146971" y="223671"/>
                            <a:pt x="149447" y="225291"/>
                          </a:cubicBezTo>
                          <a:cubicBezTo>
                            <a:pt x="150971" y="226338"/>
                            <a:pt x="152590" y="227386"/>
                            <a:pt x="154114" y="228434"/>
                          </a:cubicBezTo>
                          <a:cubicBezTo>
                            <a:pt x="156591" y="230053"/>
                            <a:pt x="159163" y="231672"/>
                            <a:pt x="161734" y="233292"/>
                          </a:cubicBezTo>
                          <a:cubicBezTo>
                            <a:pt x="163163" y="234244"/>
                            <a:pt x="164592" y="235101"/>
                            <a:pt x="166021" y="236054"/>
                          </a:cubicBezTo>
                          <a:cubicBezTo>
                            <a:pt x="170974" y="239197"/>
                            <a:pt x="175927" y="242245"/>
                            <a:pt x="180975" y="245198"/>
                          </a:cubicBezTo>
                          <a:cubicBezTo>
                            <a:pt x="181927" y="245769"/>
                            <a:pt x="182785" y="246246"/>
                            <a:pt x="183737" y="246817"/>
                          </a:cubicBezTo>
                          <a:cubicBezTo>
                            <a:pt x="188119" y="249389"/>
                            <a:pt x="192595" y="251961"/>
                            <a:pt x="197072" y="254437"/>
                          </a:cubicBezTo>
                          <a:cubicBezTo>
                            <a:pt x="198215" y="255104"/>
                            <a:pt x="199358" y="255675"/>
                            <a:pt x="200501" y="256342"/>
                          </a:cubicBezTo>
                          <a:cubicBezTo>
                            <a:pt x="203835" y="258152"/>
                            <a:pt x="207169" y="259962"/>
                            <a:pt x="210598" y="261771"/>
                          </a:cubicBezTo>
                          <a:cubicBezTo>
                            <a:pt x="211455" y="262248"/>
                            <a:pt x="212312" y="262724"/>
                            <a:pt x="213074" y="263105"/>
                          </a:cubicBezTo>
                          <a:cubicBezTo>
                            <a:pt x="217265" y="265296"/>
                            <a:pt x="221456" y="267391"/>
                            <a:pt x="225647" y="269487"/>
                          </a:cubicBezTo>
                          <a:cubicBezTo>
                            <a:pt x="227171" y="270249"/>
                            <a:pt x="228695" y="271011"/>
                            <a:pt x="230219" y="271773"/>
                          </a:cubicBezTo>
                          <a:cubicBezTo>
                            <a:pt x="232600" y="272916"/>
                            <a:pt x="234982" y="274059"/>
                            <a:pt x="237268" y="275202"/>
                          </a:cubicBezTo>
                          <a:cubicBezTo>
                            <a:pt x="237744" y="275392"/>
                            <a:pt x="238220" y="275678"/>
                            <a:pt x="238696" y="275868"/>
                          </a:cubicBezTo>
                          <a:cubicBezTo>
                            <a:pt x="239839" y="276440"/>
                            <a:pt x="241078" y="276916"/>
                            <a:pt x="242221" y="277488"/>
                          </a:cubicBezTo>
                          <a:cubicBezTo>
                            <a:pt x="244507" y="278535"/>
                            <a:pt x="246697" y="279583"/>
                            <a:pt x="248984" y="280536"/>
                          </a:cubicBezTo>
                          <a:cubicBezTo>
                            <a:pt x="250793" y="281393"/>
                            <a:pt x="252603" y="282155"/>
                            <a:pt x="254413" y="282917"/>
                          </a:cubicBezTo>
                          <a:cubicBezTo>
                            <a:pt x="256318" y="283774"/>
                            <a:pt x="258318" y="284631"/>
                            <a:pt x="260223" y="285393"/>
                          </a:cubicBezTo>
                          <a:cubicBezTo>
                            <a:pt x="262033" y="286155"/>
                            <a:pt x="263842" y="286917"/>
                            <a:pt x="265747" y="287679"/>
                          </a:cubicBezTo>
                          <a:cubicBezTo>
                            <a:pt x="267652" y="288441"/>
                            <a:pt x="269557" y="289299"/>
                            <a:pt x="271463" y="290061"/>
                          </a:cubicBezTo>
                          <a:cubicBezTo>
                            <a:pt x="272605" y="290537"/>
                            <a:pt x="273748" y="290918"/>
                            <a:pt x="274891" y="291394"/>
                          </a:cubicBezTo>
                          <a:cubicBezTo>
                            <a:pt x="275653" y="291680"/>
                            <a:pt x="276415" y="291966"/>
                            <a:pt x="277082" y="292251"/>
                          </a:cubicBezTo>
                          <a:cubicBezTo>
                            <a:pt x="278892" y="292918"/>
                            <a:pt x="280702" y="293680"/>
                            <a:pt x="282416" y="294347"/>
                          </a:cubicBezTo>
                          <a:cubicBezTo>
                            <a:pt x="284321" y="295014"/>
                            <a:pt x="286131" y="295776"/>
                            <a:pt x="288036" y="296442"/>
                          </a:cubicBezTo>
                          <a:cubicBezTo>
                            <a:pt x="289846" y="297109"/>
                            <a:pt x="291560" y="297776"/>
                            <a:pt x="293370" y="298347"/>
                          </a:cubicBezTo>
                          <a:cubicBezTo>
                            <a:pt x="295180" y="299014"/>
                            <a:pt x="296989" y="299586"/>
                            <a:pt x="298799" y="300252"/>
                          </a:cubicBezTo>
                          <a:cubicBezTo>
                            <a:pt x="300609" y="300824"/>
                            <a:pt x="302419" y="301491"/>
                            <a:pt x="304228" y="302062"/>
                          </a:cubicBezTo>
                          <a:cubicBezTo>
                            <a:pt x="306038" y="302634"/>
                            <a:pt x="307753" y="303205"/>
                            <a:pt x="309563" y="303777"/>
                          </a:cubicBezTo>
                          <a:cubicBezTo>
                            <a:pt x="311372" y="304348"/>
                            <a:pt x="313182" y="304920"/>
                            <a:pt x="314896" y="305396"/>
                          </a:cubicBezTo>
                          <a:cubicBezTo>
                            <a:pt x="316516" y="305872"/>
                            <a:pt x="318230" y="306348"/>
                            <a:pt x="319849" y="306825"/>
                          </a:cubicBezTo>
                          <a:cubicBezTo>
                            <a:pt x="321850" y="307396"/>
                            <a:pt x="323755" y="307968"/>
                            <a:pt x="325660" y="308444"/>
                          </a:cubicBezTo>
                          <a:cubicBezTo>
                            <a:pt x="326326" y="308634"/>
                            <a:pt x="326993" y="308825"/>
                            <a:pt x="327660" y="308920"/>
                          </a:cubicBezTo>
                          <a:cubicBezTo>
                            <a:pt x="328613" y="309206"/>
                            <a:pt x="329565" y="309396"/>
                            <a:pt x="330517" y="309682"/>
                          </a:cubicBezTo>
                          <a:cubicBezTo>
                            <a:pt x="332422" y="310158"/>
                            <a:pt x="334327" y="310635"/>
                            <a:pt x="336232" y="311111"/>
                          </a:cubicBezTo>
                          <a:cubicBezTo>
                            <a:pt x="337756" y="311492"/>
                            <a:pt x="339185" y="311778"/>
                            <a:pt x="340614" y="312159"/>
                          </a:cubicBezTo>
                          <a:cubicBezTo>
                            <a:pt x="342900" y="312730"/>
                            <a:pt x="345091" y="313206"/>
                            <a:pt x="347281" y="313683"/>
                          </a:cubicBezTo>
                          <a:cubicBezTo>
                            <a:pt x="347377" y="313683"/>
                            <a:pt x="347472" y="313683"/>
                            <a:pt x="347567" y="313778"/>
                          </a:cubicBezTo>
                          <a:cubicBezTo>
                            <a:pt x="348901" y="314064"/>
                            <a:pt x="350234" y="314349"/>
                            <a:pt x="351568" y="314635"/>
                          </a:cubicBezTo>
                          <a:cubicBezTo>
                            <a:pt x="353759" y="315111"/>
                            <a:pt x="355949" y="315492"/>
                            <a:pt x="358140" y="315873"/>
                          </a:cubicBezTo>
                          <a:cubicBezTo>
                            <a:pt x="359664" y="316159"/>
                            <a:pt x="361283" y="316445"/>
                            <a:pt x="362807" y="316731"/>
                          </a:cubicBezTo>
                          <a:cubicBezTo>
                            <a:pt x="363569" y="316826"/>
                            <a:pt x="364331" y="317016"/>
                            <a:pt x="365093" y="317112"/>
                          </a:cubicBezTo>
                          <a:cubicBezTo>
                            <a:pt x="367570" y="317493"/>
                            <a:pt x="370046" y="317874"/>
                            <a:pt x="372427" y="318159"/>
                          </a:cubicBezTo>
                          <a:cubicBezTo>
                            <a:pt x="372809" y="318159"/>
                            <a:pt x="373094" y="318255"/>
                            <a:pt x="373475" y="318255"/>
                          </a:cubicBezTo>
                          <a:cubicBezTo>
                            <a:pt x="376238" y="318540"/>
                            <a:pt x="378905" y="318826"/>
                            <a:pt x="381476" y="319112"/>
                          </a:cubicBezTo>
                          <a:cubicBezTo>
                            <a:pt x="382143" y="319207"/>
                            <a:pt x="382810" y="319207"/>
                            <a:pt x="383572" y="319302"/>
                          </a:cubicBezTo>
                          <a:cubicBezTo>
                            <a:pt x="385477" y="319493"/>
                            <a:pt x="387382" y="319588"/>
                            <a:pt x="389287" y="319683"/>
                          </a:cubicBezTo>
                          <a:cubicBezTo>
                            <a:pt x="390239" y="319779"/>
                            <a:pt x="391192" y="319779"/>
                            <a:pt x="392049" y="319779"/>
                          </a:cubicBezTo>
                          <a:cubicBezTo>
                            <a:pt x="393287" y="319779"/>
                            <a:pt x="394525" y="319874"/>
                            <a:pt x="395764" y="319874"/>
                          </a:cubicBezTo>
                          <a:cubicBezTo>
                            <a:pt x="396526" y="319874"/>
                            <a:pt x="397288" y="319874"/>
                            <a:pt x="397955" y="319874"/>
                          </a:cubicBezTo>
                          <a:cubicBezTo>
                            <a:pt x="398526" y="319874"/>
                            <a:pt x="399193" y="319874"/>
                            <a:pt x="399859" y="319874"/>
                          </a:cubicBezTo>
                          <a:cubicBezTo>
                            <a:pt x="402336" y="319874"/>
                            <a:pt x="404813" y="319779"/>
                            <a:pt x="407289" y="319683"/>
                          </a:cubicBezTo>
                          <a:cubicBezTo>
                            <a:pt x="407860" y="319683"/>
                            <a:pt x="408432" y="319588"/>
                            <a:pt x="409003" y="319588"/>
                          </a:cubicBezTo>
                          <a:cubicBezTo>
                            <a:pt x="410813" y="319493"/>
                            <a:pt x="412623" y="319302"/>
                            <a:pt x="414338" y="319112"/>
                          </a:cubicBezTo>
                          <a:cubicBezTo>
                            <a:pt x="415195" y="319017"/>
                            <a:pt x="415957" y="318921"/>
                            <a:pt x="416719" y="318826"/>
                          </a:cubicBezTo>
                          <a:cubicBezTo>
                            <a:pt x="418243" y="318636"/>
                            <a:pt x="419767" y="318445"/>
                            <a:pt x="421195" y="318159"/>
                          </a:cubicBezTo>
                          <a:cubicBezTo>
                            <a:pt x="421957" y="318064"/>
                            <a:pt x="422815" y="317874"/>
                            <a:pt x="423577" y="317778"/>
                          </a:cubicBezTo>
                          <a:cubicBezTo>
                            <a:pt x="425101" y="317493"/>
                            <a:pt x="426530" y="317207"/>
                            <a:pt x="427958" y="316826"/>
                          </a:cubicBezTo>
                          <a:cubicBezTo>
                            <a:pt x="428625" y="316635"/>
                            <a:pt x="429292" y="316540"/>
                            <a:pt x="429959" y="316350"/>
                          </a:cubicBezTo>
                          <a:cubicBezTo>
                            <a:pt x="431959" y="315873"/>
                            <a:pt x="433959" y="315302"/>
                            <a:pt x="435864" y="314635"/>
                          </a:cubicBezTo>
                          <a:cubicBezTo>
                            <a:pt x="437769" y="313968"/>
                            <a:pt x="439579" y="313302"/>
                            <a:pt x="441293" y="312540"/>
                          </a:cubicBezTo>
                          <a:cubicBezTo>
                            <a:pt x="441865" y="312349"/>
                            <a:pt x="442341" y="312063"/>
                            <a:pt x="442817" y="311778"/>
                          </a:cubicBezTo>
                          <a:cubicBezTo>
                            <a:pt x="443960" y="311206"/>
                            <a:pt x="445103" y="310635"/>
                            <a:pt x="446246" y="310063"/>
                          </a:cubicBezTo>
                          <a:cubicBezTo>
                            <a:pt x="446818" y="309777"/>
                            <a:pt x="447294" y="309492"/>
                            <a:pt x="447865" y="309206"/>
                          </a:cubicBezTo>
                          <a:cubicBezTo>
                            <a:pt x="448913" y="308539"/>
                            <a:pt x="449961" y="307968"/>
                            <a:pt x="450913" y="307206"/>
                          </a:cubicBezTo>
                          <a:cubicBezTo>
                            <a:pt x="451294" y="306920"/>
                            <a:pt x="451771" y="306634"/>
                            <a:pt x="452152" y="306348"/>
                          </a:cubicBezTo>
                          <a:cubicBezTo>
                            <a:pt x="453485" y="305396"/>
                            <a:pt x="454723" y="304348"/>
                            <a:pt x="455962" y="303300"/>
                          </a:cubicBezTo>
                          <a:cubicBezTo>
                            <a:pt x="456057" y="303205"/>
                            <a:pt x="456152" y="303110"/>
                            <a:pt x="456343" y="302919"/>
                          </a:cubicBezTo>
                          <a:cubicBezTo>
                            <a:pt x="457390" y="301967"/>
                            <a:pt x="458343" y="300919"/>
                            <a:pt x="459295" y="299871"/>
                          </a:cubicBezTo>
                          <a:cubicBezTo>
                            <a:pt x="459581" y="299490"/>
                            <a:pt x="459962" y="299109"/>
                            <a:pt x="460248" y="298728"/>
                          </a:cubicBezTo>
                          <a:cubicBezTo>
                            <a:pt x="460915" y="297871"/>
                            <a:pt x="461581" y="297014"/>
                            <a:pt x="462153" y="296157"/>
                          </a:cubicBezTo>
                          <a:cubicBezTo>
                            <a:pt x="462439" y="295776"/>
                            <a:pt x="462724" y="295299"/>
                            <a:pt x="463010" y="294823"/>
                          </a:cubicBezTo>
                          <a:cubicBezTo>
                            <a:pt x="486061" y="259295"/>
                            <a:pt x="445103" y="189000"/>
                            <a:pt x="355092" y="119849"/>
                          </a:cubicBezTo>
                          <a:close/>
                          <a:moveTo>
                            <a:pt x="421100" y="221957"/>
                          </a:moveTo>
                          <a:cubicBezTo>
                            <a:pt x="421291" y="222243"/>
                            <a:pt x="421386" y="222528"/>
                            <a:pt x="421481" y="222909"/>
                          </a:cubicBezTo>
                          <a:cubicBezTo>
                            <a:pt x="422148" y="224433"/>
                            <a:pt x="422910" y="225862"/>
                            <a:pt x="423481" y="227386"/>
                          </a:cubicBezTo>
                          <a:cubicBezTo>
                            <a:pt x="423481" y="227386"/>
                            <a:pt x="423481" y="227386"/>
                            <a:pt x="423481" y="227386"/>
                          </a:cubicBezTo>
                          <a:cubicBezTo>
                            <a:pt x="424148" y="228910"/>
                            <a:pt x="424720" y="230529"/>
                            <a:pt x="425291" y="232053"/>
                          </a:cubicBezTo>
                          <a:cubicBezTo>
                            <a:pt x="425482" y="232530"/>
                            <a:pt x="425577" y="232911"/>
                            <a:pt x="425767" y="233387"/>
                          </a:cubicBezTo>
                          <a:cubicBezTo>
                            <a:pt x="426053" y="234149"/>
                            <a:pt x="426244" y="234816"/>
                            <a:pt x="426434" y="235578"/>
                          </a:cubicBezTo>
                          <a:cubicBezTo>
                            <a:pt x="426720" y="236435"/>
                            <a:pt x="427006" y="237197"/>
                            <a:pt x="427196" y="238054"/>
                          </a:cubicBezTo>
                          <a:cubicBezTo>
                            <a:pt x="427196" y="238054"/>
                            <a:pt x="427196" y="238054"/>
                            <a:pt x="427196" y="238149"/>
                          </a:cubicBezTo>
                          <a:cubicBezTo>
                            <a:pt x="427482" y="239388"/>
                            <a:pt x="427768" y="240530"/>
                            <a:pt x="428053" y="241674"/>
                          </a:cubicBezTo>
                          <a:cubicBezTo>
                            <a:pt x="428053" y="241674"/>
                            <a:pt x="428053" y="241674"/>
                            <a:pt x="428053" y="241674"/>
                          </a:cubicBezTo>
                          <a:cubicBezTo>
                            <a:pt x="428149" y="242245"/>
                            <a:pt x="428244" y="242721"/>
                            <a:pt x="428339" y="243293"/>
                          </a:cubicBezTo>
                          <a:cubicBezTo>
                            <a:pt x="428434" y="244055"/>
                            <a:pt x="428625" y="244722"/>
                            <a:pt x="428720" y="245484"/>
                          </a:cubicBezTo>
                          <a:cubicBezTo>
                            <a:pt x="428720" y="245484"/>
                            <a:pt x="428720" y="245579"/>
                            <a:pt x="428720" y="245579"/>
                          </a:cubicBezTo>
                          <a:cubicBezTo>
                            <a:pt x="428815" y="246341"/>
                            <a:pt x="429006" y="247008"/>
                            <a:pt x="429006" y="247770"/>
                          </a:cubicBezTo>
                          <a:cubicBezTo>
                            <a:pt x="429006" y="247960"/>
                            <a:pt x="429006" y="248151"/>
                            <a:pt x="429101" y="248341"/>
                          </a:cubicBezTo>
                          <a:cubicBezTo>
                            <a:pt x="429196" y="249579"/>
                            <a:pt x="429292" y="250913"/>
                            <a:pt x="429387" y="252151"/>
                          </a:cubicBezTo>
                          <a:cubicBezTo>
                            <a:pt x="429387" y="252342"/>
                            <a:pt x="429387" y="252532"/>
                            <a:pt x="429387" y="252627"/>
                          </a:cubicBezTo>
                          <a:cubicBezTo>
                            <a:pt x="429387" y="252818"/>
                            <a:pt x="429387" y="253008"/>
                            <a:pt x="429387" y="253103"/>
                          </a:cubicBezTo>
                          <a:cubicBezTo>
                            <a:pt x="429387" y="253103"/>
                            <a:pt x="429387" y="253199"/>
                            <a:pt x="429387" y="253199"/>
                          </a:cubicBezTo>
                          <a:cubicBezTo>
                            <a:pt x="429387" y="253580"/>
                            <a:pt x="429387" y="253961"/>
                            <a:pt x="429387" y="254247"/>
                          </a:cubicBezTo>
                          <a:cubicBezTo>
                            <a:pt x="429387" y="254628"/>
                            <a:pt x="429387" y="254913"/>
                            <a:pt x="429387" y="255294"/>
                          </a:cubicBezTo>
                          <a:cubicBezTo>
                            <a:pt x="429387" y="255771"/>
                            <a:pt x="429387" y="256342"/>
                            <a:pt x="429292" y="256914"/>
                          </a:cubicBezTo>
                          <a:cubicBezTo>
                            <a:pt x="429292" y="257199"/>
                            <a:pt x="429196" y="257580"/>
                            <a:pt x="429196" y="257866"/>
                          </a:cubicBezTo>
                          <a:cubicBezTo>
                            <a:pt x="429101" y="258438"/>
                            <a:pt x="429006" y="258914"/>
                            <a:pt x="429006" y="259485"/>
                          </a:cubicBezTo>
                          <a:cubicBezTo>
                            <a:pt x="428911" y="260152"/>
                            <a:pt x="428815" y="260819"/>
                            <a:pt x="428720" y="261390"/>
                          </a:cubicBezTo>
                          <a:cubicBezTo>
                            <a:pt x="428434" y="262629"/>
                            <a:pt x="428149" y="263772"/>
                            <a:pt x="427768" y="265010"/>
                          </a:cubicBezTo>
                          <a:cubicBezTo>
                            <a:pt x="427577" y="265581"/>
                            <a:pt x="427387" y="266058"/>
                            <a:pt x="427196" y="266629"/>
                          </a:cubicBezTo>
                          <a:cubicBezTo>
                            <a:pt x="427101" y="266820"/>
                            <a:pt x="427101" y="266915"/>
                            <a:pt x="427006" y="267105"/>
                          </a:cubicBezTo>
                          <a:cubicBezTo>
                            <a:pt x="426815" y="267677"/>
                            <a:pt x="426530" y="268344"/>
                            <a:pt x="426244" y="268915"/>
                          </a:cubicBezTo>
                          <a:cubicBezTo>
                            <a:pt x="425958" y="269487"/>
                            <a:pt x="425672" y="270058"/>
                            <a:pt x="425291" y="270630"/>
                          </a:cubicBezTo>
                          <a:cubicBezTo>
                            <a:pt x="425291" y="270725"/>
                            <a:pt x="425196" y="270820"/>
                            <a:pt x="425196" y="270820"/>
                          </a:cubicBezTo>
                          <a:cubicBezTo>
                            <a:pt x="424910" y="271296"/>
                            <a:pt x="424624" y="271868"/>
                            <a:pt x="424339" y="272344"/>
                          </a:cubicBezTo>
                          <a:cubicBezTo>
                            <a:pt x="424243" y="272535"/>
                            <a:pt x="424148" y="272630"/>
                            <a:pt x="424053" y="272820"/>
                          </a:cubicBezTo>
                          <a:cubicBezTo>
                            <a:pt x="423958" y="273011"/>
                            <a:pt x="423767" y="273201"/>
                            <a:pt x="423672" y="273392"/>
                          </a:cubicBezTo>
                          <a:cubicBezTo>
                            <a:pt x="423481" y="273678"/>
                            <a:pt x="423196" y="274059"/>
                            <a:pt x="423005" y="274344"/>
                          </a:cubicBezTo>
                          <a:cubicBezTo>
                            <a:pt x="422719" y="274725"/>
                            <a:pt x="422434" y="275106"/>
                            <a:pt x="422148" y="275487"/>
                          </a:cubicBezTo>
                          <a:cubicBezTo>
                            <a:pt x="421957" y="275678"/>
                            <a:pt x="421767" y="275868"/>
                            <a:pt x="421672" y="276059"/>
                          </a:cubicBezTo>
                          <a:cubicBezTo>
                            <a:pt x="421576" y="276154"/>
                            <a:pt x="421481" y="276249"/>
                            <a:pt x="421386" y="276440"/>
                          </a:cubicBezTo>
                          <a:cubicBezTo>
                            <a:pt x="421195" y="276630"/>
                            <a:pt x="421005" y="276821"/>
                            <a:pt x="420814" y="277011"/>
                          </a:cubicBezTo>
                          <a:lnTo>
                            <a:pt x="420814" y="277011"/>
                          </a:lnTo>
                          <a:cubicBezTo>
                            <a:pt x="420624" y="277202"/>
                            <a:pt x="420434" y="277392"/>
                            <a:pt x="420243" y="277583"/>
                          </a:cubicBezTo>
                          <a:cubicBezTo>
                            <a:pt x="419862" y="278059"/>
                            <a:pt x="419386" y="278440"/>
                            <a:pt x="419005" y="278916"/>
                          </a:cubicBezTo>
                          <a:cubicBezTo>
                            <a:pt x="419005" y="278916"/>
                            <a:pt x="418909" y="279012"/>
                            <a:pt x="418909" y="279012"/>
                          </a:cubicBezTo>
                          <a:cubicBezTo>
                            <a:pt x="418814" y="279107"/>
                            <a:pt x="418814" y="279202"/>
                            <a:pt x="418719" y="279202"/>
                          </a:cubicBezTo>
                          <a:cubicBezTo>
                            <a:pt x="418147" y="279678"/>
                            <a:pt x="417576" y="280155"/>
                            <a:pt x="417005" y="280631"/>
                          </a:cubicBezTo>
                          <a:cubicBezTo>
                            <a:pt x="416528" y="281012"/>
                            <a:pt x="416052" y="281393"/>
                            <a:pt x="415576" y="281774"/>
                          </a:cubicBezTo>
                          <a:cubicBezTo>
                            <a:pt x="415290" y="282060"/>
                            <a:pt x="414909" y="282250"/>
                            <a:pt x="414528" y="282441"/>
                          </a:cubicBezTo>
                          <a:cubicBezTo>
                            <a:pt x="414052" y="282726"/>
                            <a:pt x="413575" y="283012"/>
                            <a:pt x="413099" y="283298"/>
                          </a:cubicBezTo>
                          <a:cubicBezTo>
                            <a:pt x="412718" y="283584"/>
                            <a:pt x="412337" y="283774"/>
                            <a:pt x="411956" y="284060"/>
                          </a:cubicBezTo>
                          <a:cubicBezTo>
                            <a:pt x="411575" y="284250"/>
                            <a:pt x="411194" y="284441"/>
                            <a:pt x="410813" y="284727"/>
                          </a:cubicBezTo>
                          <a:cubicBezTo>
                            <a:pt x="410718" y="284727"/>
                            <a:pt x="410718" y="284822"/>
                            <a:pt x="410623" y="284822"/>
                          </a:cubicBezTo>
                          <a:cubicBezTo>
                            <a:pt x="409956" y="285203"/>
                            <a:pt x="409194" y="285489"/>
                            <a:pt x="408527" y="285870"/>
                          </a:cubicBezTo>
                          <a:cubicBezTo>
                            <a:pt x="408241" y="285965"/>
                            <a:pt x="408051" y="286155"/>
                            <a:pt x="407860" y="286251"/>
                          </a:cubicBezTo>
                          <a:cubicBezTo>
                            <a:pt x="407480" y="286441"/>
                            <a:pt x="407098" y="286632"/>
                            <a:pt x="406622" y="286822"/>
                          </a:cubicBezTo>
                          <a:cubicBezTo>
                            <a:pt x="406622" y="286822"/>
                            <a:pt x="406527" y="286822"/>
                            <a:pt x="406527" y="286822"/>
                          </a:cubicBezTo>
                          <a:cubicBezTo>
                            <a:pt x="405098" y="287394"/>
                            <a:pt x="403574" y="288060"/>
                            <a:pt x="402050" y="288537"/>
                          </a:cubicBezTo>
                          <a:cubicBezTo>
                            <a:pt x="400336" y="289108"/>
                            <a:pt x="398526" y="289584"/>
                            <a:pt x="396716" y="290061"/>
                          </a:cubicBezTo>
                          <a:cubicBezTo>
                            <a:pt x="394906" y="290537"/>
                            <a:pt x="393001" y="290918"/>
                            <a:pt x="391001" y="291299"/>
                          </a:cubicBezTo>
                          <a:cubicBezTo>
                            <a:pt x="390620" y="291394"/>
                            <a:pt x="390239" y="291394"/>
                            <a:pt x="389858" y="291489"/>
                          </a:cubicBezTo>
                          <a:cubicBezTo>
                            <a:pt x="388620" y="291680"/>
                            <a:pt x="387382" y="291870"/>
                            <a:pt x="386143" y="291966"/>
                          </a:cubicBezTo>
                          <a:cubicBezTo>
                            <a:pt x="386143" y="291966"/>
                            <a:pt x="386143" y="291966"/>
                            <a:pt x="386143" y="291966"/>
                          </a:cubicBezTo>
                          <a:cubicBezTo>
                            <a:pt x="385477" y="292061"/>
                            <a:pt x="384810" y="292156"/>
                            <a:pt x="384143" y="292156"/>
                          </a:cubicBezTo>
                          <a:cubicBezTo>
                            <a:pt x="384143" y="292156"/>
                            <a:pt x="384143" y="292156"/>
                            <a:pt x="384143" y="292156"/>
                          </a:cubicBezTo>
                          <a:cubicBezTo>
                            <a:pt x="382714" y="292347"/>
                            <a:pt x="381190" y="292442"/>
                            <a:pt x="379762" y="292537"/>
                          </a:cubicBezTo>
                          <a:cubicBezTo>
                            <a:pt x="379762" y="292537"/>
                            <a:pt x="379666" y="292537"/>
                            <a:pt x="379666" y="292537"/>
                          </a:cubicBezTo>
                          <a:cubicBezTo>
                            <a:pt x="379095" y="292537"/>
                            <a:pt x="378523" y="292632"/>
                            <a:pt x="377952" y="292632"/>
                          </a:cubicBezTo>
                          <a:cubicBezTo>
                            <a:pt x="376047" y="292728"/>
                            <a:pt x="374047" y="292823"/>
                            <a:pt x="372046" y="292823"/>
                          </a:cubicBezTo>
                          <a:cubicBezTo>
                            <a:pt x="371570" y="292823"/>
                            <a:pt x="370999" y="292823"/>
                            <a:pt x="370522" y="292823"/>
                          </a:cubicBezTo>
                          <a:cubicBezTo>
                            <a:pt x="370522" y="292823"/>
                            <a:pt x="370522" y="292823"/>
                            <a:pt x="370522" y="292823"/>
                          </a:cubicBezTo>
                          <a:cubicBezTo>
                            <a:pt x="368998" y="292823"/>
                            <a:pt x="367379" y="292823"/>
                            <a:pt x="365760" y="292728"/>
                          </a:cubicBezTo>
                          <a:cubicBezTo>
                            <a:pt x="365665" y="292728"/>
                            <a:pt x="365665" y="292728"/>
                            <a:pt x="365569" y="292728"/>
                          </a:cubicBezTo>
                          <a:cubicBezTo>
                            <a:pt x="364807" y="292728"/>
                            <a:pt x="364045" y="292632"/>
                            <a:pt x="363284" y="292632"/>
                          </a:cubicBezTo>
                          <a:lnTo>
                            <a:pt x="363284" y="292632"/>
                          </a:lnTo>
                          <a:cubicBezTo>
                            <a:pt x="361759" y="292537"/>
                            <a:pt x="360235" y="292442"/>
                            <a:pt x="358616" y="292347"/>
                          </a:cubicBezTo>
                          <a:cubicBezTo>
                            <a:pt x="358616" y="292347"/>
                            <a:pt x="358616" y="292347"/>
                            <a:pt x="358616" y="292347"/>
                          </a:cubicBezTo>
                          <a:cubicBezTo>
                            <a:pt x="358045" y="292347"/>
                            <a:pt x="357378" y="292251"/>
                            <a:pt x="356711" y="292156"/>
                          </a:cubicBezTo>
                          <a:cubicBezTo>
                            <a:pt x="354901" y="291966"/>
                            <a:pt x="353092" y="291775"/>
                            <a:pt x="351187" y="291585"/>
                          </a:cubicBezTo>
                          <a:cubicBezTo>
                            <a:pt x="350806" y="291585"/>
                            <a:pt x="350425" y="291489"/>
                            <a:pt x="349948" y="291489"/>
                          </a:cubicBezTo>
                          <a:lnTo>
                            <a:pt x="349948" y="291489"/>
                          </a:lnTo>
                          <a:cubicBezTo>
                            <a:pt x="349948" y="291489"/>
                            <a:pt x="349948" y="291489"/>
                            <a:pt x="349948" y="291489"/>
                          </a:cubicBezTo>
                          <a:cubicBezTo>
                            <a:pt x="348710" y="291299"/>
                            <a:pt x="347377" y="291108"/>
                            <a:pt x="346043" y="290918"/>
                          </a:cubicBezTo>
                          <a:cubicBezTo>
                            <a:pt x="345853" y="290918"/>
                            <a:pt x="345757" y="290918"/>
                            <a:pt x="345567" y="290823"/>
                          </a:cubicBezTo>
                          <a:cubicBezTo>
                            <a:pt x="345472" y="290823"/>
                            <a:pt x="345376" y="290823"/>
                            <a:pt x="345281" y="290823"/>
                          </a:cubicBezTo>
                          <a:cubicBezTo>
                            <a:pt x="343757" y="290632"/>
                            <a:pt x="342233" y="290346"/>
                            <a:pt x="340709" y="290156"/>
                          </a:cubicBezTo>
                          <a:cubicBezTo>
                            <a:pt x="340423" y="290061"/>
                            <a:pt x="340138" y="290061"/>
                            <a:pt x="339852" y="289965"/>
                          </a:cubicBezTo>
                          <a:cubicBezTo>
                            <a:pt x="338328" y="289680"/>
                            <a:pt x="336804" y="289489"/>
                            <a:pt x="335280" y="289203"/>
                          </a:cubicBezTo>
                          <a:cubicBezTo>
                            <a:pt x="335280" y="289203"/>
                            <a:pt x="335280" y="289203"/>
                            <a:pt x="335280" y="289203"/>
                          </a:cubicBezTo>
                          <a:cubicBezTo>
                            <a:pt x="334137" y="289013"/>
                            <a:pt x="332899" y="288727"/>
                            <a:pt x="331660" y="288537"/>
                          </a:cubicBezTo>
                          <a:cubicBezTo>
                            <a:pt x="331470" y="288537"/>
                            <a:pt x="331375" y="288441"/>
                            <a:pt x="331184" y="288441"/>
                          </a:cubicBezTo>
                          <a:cubicBezTo>
                            <a:pt x="329851" y="288156"/>
                            <a:pt x="328422" y="287870"/>
                            <a:pt x="327088" y="287584"/>
                          </a:cubicBezTo>
                          <a:cubicBezTo>
                            <a:pt x="325945" y="287298"/>
                            <a:pt x="324707" y="287013"/>
                            <a:pt x="323564" y="286822"/>
                          </a:cubicBezTo>
                          <a:cubicBezTo>
                            <a:pt x="323374" y="286727"/>
                            <a:pt x="323183" y="286727"/>
                            <a:pt x="322897" y="286632"/>
                          </a:cubicBezTo>
                          <a:cubicBezTo>
                            <a:pt x="321469" y="286346"/>
                            <a:pt x="320135" y="285965"/>
                            <a:pt x="318706" y="285679"/>
                          </a:cubicBezTo>
                          <a:cubicBezTo>
                            <a:pt x="317278" y="285298"/>
                            <a:pt x="315849" y="284917"/>
                            <a:pt x="314420" y="284536"/>
                          </a:cubicBezTo>
                          <a:cubicBezTo>
                            <a:pt x="314420" y="284536"/>
                            <a:pt x="314420" y="284536"/>
                            <a:pt x="314420" y="284536"/>
                          </a:cubicBezTo>
                          <a:cubicBezTo>
                            <a:pt x="312991" y="284155"/>
                            <a:pt x="311563" y="283774"/>
                            <a:pt x="310134" y="283393"/>
                          </a:cubicBezTo>
                          <a:cubicBezTo>
                            <a:pt x="308705" y="283012"/>
                            <a:pt x="307181" y="282536"/>
                            <a:pt x="305752" y="282155"/>
                          </a:cubicBezTo>
                          <a:cubicBezTo>
                            <a:pt x="304228" y="281679"/>
                            <a:pt x="302705" y="281298"/>
                            <a:pt x="301180" y="280821"/>
                          </a:cubicBezTo>
                          <a:cubicBezTo>
                            <a:pt x="300418" y="280631"/>
                            <a:pt x="299561" y="280345"/>
                            <a:pt x="298799" y="280059"/>
                          </a:cubicBezTo>
                          <a:cubicBezTo>
                            <a:pt x="297275" y="279583"/>
                            <a:pt x="295656" y="279107"/>
                            <a:pt x="294132" y="278535"/>
                          </a:cubicBezTo>
                          <a:cubicBezTo>
                            <a:pt x="294132" y="278535"/>
                            <a:pt x="294132" y="278535"/>
                            <a:pt x="294132" y="278535"/>
                          </a:cubicBezTo>
                          <a:cubicBezTo>
                            <a:pt x="291846" y="277773"/>
                            <a:pt x="289465" y="277011"/>
                            <a:pt x="287179" y="276154"/>
                          </a:cubicBezTo>
                          <a:cubicBezTo>
                            <a:pt x="287084" y="276154"/>
                            <a:pt x="287084" y="276154"/>
                            <a:pt x="286988" y="276059"/>
                          </a:cubicBezTo>
                          <a:cubicBezTo>
                            <a:pt x="285940" y="275678"/>
                            <a:pt x="284893" y="275297"/>
                            <a:pt x="283845" y="275011"/>
                          </a:cubicBezTo>
                          <a:cubicBezTo>
                            <a:pt x="280416" y="273773"/>
                            <a:pt x="276987" y="272535"/>
                            <a:pt x="273463" y="271201"/>
                          </a:cubicBezTo>
                          <a:cubicBezTo>
                            <a:pt x="272320" y="270725"/>
                            <a:pt x="271081" y="270249"/>
                            <a:pt x="269843" y="269772"/>
                          </a:cubicBezTo>
                          <a:cubicBezTo>
                            <a:pt x="268414" y="269201"/>
                            <a:pt x="266986" y="268629"/>
                            <a:pt x="265557" y="268058"/>
                          </a:cubicBezTo>
                          <a:cubicBezTo>
                            <a:pt x="264033" y="267391"/>
                            <a:pt x="262414" y="266820"/>
                            <a:pt x="260794" y="266153"/>
                          </a:cubicBezTo>
                          <a:cubicBezTo>
                            <a:pt x="260699" y="266153"/>
                            <a:pt x="260604" y="266058"/>
                            <a:pt x="260604" y="266058"/>
                          </a:cubicBezTo>
                          <a:cubicBezTo>
                            <a:pt x="259175" y="265486"/>
                            <a:pt x="257746" y="264819"/>
                            <a:pt x="256222" y="264248"/>
                          </a:cubicBezTo>
                          <a:cubicBezTo>
                            <a:pt x="255556" y="263962"/>
                            <a:pt x="254984" y="263676"/>
                            <a:pt x="254317" y="263486"/>
                          </a:cubicBezTo>
                          <a:cubicBezTo>
                            <a:pt x="253936" y="263295"/>
                            <a:pt x="253651" y="263200"/>
                            <a:pt x="253270" y="263010"/>
                          </a:cubicBezTo>
                          <a:cubicBezTo>
                            <a:pt x="252698" y="262724"/>
                            <a:pt x="252031" y="262438"/>
                            <a:pt x="251460" y="262248"/>
                          </a:cubicBezTo>
                          <a:cubicBezTo>
                            <a:pt x="249936" y="261581"/>
                            <a:pt x="248412" y="260914"/>
                            <a:pt x="246888" y="260247"/>
                          </a:cubicBezTo>
                          <a:cubicBezTo>
                            <a:pt x="245745" y="259771"/>
                            <a:pt x="244602" y="259200"/>
                            <a:pt x="243459" y="258628"/>
                          </a:cubicBezTo>
                          <a:cubicBezTo>
                            <a:pt x="242792" y="258342"/>
                            <a:pt x="242030" y="257961"/>
                            <a:pt x="241363" y="257676"/>
                          </a:cubicBezTo>
                          <a:cubicBezTo>
                            <a:pt x="240030" y="257104"/>
                            <a:pt x="238696" y="256437"/>
                            <a:pt x="237363" y="255866"/>
                          </a:cubicBezTo>
                          <a:cubicBezTo>
                            <a:pt x="237077" y="255771"/>
                            <a:pt x="236887" y="255675"/>
                            <a:pt x="236601" y="255485"/>
                          </a:cubicBezTo>
                          <a:cubicBezTo>
                            <a:pt x="234886" y="254628"/>
                            <a:pt x="233077" y="253770"/>
                            <a:pt x="231362" y="252913"/>
                          </a:cubicBezTo>
                          <a:cubicBezTo>
                            <a:pt x="230124" y="252246"/>
                            <a:pt x="228790" y="251675"/>
                            <a:pt x="227552" y="251008"/>
                          </a:cubicBezTo>
                          <a:cubicBezTo>
                            <a:pt x="225266" y="249865"/>
                            <a:pt x="222980" y="248722"/>
                            <a:pt x="220694" y="247579"/>
                          </a:cubicBezTo>
                          <a:cubicBezTo>
                            <a:pt x="220027" y="247293"/>
                            <a:pt x="219456" y="246912"/>
                            <a:pt x="218789" y="246627"/>
                          </a:cubicBezTo>
                          <a:cubicBezTo>
                            <a:pt x="218218" y="246341"/>
                            <a:pt x="217646" y="246055"/>
                            <a:pt x="217075" y="245769"/>
                          </a:cubicBezTo>
                          <a:cubicBezTo>
                            <a:pt x="216408" y="245484"/>
                            <a:pt x="215836" y="245103"/>
                            <a:pt x="215170" y="244817"/>
                          </a:cubicBezTo>
                          <a:cubicBezTo>
                            <a:pt x="212312" y="243293"/>
                            <a:pt x="209455" y="241769"/>
                            <a:pt x="206597" y="240245"/>
                          </a:cubicBezTo>
                          <a:cubicBezTo>
                            <a:pt x="205835" y="239864"/>
                            <a:pt x="205073" y="239388"/>
                            <a:pt x="204406" y="239007"/>
                          </a:cubicBezTo>
                          <a:cubicBezTo>
                            <a:pt x="204216" y="238911"/>
                            <a:pt x="204025" y="238816"/>
                            <a:pt x="203930" y="238721"/>
                          </a:cubicBezTo>
                          <a:cubicBezTo>
                            <a:pt x="203835" y="238626"/>
                            <a:pt x="203644" y="238530"/>
                            <a:pt x="203549" y="238530"/>
                          </a:cubicBezTo>
                          <a:cubicBezTo>
                            <a:pt x="202787" y="238054"/>
                            <a:pt x="201930" y="237673"/>
                            <a:pt x="201168" y="237197"/>
                          </a:cubicBezTo>
                          <a:cubicBezTo>
                            <a:pt x="198406" y="235673"/>
                            <a:pt x="195643" y="234053"/>
                            <a:pt x="192881" y="232434"/>
                          </a:cubicBezTo>
                          <a:cubicBezTo>
                            <a:pt x="192119" y="231958"/>
                            <a:pt x="191357" y="231577"/>
                            <a:pt x="190595" y="231101"/>
                          </a:cubicBezTo>
                          <a:cubicBezTo>
                            <a:pt x="189166" y="230244"/>
                            <a:pt x="187642" y="229386"/>
                            <a:pt x="186214" y="228434"/>
                          </a:cubicBezTo>
                          <a:cubicBezTo>
                            <a:pt x="185356" y="227958"/>
                            <a:pt x="184594" y="227386"/>
                            <a:pt x="183737" y="226910"/>
                          </a:cubicBezTo>
                          <a:cubicBezTo>
                            <a:pt x="181832" y="225767"/>
                            <a:pt x="180022" y="224624"/>
                            <a:pt x="178117" y="223481"/>
                          </a:cubicBezTo>
                          <a:cubicBezTo>
                            <a:pt x="176974" y="222719"/>
                            <a:pt x="175831" y="221957"/>
                            <a:pt x="174593" y="221290"/>
                          </a:cubicBezTo>
                          <a:cubicBezTo>
                            <a:pt x="172688" y="220052"/>
                            <a:pt x="170783" y="218814"/>
                            <a:pt x="168878" y="217575"/>
                          </a:cubicBezTo>
                          <a:cubicBezTo>
                            <a:pt x="168116" y="217099"/>
                            <a:pt x="167449" y="216623"/>
                            <a:pt x="166688" y="216147"/>
                          </a:cubicBezTo>
                          <a:cubicBezTo>
                            <a:pt x="165925" y="215670"/>
                            <a:pt x="165163" y="215099"/>
                            <a:pt x="164401" y="214623"/>
                          </a:cubicBezTo>
                          <a:cubicBezTo>
                            <a:pt x="162306" y="213194"/>
                            <a:pt x="160210" y="211765"/>
                            <a:pt x="158115" y="210432"/>
                          </a:cubicBezTo>
                          <a:cubicBezTo>
                            <a:pt x="156877" y="209574"/>
                            <a:pt x="155638" y="208717"/>
                            <a:pt x="154400" y="207860"/>
                          </a:cubicBezTo>
                          <a:cubicBezTo>
                            <a:pt x="153543" y="207288"/>
                            <a:pt x="152686" y="206622"/>
                            <a:pt x="151733" y="206050"/>
                          </a:cubicBezTo>
                          <a:cubicBezTo>
                            <a:pt x="151257" y="205669"/>
                            <a:pt x="150781" y="205383"/>
                            <a:pt x="150304" y="205002"/>
                          </a:cubicBezTo>
                          <a:cubicBezTo>
                            <a:pt x="149447" y="204431"/>
                            <a:pt x="148590" y="203764"/>
                            <a:pt x="147733" y="203193"/>
                          </a:cubicBezTo>
                          <a:cubicBezTo>
                            <a:pt x="146685" y="202430"/>
                            <a:pt x="145637" y="201669"/>
                            <a:pt x="144589" y="201002"/>
                          </a:cubicBezTo>
                          <a:cubicBezTo>
                            <a:pt x="141351" y="198621"/>
                            <a:pt x="138208" y="196239"/>
                            <a:pt x="135064" y="193858"/>
                          </a:cubicBezTo>
                          <a:cubicBezTo>
                            <a:pt x="134969" y="193858"/>
                            <a:pt x="134969" y="193763"/>
                            <a:pt x="134874" y="193763"/>
                          </a:cubicBezTo>
                          <a:cubicBezTo>
                            <a:pt x="132207" y="191667"/>
                            <a:pt x="129540" y="189572"/>
                            <a:pt x="126968" y="187476"/>
                          </a:cubicBezTo>
                          <a:cubicBezTo>
                            <a:pt x="126301" y="186905"/>
                            <a:pt x="125730" y="186428"/>
                            <a:pt x="125063" y="185952"/>
                          </a:cubicBezTo>
                          <a:cubicBezTo>
                            <a:pt x="124777" y="185762"/>
                            <a:pt x="124587" y="185571"/>
                            <a:pt x="124301" y="185381"/>
                          </a:cubicBezTo>
                          <a:cubicBezTo>
                            <a:pt x="122587" y="183952"/>
                            <a:pt x="120872" y="182619"/>
                            <a:pt x="119158" y="181190"/>
                          </a:cubicBezTo>
                          <a:cubicBezTo>
                            <a:pt x="118110" y="180333"/>
                            <a:pt x="117157" y="179475"/>
                            <a:pt x="116110" y="178618"/>
                          </a:cubicBezTo>
                          <a:cubicBezTo>
                            <a:pt x="114586" y="177380"/>
                            <a:pt x="113157" y="176046"/>
                            <a:pt x="111633" y="174808"/>
                          </a:cubicBezTo>
                          <a:cubicBezTo>
                            <a:pt x="110585" y="173951"/>
                            <a:pt x="109633" y="172998"/>
                            <a:pt x="108585" y="172141"/>
                          </a:cubicBezTo>
                          <a:cubicBezTo>
                            <a:pt x="107251" y="170903"/>
                            <a:pt x="105823" y="169665"/>
                            <a:pt x="104489" y="168522"/>
                          </a:cubicBezTo>
                          <a:cubicBezTo>
                            <a:pt x="104299" y="168426"/>
                            <a:pt x="104203" y="168236"/>
                            <a:pt x="104013" y="168045"/>
                          </a:cubicBezTo>
                          <a:cubicBezTo>
                            <a:pt x="103822" y="167855"/>
                            <a:pt x="103632" y="167664"/>
                            <a:pt x="103441" y="167569"/>
                          </a:cubicBezTo>
                          <a:cubicBezTo>
                            <a:pt x="102775" y="166998"/>
                            <a:pt x="102108" y="166331"/>
                            <a:pt x="101441" y="165759"/>
                          </a:cubicBezTo>
                          <a:cubicBezTo>
                            <a:pt x="100203" y="164616"/>
                            <a:pt x="98869" y="163378"/>
                            <a:pt x="97726" y="162235"/>
                          </a:cubicBezTo>
                          <a:cubicBezTo>
                            <a:pt x="96869" y="161378"/>
                            <a:pt x="96012" y="160616"/>
                            <a:pt x="95155" y="159759"/>
                          </a:cubicBezTo>
                          <a:cubicBezTo>
                            <a:pt x="95059" y="159663"/>
                            <a:pt x="94964" y="159568"/>
                            <a:pt x="94774" y="159473"/>
                          </a:cubicBezTo>
                          <a:cubicBezTo>
                            <a:pt x="93535" y="158330"/>
                            <a:pt x="92392" y="157092"/>
                            <a:pt x="91249" y="155949"/>
                          </a:cubicBezTo>
                          <a:cubicBezTo>
                            <a:pt x="90297" y="154996"/>
                            <a:pt x="89440" y="154044"/>
                            <a:pt x="88487" y="153186"/>
                          </a:cubicBezTo>
                          <a:cubicBezTo>
                            <a:pt x="87344" y="152043"/>
                            <a:pt x="86296" y="150900"/>
                            <a:pt x="85153" y="149662"/>
                          </a:cubicBezTo>
                          <a:cubicBezTo>
                            <a:pt x="85153" y="149662"/>
                            <a:pt x="85153" y="149662"/>
                            <a:pt x="85153" y="149662"/>
                          </a:cubicBezTo>
                          <a:cubicBezTo>
                            <a:pt x="84772" y="149281"/>
                            <a:pt x="84391" y="148900"/>
                            <a:pt x="84010" y="148519"/>
                          </a:cubicBezTo>
                          <a:cubicBezTo>
                            <a:pt x="83534" y="147948"/>
                            <a:pt x="83058" y="147471"/>
                            <a:pt x="82582" y="146995"/>
                          </a:cubicBezTo>
                          <a:cubicBezTo>
                            <a:pt x="81534" y="145852"/>
                            <a:pt x="80486" y="144709"/>
                            <a:pt x="79438" y="143471"/>
                          </a:cubicBezTo>
                          <a:cubicBezTo>
                            <a:pt x="78676" y="142614"/>
                            <a:pt x="77819" y="141661"/>
                            <a:pt x="77057" y="140804"/>
                          </a:cubicBezTo>
                          <a:cubicBezTo>
                            <a:pt x="76009" y="139566"/>
                            <a:pt x="75057" y="138423"/>
                            <a:pt x="74009" y="137184"/>
                          </a:cubicBezTo>
                          <a:cubicBezTo>
                            <a:pt x="73342" y="136327"/>
                            <a:pt x="72580" y="135470"/>
                            <a:pt x="71914" y="134708"/>
                          </a:cubicBezTo>
                          <a:cubicBezTo>
                            <a:pt x="70866" y="133374"/>
                            <a:pt x="69818" y="132136"/>
                            <a:pt x="68770" y="130803"/>
                          </a:cubicBezTo>
                          <a:cubicBezTo>
                            <a:pt x="68580" y="130612"/>
                            <a:pt x="68485" y="130422"/>
                            <a:pt x="68294" y="130231"/>
                          </a:cubicBezTo>
                          <a:cubicBezTo>
                            <a:pt x="67913" y="129755"/>
                            <a:pt x="67437" y="129183"/>
                            <a:pt x="67056" y="128707"/>
                          </a:cubicBezTo>
                          <a:cubicBezTo>
                            <a:pt x="65532" y="126707"/>
                            <a:pt x="64103" y="124802"/>
                            <a:pt x="62674" y="122897"/>
                          </a:cubicBezTo>
                          <a:cubicBezTo>
                            <a:pt x="62293" y="122325"/>
                            <a:pt x="61913" y="121754"/>
                            <a:pt x="61436" y="121182"/>
                          </a:cubicBezTo>
                          <a:cubicBezTo>
                            <a:pt x="60484" y="119849"/>
                            <a:pt x="59531" y="118420"/>
                            <a:pt x="58674" y="117087"/>
                          </a:cubicBezTo>
                          <a:cubicBezTo>
                            <a:pt x="58674" y="117087"/>
                            <a:pt x="58579" y="116991"/>
                            <a:pt x="58579" y="116991"/>
                          </a:cubicBezTo>
                          <a:cubicBezTo>
                            <a:pt x="58102" y="116229"/>
                            <a:pt x="57626" y="115467"/>
                            <a:pt x="57150" y="114705"/>
                          </a:cubicBezTo>
                          <a:cubicBezTo>
                            <a:pt x="56483" y="113562"/>
                            <a:pt x="55721" y="112515"/>
                            <a:pt x="55054" y="111372"/>
                          </a:cubicBezTo>
                          <a:cubicBezTo>
                            <a:pt x="54959" y="111181"/>
                            <a:pt x="54769" y="110895"/>
                            <a:pt x="54578" y="110705"/>
                          </a:cubicBezTo>
                          <a:cubicBezTo>
                            <a:pt x="54578" y="110705"/>
                            <a:pt x="54578" y="110705"/>
                            <a:pt x="54578" y="110705"/>
                          </a:cubicBezTo>
                          <a:cubicBezTo>
                            <a:pt x="54197" y="110133"/>
                            <a:pt x="53911" y="109562"/>
                            <a:pt x="53530" y="108895"/>
                          </a:cubicBezTo>
                          <a:cubicBezTo>
                            <a:pt x="52959" y="107847"/>
                            <a:pt x="52292" y="106800"/>
                            <a:pt x="51721" y="105847"/>
                          </a:cubicBezTo>
                          <a:cubicBezTo>
                            <a:pt x="51625" y="105752"/>
                            <a:pt x="51625" y="105657"/>
                            <a:pt x="51530" y="105561"/>
                          </a:cubicBezTo>
                          <a:cubicBezTo>
                            <a:pt x="51149" y="104895"/>
                            <a:pt x="50863" y="104323"/>
                            <a:pt x="50578" y="103752"/>
                          </a:cubicBezTo>
                          <a:cubicBezTo>
                            <a:pt x="50482" y="103656"/>
                            <a:pt x="50482" y="103466"/>
                            <a:pt x="50387" y="103371"/>
                          </a:cubicBezTo>
                          <a:cubicBezTo>
                            <a:pt x="49720" y="102228"/>
                            <a:pt x="49149" y="100989"/>
                            <a:pt x="48577" y="99846"/>
                          </a:cubicBezTo>
                          <a:cubicBezTo>
                            <a:pt x="48577" y="99751"/>
                            <a:pt x="48482" y="99751"/>
                            <a:pt x="48482" y="99656"/>
                          </a:cubicBezTo>
                          <a:cubicBezTo>
                            <a:pt x="48387" y="99561"/>
                            <a:pt x="48387" y="99370"/>
                            <a:pt x="48292" y="99275"/>
                          </a:cubicBezTo>
                          <a:cubicBezTo>
                            <a:pt x="48292" y="99180"/>
                            <a:pt x="48292" y="99180"/>
                            <a:pt x="48196" y="99084"/>
                          </a:cubicBezTo>
                          <a:cubicBezTo>
                            <a:pt x="47339" y="97370"/>
                            <a:pt x="46577" y="95655"/>
                            <a:pt x="45910" y="93941"/>
                          </a:cubicBezTo>
                          <a:cubicBezTo>
                            <a:pt x="45910" y="93846"/>
                            <a:pt x="45815" y="93846"/>
                            <a:pt x="45815" y="93750"/>
                          </a:cubicBezTo>
                          <a:cubicBezTo>
                            <a:pt x="45148" y="92226"/>
                            <a:pt x="44577" y="90702"/>
                            <a:pt x="44005" y="89178"/>
                          </a:cubicBezTo>
                          <a:cubicBezTo>
                            <a:pt x="43910" y="88893"/>
                            <a:pt x="43815" y="88702"/>
                            <a:pt x="43720" y="88416"/>
                          </a:cubicBezTo>
                          <a:cubicBezTo>
                            <a:pt x="43720" y="88416"/>
                            <a:pt x="43720" y="88416"/>
                            <a:pt x="43720" y="88321"/>
                          </a:cubicBezTo>
                          <a:cubicBezTo>
                            <a:pt x="43720" y="88226"/>
                            <a:pt x="43624" y="88035"/>
                            <a:pt x="43624" y="87940"/>
                          </a:cubicBezTo>
                          <a:cubicBezTo>
                            <a:pt x="43053" y="86416"/>
                            <a:pt x="42577" y="84797"/>
                            <a:pt x="42196" y="83368"/>
                          </a:cubicBezTo>
                          <a:cubicBezTo>
                            <a:pt x="42100" y="83082"/>
                            <a:pt x="42005" y="82797"/>
                            <a:pt x="42005" y="82511"/>
                          </a:cubicBezTo>
                          <a:cubicBezTo>
                            <a:pt x="41719" y="81273"/>
                            <a:pt x="41434" y="80034"/>
                            <a:pt x="41148" y="78796"/>
                          </a:cubicBezTo>
                          <a:cubicBezTo>
                            <a:pt x="41053" y="78510"/>
                            <a:pt x="41053" y="78320"/>
                            <a:pt x="40957" y="78034"/>
                          </a:cubicBezTo>
                          <a:cubicBezTo>
                            <a:pt x="40957" y="78034"/>
                            <a:pt x="40957" y="78034"/>
                            <a:pt x="40957" y="77939"/>
                          </a:cubicBezTo>
                          <a:cubicBezTo>
                            <a:pt x="40957" y="77748"/>
                            <a:pt x="40862" y="77558"/>
                            <a:pt x="40862" y="77367"/>
                          </a:cubicBezTo>
                          <a:cubicBezTo>
                            <a:pt x="40672" y="76224"/>
                            <a:pt x="40481" y="74986"/>
                            <a:pt x="40291" y="73843"/>
                          </a:cubicBezTo>
                          <a:cubicBezTo>
                            <a:pt x="40195" y="73367"/>
                            <a:pt x="40195" y="72891"/>
                            <a:pt x="40100" y="72414"/>
                          </a:cubicBezTo>
                          <a:cubicBezTo>
                            <a:pt x="40005" y="71367"/>
                            <a:pt x="39910" y="70319"/>
                            <a:pt x="39910" y="69271"/>
                          </a:cubicBezTo>
                          <a:cubicBezTo>
                            <a:pt x="39910" y="69080"/>
                            <a:pt x="39910" y="68795"/>
                            <a:pt x="39910" y="68604"/>
                          </a:cubicBezTo>
                          <a:cubicBezTo>
                            <a:pt x="39910" y="68414"/>
                            <a:pt x="39910" y="68319"/>
                            <a:pt x="39910" y="68128"/>
                          </a:cubicBezTo>
                          <a:cubicBezTo>
                            <a:pt x="39910" y="67271"/>
                            <a:pt x="40005" y="66509"/>
                            <a:pt x="40005" y="65747"/>
                          </a:cubicBezTo>
                          <a:cubicBezTo>
                            <a:pt x="40005" y="65271"/>
                            <a:pt x="40005" y="64699"/>
                            <a:pt x="40100" y="64223"/>
                          </a:cubicBezTo>
                          <a:cubicBezTo>
                            <a:pt x="40100" y="64032"/>
                            <a:pt x="40100" y="63842"/>
                            <a:pt x="40100" y="63651"/>
                          </a:cubicBezTo>
                          <a:cubicBezTo>
                            <a:pt x="40195" y="62223"/>
                            <a:pt x="40386" y="60889"/>
                            <a:pt x="40672" y="59555"/>
                          </a:cubicBezTo>
                          <a:cubicBezTo>
                            <a:pt x="40862" y="58698"/>
                            <a:pt x="41053" y="57936"/>
                            <a:pt x="41338" y="57174"/>
                          </a:cubicBezTo>
                          <a:cubicBezTo>
                            <a:pt x="41338" y="57174"/>
                            <a:pt x="41338" y="57174"/>
                            <a:pt x="41338" y="57079"/>
                          </a:cubicBezTo>
                          <a:cubicBezTo>
                            <a:pt x="41434" y="56603"/>
                            <a:pt x="41719" y="56031"/>
                            <a:pt x="41815" y="55555"/>
                          </a:cubicBezTo>
                          <a:lnTo>
                            <a:pt x="41815" y="55555"/>
                          </a:lnTo>
                          <a:cubicBezTo>
                            <a:pt x="42005" y="54984"/>
                            <a:pt x="42196" y="54317"/>
                            <a:pt x="42386" y="53745"/>
                          </a:cubicBezTo>
                          <a:cubicBezTo>
                            <a:pt x="42386" y="53745"/>
                            <a:pt x="42386" y="53745"/>
                            <a:pt x="42386" y="53745"/>
                          </a:cubicBezTo>
                          <a:cubicBezTo>
                            <a:pt x="42672" y="53174"/>
                            <a:pt x="42863" y="52507"/>
                            <a:pt x="43148" y="51936"/>
                          </a:cubicBezTo>
                          <a:cubicBezTo>
                            <a:pt x="43148" y="51936"/>
                            <a:pt x="43148" y="51936"/>
                            <a:pt x="43148" y="51936"/>
                          </a:cubicBezTo>
                          <a:cubicBezTo>
                            <a:pt x="43339" y="51555"/>
                            <a:pt x="43529" y="51174"/>
                            <a:pt x="43720" y="50793"/>
                          </a:cubicBezTo>
                          <a:cubicBezTo>
                            <a:pt x="43815" y="50697"/>
                            <a:pt x="43815" y="50602"/>
                            <a:pt x="43910" y="50507"/>
                          </a:cubicBezTo>
                          <a:cubicBezTo>
                            <a:pt x="44291" y="49840"/>
                            <a:pt x="44672" y="49173"/>
                            <a:pt x="45053" y="48507"/>
                          </a:cubicBezTo>
                          <a:cubicBezTo>
                            <a:pt x="45339" y="48126"/>
                            <a:pt x="45625" y="47649"/>
                            <a:pt x="45910" y="47268"/>
                          </a:cubicBezTo>
                          <a:cubicBezTo>
                            <a:pt x="45910" y="47173"/>
                            <a:pt x="46006" y="47173"/>
                            <a:pt x="46006" y="47078"/>
                          </a:cubicBezTo>
                          <a:cubicBezTo>
                            <a:pt x="46387" y="46506"/>
                            <a:pt x="46863" y="45840"/>
                            <a:pt x="47339" y="45268"/>
                          </a:cubicBezTo>
                          <a:cubicBezTo>
                            <a:pt x="47625" y="44887"/>
                            <a:pt x="48006" y="44506"/>
                            <a:pt x="48292" y="44125"/>
                          </a:cubicBezTo>
                          <a:cubicBezTo>
                            <a:pt x="48387" y="44030"/>
                            <a:pt x="48387" y="44030"/>
                            <a:pt x="48482" y="43934"/>
                          </a:cubicBezTo>
                          <a:cubicBezTo>
                            <a:pt x="48958" y="43363"/>
                            <a:pt x="49530" y="42792"/>
                            <a:pt x="50101" y="42315"/>
                          </a:cubicBezTo>
                          <a:cubicBezTo>
                            <a:pt x="50197" y="42220"/>
                            <a:pt x="50387" y="42030"/>
                            <a:pt x="50482" y="41934"/>
                          </a:cubicBezTo>
                          <a:cubicBezTo>
                            <a:pt x="50578" y="41839"/>
                            <a:pt x="50673" y="41744"/>
                            <a:pt x="50768" y="41649"/>
                          </a:cubicBezTo>
                          <a:cubicBezTo>
                            <a:pt x="50863" y="41553"/>
                            <a:pt x="50959" y="41553"/>
                            <a:pt x="51054" y="41458"/>
                          </a:cubicBezTo>
                          <a:lnTo>
                            <a:pt x="51054" y="41458"/>
                          </a:lnTo>
                          <a:cubicBezTo>
                            <a:pt x="51149" y="41363"/>
                            <a:pt x="51244" y="41268"/>
                            <a:pt x="51435" y="41172"/>
                          </a:cubicBezTo>
                          <a:cubicBezTo>
                            <a:pt x="52006" y="40696"/>
                            <a:pt x="52673" y="40125"/>
                            <a:pt x="53340" y="39648"/>
                          </a:cubicBezTo>
                          <a:cubicBezTo>
                            <a:pt x="53816" y="39267"/>
                            <a:pt x="54292" y="38886"/>
                            <a:pt x="54769" y="38601"/>
                          </a:cubicBezTo>
                          <a:cubicBezTo>
                            <a:pt x="55531" y="38124"/>
                            <a:pt x="56293" y="37648"/>
                            <a:pt x="57055" y="37172"/>
                          </a:cubicBezTo>
                          <a:cubicBezTo>
                            <a:pt x="57055" y="37172"/>
                            <a:pt x="57150" y="37077"/>
                            <a:pt x="57150" y="37077"/>
                          </a:cubicBezTo>
                          <a:cubicBezTo>
                            <a:pt x="57245" y="36981"/>
                            <a:pt x="57340" y="36981"/>
                            <a:pt x="57436" y="36886"/>
                          </a:cubicBezTo>
                          <a:cubicBezTo>
                            <a:pt x="57817" y="36696"/>
                            <a:pt x="58198" y="36410"/>
                            <a:pt x="58579" y="36219"/>
                          </a:cubicBezTo>
                          <a:cubicBezTo>
                            <a:pt x="59436" y="35743"/>
                            <a:pt x="60388" y="35267"/>
                            <a:pt x="61341" y="34791"/>
                          </a:cubicBezTo>
                          <a:cubicBezTo>
                            <a:pt x="61341" y="34791"/>
                            <a:pt x="61436" y="34791"/>
                            <a:pt x="61436" y="34791"/>
                          </a:cubicBezTo>
                          <a:cubicBezTo>
                            <a:pt x="61627" y="34695"/>
                            <a:pt x="61817" y="34600"/>
                            <a:pt x="62008" y="34505"/>
                          </a:cubicBezTo>
                          <a:cubicBezTo>
                            <a:pt x="62293" y="34409"/>
                            <a:pt x="62484" y="34219"/>
                            <a:pt x="62770" y="34124"/>
                          </a:cubicBezTo>
                          <a:cubicBezTo>
                            <a:pt x="64294" y="33457"/>
                            <a:pt x="65818" y="32886"/>
                            <a:pt x="67437" y="32314"/>
                          </a:cubicBezTo>
                          <a:cubicBezTo>
                            <a:pt x="67437" y="32314"/>
                            <a:pt x="67437" y="32314"/>
                            <a:pt x="67437" y="32314"/>
                          </a:cubicBezTo>
                          <a:cubicBezTo>
                            <a:pt x="69056" y="31743"/>
                            <a:pt x="70675" y="31362"/>
                            <a:pt x="72295" y="30885"/>
                          </a:cubicBezTo>
                          <a:cubicBezTo>
                            <a:pt x="72485" y="30790"/>
                            <a:pt x="72771" y="30790"/>
                            <a:pt x="72961" y="30695"/>
                          </a:cubicBezTo>
                          <a:cubicBezTo>
                            <a:pt x="73628" y="30504"/>
                            <a:pt x="74295" y="30409"/>
                            <a:pt x="74962" y="30314"/>
                          </a:cubicBezTo>
                          <a:cubicBezTo>
                            <a:pt x="75819" y="30123"/>
                            <a:pt x="76676" y="29933"/>
                            <a:pt x="77533" y="29742"/>
                          </a:cubicBezTo>
                          <a:cubicBezTo>
                            <a:pt x="78010" y="29647"/>
                            <a:pt x="78486" y="29552"/>
                            <a:pt x="78962" y="29457"/>
                          </a:cubicBezTo>
                          <a:cubicBezTo>
                            <a:pt x="79819" y="29361"/>
                            <a:pt x="80677" y="29266"/>
                            <a:pt x="81439" y="29076"/>
                          </a:cubicBezTo>
                          <a:cubicBezTo>
                            <a:pt x="82010" y="28980"/>
                            <a:pt x="82582" y="28885"/>
                            <a:pt x="83153" y="28790"/>
                          </a:cubicBezTo>
                          <a:cubicBezTo>
                            <a:pt x="83629" y="28695"/>
                            <a:pt x="84201" y="28695"/>
                            <a:pt x="84677" y="28599"/>
                          </a:cubicBezTo>
                          <a:cubicBezTo>
                            <a:pt x="84868" y="28599"/>
                            <a:pt x="85153" y="28504"/>
                            <a:pt x="85344" y="28504"/>
                          </a:cubicBezTo>
                          <a:cubicBezTo>
                            <a:pt x="86296" y="28409"/>
                            <a:pt x="87249" y="28314"/>
                            <a:pt x="88106" y="28314"/>
                          </a:cubicBezTo>
                          <a:cubicBezTo>
                            <a:pt x="88392" y="28314"/>
                            <a:pt x="88678" y="28218"/>
                            <a:pt x="88963" y="28218"/>
                          </a:cubicBezTo>
                          <a:cubicBezTo>
                            <a:pt x="89154" y="28218"/>
                            <a:pt x="89344" y="28218"/>
                            <a:pt x="89535" y="28218"/>
                          </a:cubicBezTo>
                          <a:cubicBezTo>
                            <a:pt x="90011" y="28218"/>
                            <a:pt x="90488" y="28123"/>
                            <a:pt x="90964" y="28123"/>
                          </a:cubicBezTo>
                          <a:cubicBezTo>
                            <a:pt x="91154" y="28123"/>
                            <a:pt x="91345" y="28123"/>
                            <a:pt x="91535" y="28123"/>
                          </a:cubicBezTo>
                          <a:cubicBezTo>
                            <a:pt x="91726" y="28123"/>
                            <a:pt x="91916" y="28123"/>
                            <a:pt x="92107" y="28123"/>
                          </a:cubicBezTo>
                          <a:cubicBezTo>
                            <a:pt x="93059" y="28123"/>
                            <a:pt x="94107" y="28028"/>
                            <a:pt x="95155" y="28028"/>
                          </a:cubicBezTo>
                          <a:cubicBezTo>
                            <a:pt x="95726" y="28028"/>
                            <a:pt x="96298" y="28028"/>
                            <a:pt x="96869" y="28028"/>
                          </a:cubicBezTo>
                          <a:cubicBezTo>
                            <a:pt x="97536" y="28028"/>
                            <a:pt x="98107" y="28028"/>
                            <a:pt x="98774" y="28028"/>
                          </a:cubicBezTo>
                          <a:cubicBezTo>
                            <a:pt x="98965" y="28028"/>
                            <a:pt x="99155" y="28028"/>
                            <a:pt x="99250" y="28028"/>
                          </a:cubicBezTo>
                          <a:cubicBezTo>
                            <a:pt x="100298" y="28028"/>
                            <a:pt x="101346" y="28028"/>
                            <a:pt x="102394" y="28123"/>
                          </a:cubicBezTo>
                          <a:cubicBezTo>
                            <a:pt x="102775" y="28123"/>
                            <a:pt x="103156" y="28123"/>
                            <a:pt x="103632" y="28123"/>
                          </a:cubicBezTo>
                          <a:cubicBezTo>
                            <a:pt x="104489" y="28123"/>
                            <a:pt x="105346" y="28218"/>
                            <a:pt x="106299" y="28218"/>
                          </a:cubicBezTo>
                          <a:cubicBezTo>
                            <a:pt x="106394" y="28218"/>
                            <a:pt x="106585" y="28218"/>
                            <a:pt x="106680" y="28218"/>
                          </a:cubicBezTo>
                          <a:cubicBezTo>
                            <a:pt x="107823" y="28314"/>
                            <a:pt x="108871" y="28314"/>
                            <a:pt x="110014" y="28409"/>
                          </a:cubicBezTo>
                          <a:cubicBezTo>
                            <a:pt x="111442" y="28504"/>
                            <a:pt x="112966" y="28695"/>
                            <a:pt x="114490" y="28790"/>
                          </a:cubicBezTo>
                          <a:cubicBezTo>
                            <a:pt x="115633" y="28885"/>
                            <a:pt x="116776" y="28980"/>
                            <a:pt x="117919" y="29171"/>
                          </a:cubicBezTo>
                          <a:cubicBezTo>
                            <a:pt x="117919" y="29171"/>
                            <a:pt x="118015" y="29171"/>
                            <a:pt x="118015" y="29171"/>
                          </a:cubicBezTo>
                          <a:cubicBezTo>
                            <a:pt x="118205" y="29171"/>
                            <a:pt x="118396" y="29171"/>
                            <a:pt x="118681" y="29266"/>
                          </a:cubicBezTo>
                          <a:cubicBezTo>
                            <a:pt x="119158" y="29361"/>
                            <a:pt x="119634" y="29361"/>
                            <a:pt x="120110" y="29457"/>
                          </a:cubicBezTo>
                          <a:cubicBezTo>
                            <a:pt x="120967" y="29552"/>
                            <a:pt x="121825" y="29647"/>
                            <a:pt x="122682" y="29838"/>
                          </a:cubicBezTo>
                          <a:cubicBezTo>
                            <a:pt x="126682" y="30409"/>
                            <a:pt x="130683" y="30980"/>
                            <a:pt x="134874" y="31838"/>
                          </a:cubicBezTo>
                          <a:cubicBezTo>
                            <a:pt x="135731" y="32028"/>
                            <a:pt x="136588" y="32219"/>
                            <a:pt x="137350" y="32314"/>
                          </a:cubicBezTo>
                          <a:cubicBezTo>
                            <a:pt x="137350" y="32314"/>
                            <a:pt x="137446" y="32314"/>
                            <a:pt x="137446" y="32314"/>
                          </a:cubicBezTo>
                          <a:cubicBezTo>
                            <a:pt x="139255" y="32695"/>
                            <a:pt x="140970" y="32981"/>
                            <a:pt x="142780" y="33457"/>
                          </a:cubicBezTo>
                          <a:cubicBezTo>
                            <a:pt x="143827" y="33648"/>
                            <a:pt x="144875" y="33933"/>
                            <a:pt x="146018" y="34219"/>
                          </a:cubicBezTo>
                          <a:cubicBezTo>
                            <a:pt x="147638" y="34600"/>
                            <a:pt x="149257" y="34981"/>
                            <a:pt x="150971" y="35362"/>
                          </a:cubicBezTo>
                          <a:cubicBezTo>
                            <a:pt x="152114" y="35648"/>
                            <a:pt x="153257" y="35934"/>
                            <a:pt x="154495" y="36219"/>
                          </a:cubicBezTo>
                          <a:cubicBezTo>
                            <a:pt x="156115" y="36600"/>
                            <a:pt x="157734" y="37077"/>
                            <a:pt x="159353" y="37457"/>
                          </a:cubicBezTo>
                          <a:cubicBezTo>
                            <a:pt x="160591" y="37839"/>
                            <a:pt x="161830" y="38124"/>
                            <a:pt x="162973" y="38505"/>
                          </a:cubicBezTo>
                          <a:cubicBezTo>
                            <a:pt x="164592" y="38982"/>
                            <a:pt x="166116" y="39458"/>
                            <a:pt x="167735" y="39934"/>
                          </a:cubicBezTo>
                          <a:cubicBezTo>
                            <a:pt x="167735" y="39934"/>
                            <a:pt x="167830" y="39934"/>
                            <a:pt x="167830" y="39934"/>
                          </a:cubicBezTo>
                          <a:cubicBezTo>
                            <a:pt x="169069" y="40315"/>
                            <a:pt x="170307" y="40696"/>
                            <a:pt x="171545" y="41077"/>
                          </a:cubicBezTo>
                          <a:cubicBezTo>
                            <a:pt x="173164" y="41553"/>
                            <a:pt x="174688" y="42030"/>
                            <a:pt x="176308" y="42601"/>
                          </a:cubicBezTo>
                          <a:cubicBezTo>
                            <a:pt x="176403" y="42601"/>
                            <a:pt x="176593" y="42696"/>
                            <a:pt x="176689" y="42696"/>
                          </a:cubicBezTo>
                          <a:cubicBezTo>
                            <a:pt x="177832" y="43077"/>
                            <a:pt x="179070" y="43458"/>
                            <a:pt x="180213" y="43839"/>
                          </a:cubicBezTo>
                          <a:cubicBezTo>
                            <a:pt x="181832" y="44411"/>
                            <a:pt x="183451" y="44887"/>
                            <a:pt x="184975" y="45459"/>
                          </a:cubicBezTo>
                          <a:cubicBezTo>
                            <a:pt x="185166" y="45554"/>
                            <a:pt x="185452" y="45649"/>
                            <a:pt x="185642" y="45649"/>
                          </a:cubicBezTo>
                          <a:cubicBezTo>
                            <a:pt x="186690" y="46030"/>
                            <a:pt x="187833" y="46411"/>
                            <a:pt x="188976" y="46792"/>
                          </a:cubicBezTo>
                          <a:cubicBezTo>
                            <a:pt x="190976" y="47554"/>
                            <a:pt x="192976" y="48221"/>
                            <a:pt x="195072" y="49078"/>
                          </a:cubicBezTo>
                          <a:cubicBezTo>
                            <a:pt x="195929" y="49364"/>
                            <a:pt x="196691" y="49745"/>
                            <a:pt x="197548" y="50030"/>
                          </a:cubicBezTo>
                          <a:cubicBezTo>
                            <a:pt x="199739" y="50888"/>
                            <a:pt x="202025" y="51745"/>
                            <a:pt x="204311" y="52698"/>
                          </a:cubicBezTo>
                          <a:cubicBezTo>
                            <a:pt x="205168" y="53078"/>
                            <a:pt x="205930" y="53364"/>
                            <a:pt x="206788" y="53745"/>
                          </a:cubicBezTo>
                          <a:cubicBezTo>
                            <a:pt x="209074" y="54698"/>
                            <a:pt x="211264" y="55555"/>
                            <a:pt x="213550" y="56603"/>
                          </a:cubicBezTo>
                          <a:cubicBezTo>
                            <a:pt x="214408" y="56984"/>
                            <a:pt x="215170" y="57365"/>
                            <a:pt x="216027" y="57651"/>
                          </a:cubicBezTo>
                          <a:cubicBezTo>
                            <a:pt x="218313" y="58603"/>
                            <a:pt x="220599" y="59651"/>
                            <a:pt x="222885" y="60603"/>
                          </a:cubicBezTo>
                          <a:cubicBezTo>
                            <a:pt x="223742" y="60984"/>
                            <a:pt x="224599" y="61365"/>
                            <a:pt x="225457" y="61746"/>
                          </a:cubicBezTo>
                          <a:cubicBezTo>
                            <a:pt x="227076" y="62508"/>
                            <a:pt x="228790" y="63270"/>
                            <a:pt x="230410" y="64032"/>
                          </a:cubicBezTo>
                          <a:cubicBezTo>
                            <a:pt x="232886" y="65175"/>
                            <a:pt x="235458" y="66414"/>
                            <a:pt x="237934" y="67652"/>
                          </a:cubicBezTo>
                          <a:cubicBezTo>
                            <a:pt x="239077" y="68223"/>
                            <a:pt x="240125" y="68700"/>
                            <a:pt x="241268" y="69271"/>
                          </a:cubicBezTo>
                          <a:cubicBezTo>
                            <a:pt x="241459" y="69366"/>
                            <a:pt x="241649" y="69462"/>
                            <a:pt x="241935" y="69557"/>
                          </a:cubicBezTo>
                          <a:cubicBezTo>
                            <a:pt x="241935" y="69557"/>
                            <a:pt x="241935" y="69557"/>
                            <a:pt x="241935" y="69557"/>
                          </a:cubicBezTo>
                          <a:cubicBezTo>
                            <a:pt x="242221" y="69652"/>
                            <a:pt x="242506" y="69843"/>
                            <a:pt x="242792" y="70033"/>
                          </a:cubicBezTo>
                          <a:cubicBezTo>
                            <a:pt x="249460" y="73367"/>
                            <a:pt x="256127" y="76796"/>
                            <a:pt x="262699" y="80511"/>
                          </a:cubicBezTo>
                          <a:cubicBezTo>
                            <a:pt x="263842" y="81082"/>
                            <a:pt x="264890" y="81749"/>
                            <a:pt x="266033" y="82320"/>
                          </a:cubicBezTo>
                          <a:cubicBezTo>
                            <a:pt x="268510" y="83749"/>
                            <a:pt x="271081" y="85178"/>
                            <a:pt x="273558" y="86607"/>
                          </a:cubicBezTo>
                          <a:cubicBezTo>
                            <a:pt x="275749" y="87845"/>
                            <a:pt x="277844" y="89083"/>
                            <a:pt x="280035" y="90417"/>
                          </a:cubicBezTo>
                          <a:cubicBezTo>
                            <a:pt x="285559" y="93750"/>
                            <a:pt x="291084" y="97084"/>
                            <a:pt x="296513" y="100608"/>
                          </a:cubicBezTo>
                          <a:cubicBezTo>
                            <a:pt x="296894" y="100894"/>
                            <a:pt x="297370" y="101180"/>
                            <a:pt x="297751" y="101370"/>
                          </a:cubicBezTo>
                          <a:cubicBezTo>
                            <a:pt x="298894" y="102132"/>
                            <a:pt x="300038" y="102894"/>
                            <a:pt x="301180" y="103561"/>
                          </a:cubicBezTo>
                          <a:cubicBezTo>
                            <a:pt x="302038" y="104132"/>
                            <a:pt x="302895" y="104704"/>
                            <a:pt x="303752" y="105276"/>
                          </a:cubicBezTo>
                          <a:cubicBezTo>
                            <a:pt x="306229" y="106990"/>
                            <a:pt x="308800" y="108609"/>
                            <a:pt x="311277" y="110324"/>
                          </a:cubicBezTo>
                          <a:cubicBezTo>
                            <a:pt x="311848" y="110705"/>
                            <a:pt x="312420" y="111086"/>
                            <a:pt x="312991" y="111467"/>
                          </a:cubicBezTo>
                          <a:cubicBezTo>
                            <a:pt x="313087" y="111467"/>
                            <a:pt x="313087" y="111562"/>
                            <a:pt x="313182" y="111657"/>
                          </a:cubicBezTo>
                          <a:cubicBezTo>
                            <a:pt x="314134" y="112324"/>
                            <a:pt x="315087" y="112991"/>
                            <a:pt x="316135" y="113657"/>
                          </a:cubicBezTo>
                          <a:cubicBezTo>
                            <a:pt x="316516" y="113943"/>
                            <a:pt x="316897" y="114229"/>
                            <a:pt x="317278" y="114420"/>
                          </a:cubicBezTo>
                          <a:cubicBezTo>
                            <a:pt x="318230" y="115086"/>
                            <a:pt x="319278" y="115848"/>
                            <a:pt x="320230" y="116515"/>
                          </a:cubicBezTo>
                          <a:cubicBezTo>
                            <a:pt x="320707" y="116896"/>
                            <a:pt x="321183" y="117182"/>
                            <a:pt x="321659" y="117563"/>
                          </a:cubicBezTo>
                          <a:cubicBezTo>
                            <a:pt x="321945" y="117753"/>
                            <a:pt x="322231" y="117944"/>
                            <a:pt x="322421" y="118134"/>
                          </a:cubicBezTo>
                          <a:cubicBezTo>
                            <a:pt x="326422" y="120992"/>
                            <a:pt x="330327" y="123945"/>
                            <a:pt x="334232" y="126993"/>
                          </a:cubicBezTo>
                          <a:cubicBezTo>
                            <a:pt x="334232" y="126993"/>
                            <a:pt x="334232" y="126993"/>
                            <a:pt x="334232" y="126993"/>
                          </a:cubicBezTo>
                          <a:cubicBezTo>
                            <a:pt x="334232" y="126993"/>
                            <a:pt x="334232" y="126993"/>
                            <a:pt x="334232" y="126993"/>
                          </a:cubicBezTo>
                          <a:cubicBezTo>
                            <a:pt x="338233" y="130041"/>
                            <a:pt x="342138" y="133184"/>
                            <a:pt x="345853" y="136232"/>
                          </a:cubicBezTo>
                          <a:cubicBezTo>
                            <a:pt x="346043" y="136422"/>
                            <a:pt x="346329" y="136613"/>
                            <a:pt x="346519" y="136803"/>
                          </a:cubicBezTo>
                          <a:cubicBezTo>
                            <a:pt x="346710" y="136899"/>
                            <a:pt x="346900" y="137089"/>
                            <a:pt x="346996" y="137184"/>
                          </a:cubicBezTo>
                          <a:cubicBezTo>
                            <a:pt x="347186" y="137280"/>
                            <a:pt x="347281" y="137470"/>
                            <a:pt x="347472" y="137565"/>
                          </a:cubicBezTo>
                          <a:cubicBezTo>
                            <a:pt x="348329" y="138327"/>
                            <a:pt x="349282" y="139089"/>
                            <a:pt x="350139" y="139756"/>
                          </a:cubicBezTo>
                          <a:cubicBezTo>
                            <a:pt x="350425" y="140042"/>
                            <a:pt x="350806" y="140328"/>
                            <a:pt x="351091" y="140613"/>
                          </a:cubicBezTo>
                          <a:cubicBezTo>
                            <a:pt x="353092" y="142328"/>
                            <a:pt x="354997" y="143947"/>
                            <a:pt x="356997" y="145662"/>
                          </a:cubicBezTo>
                          <a:cubicBezTo>
                            <a:pt x="357568" y="146138"/>
                            <a:pt x="358140" y="146614"/>
                            <a:pt x="358616" y="147090"/>
                          </a:cubicBezTo>
                          <a:cubicBezTo>
                            <a:pt x="360902" y="149091"/>
                            <a:pt x="363188" y="151186"/>
                            <a:pt x="365379" y="153186"/>
                          </a:cubicBezTo>
                          <a:cubicBezTo>
                            <a:pt x="365950" y="153758"/>
                            <a:pt x="366522" y="154234"/>
                            <a:pt x="367093" y="154805"/>
                          </a:cubicBezTo>
                          <a:cubicBezTo>
                            <a:pt x="368713" y="156330"/>
                            <a:pt x="370332" y="157853"/>
                            <a:pt x="371856" y="159378"/>
                          </a:cubicBezTo>
                          <a:cubicBezTo>
                            <a:pt x="372618" y="160140"/>
                            <a:pt x="373380" y="160806"/>
                            <a:pt x="374047" y="161568"/>
                          </a:cubicBezTo>
                          <a:cubicBezTo>
                            <a:pt x="375380" y="162902"/>
                            <a:pt x="376714" y="164235"/>
                            <a:pt x="378047" y="165569"/>
                          </a:cubicBezTo>
                          <a:cubicBezTo>
                            <a:pt x="378809" y="166331"/>
                            <a:pt x="379476" y="167093"/>
                            <a:pt x="380238" y="167760"/>
                          </a:cubicBezTo>
                          <a:cubicBezTo>
                            <a:pt x="381571" y="169093"/>
                            <a:pt x="382810" y="170427"/>
                            <a:pt x="384048" y="171760"/>
                          </a:cubicBezTo>
                          <a:cubicBezTo>
                            <a:pt x="384715" y="172427"/>
                            <a:pt x="385286" y="173094"/>
                            <a:pt x="385953" y="173760"/>
                          </a:cubicBezTo>
                          <a:cubicBezTo>
                            <a:pt x="387477" y="175380"/>
                            <a:pt x="388906" y="176999"/>
                            <a:pt x="390334" y="178618"/>
                          </a:cubicBezTo>
                          <a:cubicBezTo>
                            <a:pt x="390620" y="178999"/>
                            <a:pt x="391001" y="179285"/>
                            <a:pt x="391287" y="179666"/>
                          </a:cubicBezTo>
                          <a:cubicBezTo>
                            <a:pt x="393001" y="181666"/>
                            <a:pt x="394621" y="183571"/>
                            <a:pt x="396240" y="185571"/>
                          </a:cubicBezTo>
                          <a:cubicBezTo>
                            <a:pt x="396716" y="186143"/>
                            <a:pt x="397097" y="186714"/>
                            <a:pt x="397573" y="187191"/>
                          </a:cubicBezTo>
                          <a:cubicBezTo>
                            <a:pt x="398716" y="188619"/>
                            <a:pt x="399859" y="189953"/>
                            <a:pt x="400907" y="191382"/>
                          </a:cubicBezTo>
                          <a:cubicBezTo>
                            <a:pt x="401479" y="192048"/>
                            <a:pt x="401955" y="192810"/>
                            <a:pt x="402526" y="193477"/>
                          </a:cubicBezTo>
                          <a:cubicBezTo>
                            <a:pt x="403479" y="194715"/>
                            <a:pt x="404431" y="195953"/>
                            <a:pt x="405289" y="197192"/>
                          </a:cubicBezTo>
                          <a:cubicBezTo>
                            <a:pt x="405384" y="197287"/>
                            <a:pt x="405479" y="197382"/>
                            <a:pt x="405479" y="197478"/>
                          </a:cubicBezTo>
                          <a:cubicBezTo>
                            <a:pt x="405479" y="197478"/>
                            <a:pt x="405574" y="197573"/>
                            <a:pt x="405574" y="197573"/>
                          </a:cubicBezTo>
                          <a:cubicBezTo>
                            <a:pt x="405955" y="198144"/>
                            <a:pt x="406336" y="198716"/>
                            <a:pt x="406813" y="199287"/>
                          </a:cubicBezTo>
                          <a:cubicBezTo>
                            <a:pt x="407765" y="200526"/>
                            <a:pt x="408622" y="201859"/>
                            <a:pt x="409480" y="203097"/>
                          </a:cubicBezTo>
                          <a:cubicBezTo>
                            <a:pt x="409861" y="203669"/>
                            <a:pt x="410337" y="204336"/>
                            <a:pt x="410718" y="204907"/>
                          </a:cubicBezTo>
                          <a:cubicBezTo>
                            <a:pt x="411861" y="206622"/>
                            <a:pt x="412909" y="208336"/>
                            <a:pt x="413956" y="210051"/>
                          </a:cubicBezTo>
                          <a:cubicBezTo>
                            <a:pt x="414052" y="210146"/>
                            <a:pt x="414147" y="210336"/>
                            <a:pt x="414242" y="210432"/>
                          </a:cubicBezTo>
                          <a:cubicBezTo>
                            <a:pt x="415385" y="212241"/>
                            <a:pt x="416338" y="214051"/>
                            <a:pt x="417385" y="215861"/>
                          </a:cubicBezTo>
                          <a:cubicBezTo>
                            <a:pt x="417576" y="216242"/>
                            <a:pt x="417766" y="216528"/>
                            <a:pt x="417957" y="216909"/>
                          </a:cubicBezTo>
                          <a:cubicBezTo>
                            <a:pt x="418052" y="217099"/>
                            <a:pt x="418147" y="217290"/>
                            <a:pt x="418243" y="217480"/>
                          </a:cubicBezTo>
                          <a:cubicBezTo>
                            <a:pt x="418909" y="218718"/>
                            <a:pt x="419576" y="219957"/>
                            <a:pt x="420148" y="221195"/>
                          </a:cubicBezTo>
                          <a:cubicBezTo>
                            <a:pt x="420243" y="221480"/>
                            <a:pt x="420434" y="221766"/>
                            <a:pt x="420624" y="222052"/>
                          </a:cubicBezTo>
                          <a:cubicBezTo>
                            <a:pt x="421005" y="221862"/>
                            <a:pt x="421005" y="221862"/>
                            <a:pt x="421100" y="221957"/>
                          </a:cubicBezTo>
                          <a:cubicBezTo>
                            <a:pt x="421005" y="221862"/>
                            <a:pt x="421005" y="221957"/>
                            <a:pt x="421100" y="22195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D108">
                            <a:alpha val="100000"/>
                          </a:srgbClr>
                        </a:gs>
                        <a:gs pos="50000">
                          <a:srgbClr val="F0A704">
                            <a:alpha val="100000"/>
                          </a:srgbClr>
                        </a:gs>
                        <a:gs pos="100000">
                          <a:srgbClr val="E27D00">
                            <a:alpha val="100000"/>
                          </a:srgbClr>
                        </a:gs>
                      </a:gsLst>
                      <a:lin ang="18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1" name="AutoShape 131"/>
                    <p:cNvSpPr/>
                    <p:nvPr/>
                  </p:nvSpPr>
                  <p:spPr>
                    <a:xfrm>
                      <a:off x="6702647" y="2834258"/>
                      <a:ext cx="357774" cy="2438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7774" h="243888">
                          <a:moveTo>
                            <a:pt x="326326" y="143066"/>
                          </a:moveTo>
                          <a:cubicBezTo>
                            <a:pt x="325946" y="142685"/>
                            <a:pt x="325660" y="142304"/>
                            <a:pt x="325279" y="141827"/>
                          </a:cubicBezTo>
                          <a:cubicBezTo>
                            <a:pt x="325279" y="141827"/>
                            <a:pt x="325184" y="141732"/>
                            <a:pt x="325184" y="141732"/>
                          </a:cubicBezTo>
                          <a:cubicBezTo>
                            <a:pt x="325184" y="141732"/>
                            <a:pt x="325184" y="141637"/>
                            <a:pt x="325088" y="141637"/>
                          </a:cubicBezTo>
                          <a:cubicBezTo>
                            <a:pt x="324898" y="141351"/>
                            <a:pt x="324612" y="141161"/>
                            <a:pt x="324421" y="140875"/>
                          </a:cubicBezTo>
                          <a:cubicBezTo>
                            <a:pt x="322231" y="138398"/>
                            <a:pt x="320040" y="135827"/>
                            <a:pt x="317659" y="133350"/>
                          </a:cubicBezTo>
                          <a:cubicBezTo>
                            <a:pt x="316706" y="132302"/>
                            <a:pt x="315659" y="131254"/>
                            <a:pt x="314611" y="130207"/>
                          </a:cubicBezTo>
                          <a:cubicBezTo>
                            <a:pt x="313277" y="128873"/>
                            <a:pt x="312039" y="127540"/>
                            <a:pt x="310705" y="126206"/>
                          </a:cubicBezTo>
                          <a:cubicBezTo>
                            <a:pt x="307658" y="123063"/>
                            <a:pt x="304419" y="120015"/>
                            <a:pt x="301085" y="116872"/>
                          </a:cubicBezTo>
                          <a:lnTo>
                            <a:pt x="301085" y="116872"/>
                          </a:lnTo>
                          <a:cubicBezTo>
                            <a:pt x="300514" y="116396"/>
                            <a:pt x="300038" y="115919"/>
                            <a:pt x="299561" y="115348"/>
                          </a:cubicBezTo>
                          <a:cubicBezTo>
                            <a:pt x="296609" y="112586"/>
                            <a:pt x="293465" y="109823"/>
                            <a:pt x="290322" y="107061"/>
                          </a:cubicBezTo>
                          <a:cubicBezTo>
                            <a:pt x="289750" y="106585"/>
                            <a:pt x="289179" y="106108"/>
                            <a:pt x="288608" y="105632"/>
                          </a:cubicBezTo>
                          <a:cubicBezTo>
                            <a:pt x="288608" y="105632"/>
                            <a:pt x="288608" y="105632"/>
                            <a:pt x="288608" y="105632"/>
                          </a:cubicBezTo>
                          <a:cubicBezTo>
                            <a:pt x="286417" y="103727"/>
                            <a:pt x="284131" y="101822"/>
                            <a:pt x="281845" y="99917"/>
                          </a:cubicBezTo>
                          <a:cubicBezTo>
                            <a:pt x="281845" y="99917"/>
                            <a:pt x="281845" y="99917"/>
                            <a:pt x="281845" y="99917"/>
                          </a:cubicBezTo>
                          <a:cubicBezTo>
                            <a:pt x="281178" y="99346"/>
                            <a:pt x="280416" y="98774"/>
                            <a:pt x="279749" y="98203"/>
                          </a:cubicBezTo>
                          <a:cubicBezTo>
                            <a:pt x="278225" y="96965"/>
                            <a:pt x="276606" y="95726"/>
                            <a:pt x="274987" y="94393"/>
                          </a:cubicBezTo>
                          <a:cubicBezTo>
                            <a:pt x="274987" y="94393"/>
                            <a:pt x="274987" y="94393"/>
                            <a:pt x="274987" y="94393"/>
                          </a:cubicBezTo>
                          <a:cubicBezTo>
                            <a:pt x="273558" y="93250"/>
                            <a:pt x="272129" y="92107"/>
                            <a:pt x="270605" y="90964"/>
                          </a:cubicBezTo>
                          <a:cubicBezTo>
                            <a:pt x="270605" y="90964"/>
                            <a:pt x="270605" y="90964"/>
                            <a:pt x="270510" y="90964"/>
                          </a:cubicBezTo>
                          <a:cubicBezTo>
                            <a:pt x="270510" y="90964"/>
                            <a:pt x="270415" y="90869"/>
                            <a:pt x="270415" y="90869"/>
                          </a:cubicBezTo>
                          <a:cubicBezTo>
                            <a:pt x="267557" y="88678"/>
                            <a:pt x="264700" y="86487"/>
                            <a:pt x="261747" y="84392"/>
                          </a:cubicBezTo>
                          <a:cubicBezTo>
                            <a:pt x="260795" y="83725"/>
                            <a:pt x="259842" y="82963"/>
                            <a:pt x="258889" y="82296"/>
                          </a:cubicBezTo>
                          <a:cubicBezTo>
                            <a:pt x="258889" y="82296"/>
                            <a:pt x="258889" y="82296"/>
                            <a:pt x="258889" y="82296"/>
                          </a:cubicBezTo>
                          <a:cubicBezTo>
                            <a:pt x="257270" y="81058"/>
                            <a:pt x="255556" y="79915"/>
                            <a:pt x="253937" y="78772"/>
                          </a:cubicBezTo>
                          <a:cubicBezTo>
                            <a:pt x="253555" y="78486"/>
                            <a:pt x="253270" y="78296"/>
                            <a:pt x="252889" y="78010"/>
                          </a:cubicBezTo>
                          <a:cubicBezTo>
                            <a:pt x="251746" y="77248"/>
                            <a:pt x="250603" y="76391"/>
                            <a:pt x="249460" y="75629"/>
                          </a:cubicBezTo>
                          <a:cubicBezTo>
                            <a:pt x="249460" y="75629"/>
                            <a:pt x="249460" y="75629"/>
                            <a:pt x="249460" y="75629"/>
                          </a:cubicBezTo>
                          <a:cubicBezTo>
                            <a:pt x="248698" y="75152"/>
                            <a:pt x="247936" y="74581"/>
                            <a:pt x="247269" y="74104"/>
                          </a:cubicBezTo>
                          <a:cubicBezTo>
                            <a:pt x="246126" y="73343"/>
                            <a:pt x="244983" y="72581"/>
                            <a:pt x="243840" y="71819"/>
                          </a:cubicBezTo>
                          <a:cubicBezTo>
                            <a:pt x="242602" y="71056"/>
                            <a:pt x="241459" y="70199"/>
                            <a:pt x="240221" y="69437"/>
                          </a:cubicBezTo>
                          <a:cubicBezTo>
                            <a:pt x="240125" y="69342"/>
                            <a:pt x="239935" y="69247"/>
                            <a:pt x="239839" y="69152"/>
                          </a:cubicBezTo>
                          <a:cubicBezTo>
                            <a:pt x="238220" y="68104"/>
                            <a:pt x="236696" y="67056"/>
                            <a:pt x="235077" y="66104"/>
                          </a:cubicBezTo>
                          <a:cubicBezTo>
                            <a:pt x="234887" y="66008"/>
                            <a:pt x="234696" y="65818"/>
                            <a:pt x="234505" y="65723"/>
                          </a:cubicBezTo>
                          <a:cubicBezTo>
                            <a:pt x="234505" y="65723"/>
                            <a:pt x="234505" y="65723"/>
                            <a:pt x="234505" y="65723"/>
                          </a:cubicBezTo>
                          <a:cubicBezTo>
                            <a:pt x="233743" y="65246"/>
                            <a:pt x="232981" y="64770"/>
                            <a:pt x="232220" y="64294"/>
                          </a:cubicBezTo>
                          <a:cubicBezTo>
                            <a:pt x="231838" y="64103"/>
                            <a:pt x="231553" y="63818"/>
                            <a:pt x="231172" y="63627"/>
                          </a:cubicBezTo>
                          <a:cubicBezTo>
                            <a:pt x="230029" y="62960"/>
                            <a:pt x="228886" y="62294"/>
                            <a:pt x="227838" y="61531"/>
                          </a:cubicBezTo>
                          <a:cubicBezTo>
                            <a:pt x="225171" y="59912"/>
                            <a:pt x="222504" y="58198"/>
                            <a:pt x="219837" y="56674"/>
                          </a:cubicBezTo>
                          <a:cubicBezTo>
                            <a:pt x="219837" y="56674"/>
                            <a:pt x="219837" y="56674"/>
                            <a:pt x="219837" y="56674"/>
                          </a:cubicBezTo>
                          <a:cubicBezTo>
                            <a:pt x="219075" y="56293"/>
                            <a:pt x="218408" y="55817"/>
                            <a:pt x="217646" y="55435"/>
                          </a:cubicBezTo>
                          <a:lnTo>
                            <a:pt x="217646" y="55435"/>
                          </a:lnTo>
                          <a:cubicBezTo>
                            <a:pt x="216313" y="54674"/>
                            <a:pt x="214979" y="53912"/>
                            <a:pt x="213646" y="53150"/>
                          </a:cubicBezTo>
                          <a:cubicBezTo>
                            <a:pt x="211646" y="52006"/>
                            <a:pt x="209645" y="50768"/>
                            <a:pt x="207550" y="49721"/>
                          </a:cubicBezTo>
                          <a:cubicBezTo>
                            <a:pt x="206978" y="49435"/>
                            <a:pt x="206502" y="49149"/>
                            <a:pt x="205930" y="48863"/>
                          </a:cubicBezTo>
                          <a:cubicBezTo>
                            <a:pt x="205550" y="48673"/>
                            <a:pt x="205264" y="48482"/>
                            <a:pt x="204883" y="48292"/>
                          </a:cubicBezTo>
                          <a:cubicBezTo>
                            <a:pt x="203740" y="47720"/>
                            <a:pt x="202692" y="47054"/>
                            <a:pt x="201549" y="46482"/>
                          </a:cubicBezTo>
                          <a:cubicBezTo>
                            <a:pt x="200120" y="45720"/>
                            <a:pt x="198692" y="44958"/>
                            <a:pt x="197358" y="44196"/>
                          </a:cubicBezTo>
                          <a:cubicBezTo>
                            <a:pt x="196691" y="43815"/>
                            <a:pt x="195929" y="43434"/>
                            <a:pt x="195263" y="43053"/>
                          </a:cubicBezTo>
                          <a:cubicBezTo>
                            <a:pt x="192119" y="41434"/>
                            <a:pt x="188881" y="39815"/>
                            <a:pt x="185738" y="38195"/>
                          </a:cubicBezTo>
                          <a:cubicBezTo>
                            <a:pt x="185547" y="38100"/>
                            <a:pt x="185356" y="38005"/>
                            <a:pt x="185261" y="37910"/>
                          </a:cubicBezTo>
                          <a:cubicBezTo>
                            <a:pt x="184213" y="37433"/>
                            <a:pt x="183166" y="36862"/>
                            <a:pt x="182213" y="36385"/>
                          </a:cubicBezTo>
                          <a:cubicBezTo>
                            <a:pt x="182213" y="36385"/>
                            <a:pt x="182213" y="36385"/>
                            <a:pt x="182213" y="36385"/>
                          </a:cubicBezTo>
                          <a:cubicBezTo>
                            <a:pt x="180499" y="35528"/>
                            <a:pt x="178689" y="34671"/>
                            <a:pt x="176975" y="33814"/>
                          </a:cubicBezTo>
                          <a:cubicBezTo>
                            <a:pt x="176975" y="33814"/>
                            <a:pt x="176975" y="33814"/>
                            <a:pt x="176975" y="33814"/>
                          </a:cubicBezTo>
                          <a:cubicBezTo>
                            <a:pt x="175736" y="33242"/>
                            <a:pt x="174403" y="32671"/>
                            <a:pt x="173164" y="32004"/>
                          </a:cubicBezTo>
                          <a:cubicBezTo>
                            <a:pt x="172784" y="31814"/>
                            <a:pt x="172402" y="31718"/>
                            <a:pt x="172117" y="31528"/>
                          </a:cubicBezTo>
                          <a:cubicBezTo>
                            <a:pt x="170783" y="30956"/>
                            <a:pt x="169450" y="30290"/>
                            <a:pt x="168116" y="29718"/>
                          </a:cubicBezTo>
                          <a:cubicBezTo>
                            <a:pt x="168116" y="29718"/>
                            <a:pt x="168116" y="29718"/>
                            <a:pt x="168116" y="29718"/>
                          </a:cubicBezTo>
                          <a:cubicBezTo>
                            <a:pt x="167735" y="29528"/>
                            <a:pt x="167354" y="29432"/>
                            <a:pt x="166973" y="29242"/>
                          </a:cubicBezTo>
                          <a:cubicBezTo>
                            <a:pt x="165925" y="28766"/>
                            <a:pt x="164878" y="28289"/>
                            <a:pt x="163830" y="27908"/>
                          </a:cubicBezTo>
                          <a:cubicBezTo>
                            <a:pt x="163354" y="27718"/>
                            <a:pt x="162782" y="27432"/>
                            <a:pt x="162306" y="27242"/>
                          </a:cubicBezTo>
                          <a:cubicBezTo>
                            <a:pt x="161354" y="26860"/>
                            <a:pt x="160496" y="26479"/>
                            <a:pt x="159544" y="26003"/>
                          </a:cubicBezTo>
                          <a:cubicBezTo>
                            <a:pt x="158115" y="25432"/>
                            <a:pt x="156686" y="24860"/>
                            <a:pt x="155258" y="24194"/>
                          </a:cubicBezTo>
                          <a:cubicBezTo>
                            <a:pt x="155258" y="24194"/>
                            <a:pt x="155258" y="24194"/>
                            <a:pt x="155258" y="24194"/>
                          </a:cubicBezTo>
                          <a:cubicBezTo>
                            <a:pt x="153829" y="23622"/>
                            <a:pt x="152400" y="23051"/>
                            <a:pt x="150971" y="22479"/>
                          </a:cubicBezTo>
                          <a:cubicBezTo>
                            <a:pt x="150971" y="22479"/>
                            <a:pt x="150971" y="22479"/>
                            <a:pt x="150971" y="22479"/>
                          </a:cubicBezTo>
                          <a:cubicBezTo>
                            <a:pt x="150590" y="22289"/>
                            <a:pt x="150114" y="22193"/>
                            <a:pt x="149733" y="22003"/>
                          </a:cubicBezTo>
                          <a:cubicBezTo>
                            <a:pt x="148685" y="21622"/>
                            <a:pt x="147638" y="21146"/>
                            <a:pt x="146590" y="20765"/>
                          </a:cubicBezTo>
                          <a:cubicBezTo>
                            <a:pt x="145542" y="20383"/>
                            <a:pt x="144494" y="19907"/>
                            <a:pt x="143351" y="19526"/>
                          </a:cubicBezTo>
                          <a:cubicBezTo>
                            <a:pt x="143066" y="19431"/>
                            <a:pt x="142780" y="19336"/>
                            <a:pt x="142589" y="19241"/>
                          </a:cubicBezTo>
                          <a:cubicBezTo>
                            <a:pt x="141160" y="18669"/>
                            <a:pt x="139637" y="18193"/>
                            <a:pt x="138208" y="17621"/>
                          </a:cubicBezTo>
                          <a:cubicBezTo>
                            <a:pt x="138208" y="17621"/>
                            <a:pt x="138208" y="17621"/>
                            <a:pt x="138208" y="17621"/>
                          </a:cubicBezTo>
                          <a:cubicBezTo>
                            <a:pt x="137065" y="17240"/>
                            <a:pt x="135922" y="16764"/>
                            <a:pt x="134779" y="16383"/>
                          </a:cubicBezTo>
                          <a:cubicBezTo>
                            <a:pt x="134588" y="16288"/>
                            <a:pt x="134493" y="16288"/>
                            <a:pt x="134302" y="16193"/>
                          </a:cubicBezTo>
                          <a:cubicBezTo>
                            <a:pt x="133921" y="16097"/>
                            <a:pt x="133541" y="15907"/>
                            <a:pt x="133159" y="15812"/>
                          </a:cubicBezTo>
                          <a:cubicBezTo>
                            <a:pt x="132112" y="15431"/>
                            <a:pt x="131064" y="15145"/>
                            <a:pt x="130016" y="14764"/>
                          </a:cubicBezTo>
                          <a:cubicBezTo>
                            <a:pt x="128683" y="14288"/>
                            <a:pt x="127349" y="13811"/>
                            <a:pt x="126016" y="13430"/>
                          </a:cubicBezTo>
                          <a:cubicBezTo>
                            <a:pt x="124587" y="12954"/>
                            <a:pt x="123254" y="12573"/>
                            <a:pt x="121825" y="12097"/>
                          </a:cubicBezTo>
                          <a:lnTo>
                            <a:pt x="121825" y="12097"/>
                          </a:lnTo>
                          <a:cubicBezTo>
                            <a:pt x="121729" y="12097"/>
                            <a:pt x="121729" y="12097"/>
                            <a:pt x="121634" y="12097"/>
                          </a:cubicBezTo>
                          <a:cubicBezTo>
                            <a:pt x="120396" y="11716"/>
                            <a:pt x="119063" y="11335"/>
                            <a:pt x="117824" y="10954"/>
                          </a:cubicBezTo>
                          <a:cubicBezTo>
                            <a:pt x="117443" y="10858"/>
                            <a:pt x="117062" y="10763"/>
                            <a:pt x="116681" y="10668"/>
                          </a:cubicBezTo>
                          <a:cubicBezTo>
                            <a:pt x="115729" y="10382"/>
                            <a:pt x="114871" y="10097"/>
                            <a:pt x="113919" y="9906"/>
                          </a:cubicBezTo>
                          <a:cubicBezTo>
                            <a:pt x="113919" y="9906"/>
                            <a:pt x="113919" y="9906"/>
                            <a:pt x="113919" y="9906"/>
                          </a:cubicBezTo>
                          <a:cubicBezTo>
                            <a:pt x="112490" y="9525"/>
                            <a:pt x="110966" y="9049"/>
                            <a:pt x="109538" y="8668"/>
                          </a:cubicBezTo>
                          <a:cubicBezTo>
                            <a:pt x="109538" y="8668"/>
                            <a:pt x="109538" y="8668"/>
                            <a:pt x="109538" y="8668"/>
                          </a:cubicBezTo>
                          <a:cubicBezTo>
                            <a:pt x="108299" y="8287"/>
                            <a:pt x="107061" y="8001"/>
                            <a:pt x="105727" y="7620"/>
                          </a:cubicBezTo>
                          <a:cubicBezTo>
                            <a:pt x="104299" y="7239"/>
                            <a:pt x="102870" y="6858"/>
                            <a:pt x="101441" y="6572"/>
                          </a:cubicBezTo>
                          <a:cubicBezTo>
                            <a:pt x="100965" y="6477"/>
                            <a:pt x="100489" y="6382"/>
                            <a:pt x="100013" y="6287"/>
                          </a:cubicBezTo>
                          <a:cubicBezTo>
                            <a:pt x="99346" y="6096"/>
                            <a:pt x="98679" y="6001"/>
                            <a:pt x="97917" y="5810"/>
                          </a:cubicBezTo>
                          <a:cubicBezTo>
                            <a:pt x="97155" y="5620"/>
                            <a:pt x="96393" y="5429"/>
                            <a:pt x="95631" y="5334"/>
                          </a:cubicBezTo>
                          <a:cubicBezTo>
                            <a:pt x="94774" y="5144"/>
                            <a:pt x="93821" y="4953"/>
                            <a:pt x="92964" y="4763"/>
                          </a:cubicBezTo>
                          <a:cubicBezTo>
                            <a:pt x="92964" y="4763"/>
                            <a:pt x="92964" y="4763"/>
                            <a:pt x="92964" y="4763"/>
                          </a:cubicBezTo>
                          <a:cubicBezTo>
                            <a:pt x="91821" y="4477"/>
                            <a:pt x="90773" y="4286"/>
                            <a:pt x="89630" y="4096"/>
                          </a:cubicBezTo>
                          <a:cubicBezTo>
                            <a:pt x="89630" y="4096"/>
                            <a:pt x="89630" y="4096"/>
                            <a:pt x="89630" y="4096"/>
                          </a:cubicBezTo>
                          <a:cubicBezTo>
                            <a:pt x="89249" y="4001"/>
                            <a:pt x="88868" y="3905"/>
                            <a:pt x="88583" y="3905"/>
                          </a:cubicBezTo>
                          <a:cubicBezTo>
                            <a:pt x="87344" y="3620"/>
                            <a:pt x="86011" y="3429"/>
                            <a:pt x="84772" y="3239"/>
                          </a:cubicBezTo>
                          <a:cubicBezTo>
                            <a:pt x="84106" y="3143"/>
                            <a:pt x="83344" y="2953"/>
                            <a:pt x="82677" y="2858"/>
                          </a:cubicBezTo>
                          <a:cubicBezTo>
                            <a:pt x="82391" y="2762"/>
                            <a:pt x="82010" y="2762"/>
                            <a:pt x="81725" y="2667"/>
                          </a:cubicBezTo>
                          <a:cubicBezTo>
                            <a:pt x="80010" y="2381"/>
                            <a:pt x="78391" y="2191"/>
                            <a:pt x="76676" y="1905"/>
                          </a:cubicBezTo>
                          <a:cubicBezTo>
                            <a:pt x="75438" y="1715"/>
                            <a:pt x="74104" y="1524"/>
                            <a:pt x="72771" y="1333"/>
                          </a:cubicBezTo>
                          <a:cubicBezTo>
                            <a:pt x="72771" y="1333"/>
                            <a:pt x="72771" y="1333"/>
                            <a:pt x="72771" y="1333"/>
                          </a:cubicBezTo>
                          <a:cubicBezTo>
                            <a:pt x="72485" y="1333"/>
                            <a:pt x="72104" y="1238"/>
                            <a:pt x="71818" y="1238"/>
                          </a:cubicBezTo>
                          <a:cubicBezTo>
                            <a:pt x="70866" y="1143"/>
                            <a:pt x="69913" y="1048"/>
                            <a:pt x="68961" y="953"/>
                          </a:cubicBezTo>
                          <a:cubicBezTo>
                            <a:pt x="67342" y="762"/>
                            <a:pt x="65722" y="667"/>
                            <a:pt x="64198" y="572"/>
                          </a:cubicBezTo>
                          <a:cubicBezTo>
                            <a:pt x="63817" y="572"/>
                            <a:pt x="63437" y="476"/>
                            <a:pt x="63055" y="476"/>
                          </a:cubicBezTo>
                          <a:cubicBezTo>
                            <a:pt x="62293" y="381"/>
                            <a:pt x="61531" y="381"/>
                            <a:pt x="60770" y="286"/>
                          </a:cubicBezTo>
                          <a:cubicBezTo>
                            <a:pt x="60484" y="286"/>
                            <a:pt x="60293" y="286"/>
                            <a:pt x="60008" y="191"/>
                          </a:cubicBezTo>
                          <a:cubicBezTo>
                            <a:pt x="59531" y="191"/>
                            <a:pt x="59150" y="191"/>
                            <a:pt x="58674" y="95"/>
                          </a:cubicBezTo>
                          <a:cubicBezTo>
                            <a:pt x="57150" y="0"/>
                            <a:pt x="55626" y="0"/>
                            <a:pt x="54102" y="0"/>
                          </a:cubicBezTo>
                          <a:cubicBezTo>
                            <a:pt x="53626" y="0"/>
                            <a:pt x="53245" y="0"/>
                            <a:pt x="52768" y="0"/>
                          </a:cubicBezTo>
                          <a:cubicBezTo>
                            <a:pt x="50863" y="0"/>
                            <a:pt x="48958" y="95"/>
                            <a:pt x="47054" y="191"/>
                          </a:cubicBezTo>
                          <a:cubicBezTo>
                            <a:pt x="46863" y="191"/>
                            <a:pt x="46768" y="191"/>
                            <a:pt x="46577" y="191"/>
                          </a:cubicBezTo>
                          <a:cubicBezTo>
                            <a:pt x="46292" y="191"/>
                            <a:pt x="46101" y="191"/>
                            <a:pt x="45815" y="286"/>
                          </a:cubicBezTo>
                          <a:cubicBezTo>
                            <a:pt x="44387" y="381"/>
                            <a:pt x="42958" y="476"/>
                            <a:pt x="41624" y="667"/>
                          </a:cubicBezTo>
                          <a:cubicBezTo>
                            <a:pt x="41624" y="667"/>
                            <a:pt x="41624" y="667"/>
                            <a:pt x="41624" y="667"/>
                          </a:cubicBezTo>
                          <a:cubicBezTo>
                            <a:pt x="41338" y="667"/>
                            <a:pt x="40958" y="762"/>
                            <a:pt x="40672" y="762"/>
                          </a:cubicBezTo>
                          <a:cubicBezTo>
                            <a:pt x="40386" y="762"/>
                            <a:pt x="40100" y="857"/>
                            <a:pt x="39814" y="857"/>
                          </a:cubicBezTo>
                          <a:cubicBezTo>
                            <a:pt x="38671" y="953"/>
                            <a:pt x="37529" y="1143"/>
                            <a:pt x="36385" y="1333"/>
                          </a:cubicBezTo>
                          <a:cubicBezTo>
                            <a:pt x="36385" y="1333"/>
                            <a:pt x="36385" y="1333"/>
                            <a:pt x="36385" y="1333"/>
                          </a:cubicBezTo>
                          <a:cubicBezTo>
                            <a:pt x="35814" y="1429"/>
                            <a:pt x="35242" y="1524"/>
                            <a:pt x="34576" y="1619"/>
                          </a:cubicBezTo>
                          <a:lnTo>
                            <a:pt x="34576" y="1619"/>
                          </a:lnTo>
                          <a:cubicBezTo>
                            <a:pt x="33433" y="1810"/>
                            <a:pt x="32290" y="2096"/>
                            <a:pt x="31147" y="2286"/>
                          </a:cubicBezTo>
                          <a:lnTo>
                            <a:pt x="31147" y="2286"/>
                          </a:lnTo>
                          <a:cubicBezTo>
                            <a:pt x="30956" y="2381"/>
                            <a:pt x="30766" y="2381"/>
                            <a:pt x="30575" y="2477"/>
                          </a:cubicBezTo>
                          <a:cubicBezTo>
                            <a:pt x="30289" y="2572"/>
                            <a:pt x="30004" y="2572"/>
                            <a:pt x="29718" y="2667"/>
                          </a:cubicBezTo>
                          <a:cubicBezTo>
                            <a:pt x="28194" y="3048"/>
                            <a:pt x="26670" y="3524"/>
                            <a:pt x="25146" y="4001"/>
                          </a:cubicBezTo>
                          <a:cubicBezTo>
                            <a:pt x="23717" y="4477"/>
                            <a:pt x="22288" y="5048"/>
                            <a:pt x="21050" y="5620"/>
                          </a:cubicBezTo>
                          <a:cubicBezTo>
                            <a:pt x="20669" y="5810"/>
                            <a:pt x="20288" y="6001"/>
                            <a:pt x="19907" y="6191"/>
                          </a:cubicBezTo>
                          <a:cubicBezTo>
                            <a:pt x="18955" y="6572"/>
                            <a:pt x="18097" y="7049"/>
                            <a:pt x="17240" y="7525"/>
                          </a:cubicBezTo>
                          <a:cubicBezTo>
                            <a:pt x="16859" y="7715"/>
                            <a:pt x="16478" y="8001"/>
                            <a:pt x="16097" y="8192"/>
                          </a:cubicBezTo>
                          <a:cubicBezTo>
                            <a:pt x="15240" y="8668"/>
                            <a:pt x="14478" y="9144"/>
                            <a:pt x="13716" y="9716"/>
                          </a:cubicBezTo>
                          <a:cubicBezTo>
                            <a:pt x="13525" y="9811"/>
                            <a:pt x="13335" y="10001"/>
                            <a:pt x="13145" y="10097"/>
                          </a:cubicBezTo>
                          <a:cubicBezTo>
                            <a:pt x="13049" y="10192"/>
                            <a:pt x="12859" y="10287"/>
                            <a:pt x="12763" y="10382"/>
                          </a:cubicBezTo>
                          <a:cubicBezTo>
                            <a:pt x="12763" y="10382"/>
                            <a:pt x="12763" y="10382"/>
                            <a:pt x="12763" y="10382"/>
                          </a:cubicBezTo>
                          <a:cubicBezTo>
                            <a:pt x="11716" y="11144"/>
                            <a:pt x="10763" y="11906"/>
                            <a:pt x="9906" y="12668"/>
                          </a:cubicBezTo>
                          <a:lnTo>
                            <a:pt x="9906" y="12668"/>
                          </a:lnTo>
                          <a:cubicBezTo>
                            <a:pt x="9811" y="12764"/>
                            <a:pt x="9716" y="12859"/>
                            <a:pt x="9620" y="12954"/>
                          </a:cubicBezTo>
                          <a:cubicBezTo>
                            <a:pt x="9620" y="12954"/>
                            <a:pt x="9620" y="12954"/>
                            <a:pt x="9620" y="12954"/>
                          </a:cubicBezTo>
                          <a:cubicBezTo>
                            <a:pt x="8858" y="13716"/>
                            <a:pt x="8096" y="14478"/>
                            <a:pt x="7429" y="15240"/>
                          </a:cubicBezTo>
                          <a:cubicBezTo>
                            <a:pt x="7144" y="15526"/>
                            <a:pt x="6953" y="15812"/>
                            <a:pt x="6763" y="16097"/>
                          </a:cubicBezTo>
                          <a:cubicBezTo>
                            <a:pt x="6287" y="16764"/>
                            <a:pt x="5715" y="17335"/>
                            <a:pt x="5334" y="18098"/>
                          </a:cubicBezTo>
                          <a:cubicBezTo>
                            <a:pt x="5239" y="18288"/>
                            <a:pt x="5143" y="18383"/>
                            <a:pt x="5048" y="18574"/>
                          </a:cubicBezTo>
                          <a:cubicBezTo>
                            <a:pt x="4953" y="18764"/>
                            <a:pt x="4858" y="18860"/>
                            <a:pt x="4763" y="19050"/>
                          </a:cubicBezTo>
                          <a:cubicBezTo>
                            <a:pt x="4763" y="19050"/>
                            <a:pt x="4763" y="19050"/>
                            <a:pt x="4763" y="19050"/>
                          </a:cubicBezTo>
                          <a:cubicBezTo>
                            <a:pt x="4286" y="19717"/>
                            <a:pt x="3905" y="20479"/>
                            <a:pt x="3524" y="21241"/>
                          </a:cubicBezTo>
                          <a:cubicBezTo>
                            <a:pt x="3524" y="21241"/>
                            <a:pt x="3524" y="21241"/>
                            <a:pt x="3524" y="21241"/>
                          </a:cubicBezTo>
                          <a:cubicBezTo>
                            <a:pt x="3429" y="21527"/>
                            <a:pt x="3238" y="21812"/>
                            <a:pt x="3048" y="22098"/>
                          </a:cubicBezTo>
                          <a:cubicBezTo>
                            <a:pt x="3048" y="22098"/>
                            <a:pt x="3048" y="22098"/>
                            <a:pt x="3048" y="22193"/>
                          </a:cubicBezTo>
                          <a:cubicBezTo>
                            <a:pt x="2572" y="23241"/>
                            <a:pt x="2096" y="24289"/>
                            <a:pt x="1714" y="25432"/>
                          </a:cubicBezTo>
                          <a:cubicBezTo>
                            <a:pt x="1619" y="25622"/>
                            <a:pt x="1619" y="25813"/>
                            <a:pt x="1524" y="25908"/>
                          </a:cubicBezTo>
                          <a:cubicBezTo>
                            <a:pt x="1238" y="26860"/>
                            <a:pt x="952" y="27813"/>
                            <a:pt x="762" y="28766"/>
                          </a:cubicBezTo>
                          <a:cubicBezTo>
                            <a:pt x="667" y="29147"/>
                            <a:pt x="667" y="29528"/>
                            <a:pt x="571" y="29908"/>
                          </a:cubicBezTo>
                          <a:cubicBezTo>
                            <a:pt x="381" y="30766"/>
                            <a:pt x="286" y="31623"/>
                            <a:pt x="191" y="32480"/>
                          </a:cubicBezTo>
                          <a:cubicBezTo>
                            <a:pt x="191" y="32861"/>
                            <a:pt x="95" y="33242"/>
                            <a:pt x="95" y="33623"/>
                          </a:cubicBezTo>
                          <a:cubicBezTo>
                            <a:pt x="0" y="34671"/>
                            <a:pt x="0" y="35814"/>
                            <a:pt x="0" y="36957"/>
                          </a:cubicBezTo>
                          <a:cubicBezTo>
                            <a:pt x="0" y="37148"/>
                            <a:pt x="0" y="37338"/>
                            <a:pt x="0" y="37433"/>
                          </a:cubicBezTo>
                          <a:cubicBezTo>
                            <a:pt x="0" y="38767"/>
                            <a:pt x="95" y="40005"/>
                            <a:pt x="286" y="41339"/>
                          </a:cubicBezTo>
                          <a:cubicBezTo>
                            <a:pt x="286" y="41529"/>
                            <a:pt x="381" y="41720"/>
                            <a:pt x="381" y="41910"/>
                          </a:cubicBezTo>
                          <a:cubicBezTo>
                            <a:pt x="476" y="43053"/>
                            <a:pt x="667" y="44291"/>
                            <a:pt x="952" y="45434"/>
                          </a:cubicBezTo>
                          <a:cubicBezTo>
                            <a:pt x="952" y="45434"/>
                            <a:pt x="952" y="45529"/>
                            <a:pt x="952" y="45529"/>
                          </a:cubicBezTo>
                          <a:cubicBezTo>
                            <a:pt x="952" y="45625"/>
                            <a:pt x="952" y="45720"/>
                            <a:pt x="1048" y="45910"/>
                          </a:cubicBezTo>
                          <a:cubicBezTo>
                            <a:pt x="1143" y="46196"/>
                            <a:pt x="1238" y="46577"/>
                            <a:pt x="1238" y="46863"/>
                          </a:cubicBezTo>
                          <a:cubicBezTo>
                            <a:pt x="1524" y="48101"/>
                            <a:pt x="1810" y="49340"/>
                            <a:pt x="2096" y="50578"/>
                          </a:cubicBezTo>
                          <a:lnTo>
                            <a:pt x="2096" y="50578"/>
                          </a:lnTo>
                          <a:lnTo>
                            <a:pt x="2096" y="50578"/>
                          </a:lnTo>
                          <a:cubicBezTo>
                            <a:pt x="2191" y="50864"/>
                            <a:pt x="2286" y="51054"/>
                            <a:pt x="2286" y="51340"/>
                          </a:cubicBezTo>
                          <a:cubicBezTo>
                            <a:pt x="2381" y="51721"/>
                            <a:pt x="2476" y="52102"/>
                            <a:pt x="2667" y="52388"/>
                          </a:cubicBezTo>
                          <a:cubicBezTo>
                            <a:pt x="2953" y="53340"/>
                            <a:pt x="3238" y="54388"/>
                            <a:pt x="3620" y="55340"/>
                          </a:cubicBezTo>
                          <a:cubicBezTo>
                            <a:pt x="3620" y="55435"/>
                            <a:pt x="3715" y="55626"/>
                            <a:pt x="3810" y="55721"/>
                          </a:cubicBezTo>
                          <a:cubicBezTo>
                            <a:pt x="4381" y="57245"/>
                            <a:pt x="4953" y="58769"/>
                            <a:pt x="5525" y="60293"/>
                          </a:cubicBezTo>
                          <a:cubicBezTo>
                            <a:pt x="5620" y="60484"/>
                            <a:pt x="5620" y="60579"/>
                            <a:pt x="5715" y="60770"/>
                          </a:cubicBezTo>
                          <a:cubicBezTo>
                            <a:pt x="5715" y="60770"/>
                            <a:pt x="5715" y="60770"/>
                            <a:pt x="5715" y="60770"/>
                          </a:cubicBezTo>
                          <a:lnTo>
                            <a:pt x="5715" y="60770"/>
                          </a:lnTo>
                          <a:cubicBezTo>
                            <a:pt x="6382" y="62294"/>
                            <a:pt x="7048" y="63818"/>
                            <a:pt x="7810" y="65342"/>
                          </a:cubicBezTo>
                          <a:cubicBezTo>
                            <a:pt x="8001" y="65723"/>
                            <a:pt x="8192" y="66104"/>
                            <a:pt x="8382" y="66485"/>
                          </a:cubicBezTo>
                          <a:cubicBezTo>
                            <a:pt x="9049" y="67818"/>
                            <a:pt x="9716" y="69247"/>
                            <a:pt x="10477" y="70580"/>
                          </a:cubicBezTo>
                          <a:cubicBezTo>
                            <a:pt x="10477" y="70580"/>
                            <a:pt x="10477" y="70676"/>
                            <a:pt x="10573" y="70676"/>
                          </a:cubicBezTo>
                          <a:cubicBezTo>
                            <a:pt x="10668" y="70961"/>
                            <a:pt x="10858" y="71152"/>
                            <a:pt x="11049" y="71438"/>
                          </a:cubicBezTo>
                          <a:cubicBezTo>
                            <a:pt x="11430" y="72104"/>
                            <a:pt x="11811" y="72676"/>
                            <a:pt x="12192" y="73343"/>
                          </a:cubicBezTo>
                          <a:cubicBezTo>
                            <a:pt x="13240" y="75057"/>
                            <a:pt x="14288" y="76867"/>
                            <a:pt x="15335" y="78581"/>
                          </a:cubicBezTo>
                          <a:cubicBezTo>
                            <a:pt x="15907" y="79534"/>
                            <a:pt x="16478" y="80391"/>
                            <a:pt x="17050" y="81344"/>
                          </a:cubicBezTo>
                          <a:cubicBezTo>
                            <a:pt x="17145" y="81439"/>
                            <a:pt x="17145" y="81534"/>
                            <a:pt x="17240" y="81629"/>
                          </a:cubicBezTo>
                          <a:cubicBezTo>
                            <a:pt x="17717" y="82391"/>
                            <a:pt x="18288" y="83153"/>
                            <a:pt x="18764" y="83820"/>
                          </a:cubicBezTo>
                          <a:cubicBezTo>
                            <a:pt x="24479" y="92202"/>
                            <a:pt x="31433" y="100870"/>
                            <a:pt x="39719" y="109728"/>
                          </a:cubicBezTo>
                          <a:cubicBezTo>
                            <a:pt x="40005" y="110109"/>
                            <a:pt x="40386" y="110395"/>
                            <a:pt x="40672" y="110776"/>
                          </a:cubicBezTo>
                          <a:cubicBezTo>
                            <a:pt x="42005" y="112204"/>
                            <a:pt x="43434" y="113729"/>
                            <a:pt x="44863" y="115157"/>
                          </a:cubicBezTo>
                          <a:cubicBezTo>
                            <a:pt x="45148" y="115443"/>
                            <a:pt x="45434" y="115824"/>
                            <a:pt x="45815" y="116110"/>
                          </a:cubicBezTo>
                          <a:cubicBezTo>
                            <a:pt x="57531" y="128111"/>
                            <a:pt x="71438" y="140399"/>
                            <a:pt x="87344" y="152591"/>
                          </a:cubicBezTo>
                          <a:cubicBezTo>
                            <a:pt x="172117" y="217742"/>
                            <a:pt x="281940" y="256889"/>
                            <a:pt x="332518" y="239935"/>
                          </a:cubicBezTo>
                          <a:cubicBezTo>
                            <a:pt x="351282" y="233648"/>
                            <a:pt x="359188" y="220599"/>
                            <a:pt x="357568" y="203264"/>
                          </a:cubicBezTo>
                          <a:cubicBezTo>
                            <a:pt x="357473" y="202597"/>
                            <a:pt x="357378" y="201930"/>
                            <a:pt x="357283" y="201359"/>
                          </a:cubicBezTo>
                          <a:cubicBezTo>
                            <a:pt x="356806" y="198025"/>
                            <a:pt x="356045" y="194596"/>
                            <a:pt x="354901" y="191072"/>
                          </a:cubicBezTo>
                          <a:cubicBezTo>
                            <a:pt x="354521" y="189833"/>
                            <a:pt x="354139" y="188595"/>
                            <a:pt x="353663" y="187357"/>
                          </a:cubicBezTo>
                          <a:cubicBezTo>
                            <a:pt x="353663" y="187357"/>
                            <a:pt x="353663" y="187262"/>
                            <a:pt x="353663" y="187262"/>
                          </a:cubicBezTo>
                          <a:cubicBezTo>
                            <a:pt x="353568" y="186976"/>
                            <a:pt x="353473" y="186690"/>
                            <a:pt x="353377" y="186404"/>
                          </a:cubicBezTo>
                          <a:cubicBezTo>
                            <a:pt x="353377" y="186404"/>
                            <a:pt x="353377" y="186404"/>
                            <a:pt x="353377" y="186404"/>
                          </a:cubicBezTo>
                          <a:cubicBezTo>
                            <a:pt x="353282" y="186214"/>
                            <a:pt x="353187" y="185928"/>
                            <a:pt x="353092" y="185738"/>
                          </a:cubicBezTo>
                          <a:cubicBezTo>
                            <a:pt x="352616" y="184404"/>
                            <a:pt x="352044" y="183071"/>
                            <a:pt x="351472" y="181737"/>
                          </a:cubicBezTo>
                          <a:cubicBezTo>
                            <a:pt x="351472" y="181737"/>
                            <a:pt x="351472" y="181737"/>
                            <a:pt x="351472" y="181642"/>
                          </a:cubicBezTo>
                          <a:cubicBezTo>
                            <a:pt x="351377" y="181451"/>
                            <a:pt x="351282" y="181261"/>
                            <a:pt x="351187" y="180975"/>
                          </a:cubicBezTo>
                          <a:cubicBezTo>
                            <a:pt x="351092" y="180785"/>
                            <a:pt x="350996" y="180594"/>
                            <a:pt x="350901" y="180308"/>
                          </a:cubicBezTo>
                          <a:cubicBezTo>
                            <a:pt x="350330" y="179165"/>
                            <a:pt x="349853" y="178022"/>
                            <a:pt x="349282" y="176879"/>
                          </a:cubicBezTo>
                          <a:cubicBezTo>
                            <a:pt x="349091" y="176498"/>
                            <a:pt x="348901" y="176117"/>
                            <a:pt x="348710" y="175831"/>
                          </a:cubicBezTo>
                          <a:cubicBezTo>
                            <a:pt x="348615" y="175641"/>
                            <a:pt x="348520" y="175546"/>
                            <a:pt x="348520" y="175451"/>
                          </a:cubicBezTo>
                          <a:cubicBezTo>
                            <a:pt x="348425" y="175260"/>
                            <a:pt x="348329" y="175070"/>
                            <a:pt x="348234" y="174879"/>
                          </a:cubicBezTo>
                          <a:cubicBezTo>
                            <a:pt x="346900" y="172307"/>
                            <a:pt x="345376" y="169640"/>
                            <a:pt x="343757" y="166973"/>
                          </a:cubicBezTo>
                          <a:cubicBezTo>
                            <a:pt x="341852" y="163925"/>
                            <a:pt x="339852" y="160782"/>
                            <a:pt x="337566" y="157639"/>
                          </a:cubicBezTo>
                          <a:cubicBezTo>
                            <a:pt x="334613" y="153543"/>
                            <a:pt x="331375" y="149257"/>
                            <a:pt x="327850" y="144971"/>
                          </a:cubicBezTo>
                          <a:cubicBezTo>
                            <a:pt x="327279" y="144209"/>
                            <a:pt x="326803" y="143637"/>
                            <a:pt x="326326" y="143066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5B000">
                            <a:alpha val="100000"/>
                          </a:srgbClr>
                        </a:gs>
                        <a:gs pos="99910">
                          <a:srgbClr val="CD8A00">
                            <a:alpha val="100000"/>
                          </a:srgbClr>
                        </a:gs>
                      </a:gsLst>
                      <a:lin ang="15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2" name="AutoShape 132"/>
                    <p:cNvSpPr/>
                    <p:nvPr/>
                  </p:nvSpPr>
                  <p:spPr>
                    <a:xfrm>
                      <a:off x="6618827" y="2821971"/>
                      <a:ext cx="491966" cy="342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91966" h="342900">
                          <a:moveTo>
                            <a:pt x="491395" y="269272"/>
                          </a:moveTo>
                          <a:cubicBezTo>
                            <a:pt x="491109" y="269748"/>
                            <a:pt x="490823" y="270129"/>
                            <a:pt x="490538" y="270605"/>
                          </a:cubicBezTo>
                          <a:cubicBezTo>
                            <a:pt x="489966" y="271463"/>
                            <a:pt x="489299" y="272320"/>
                            <a:pt x="488633" y="273177"/>
                          </a:cubicBezTo>
                          <a:cubicBezTo>
                            <a:pt x="488347" y="273558"/>
                            <a:pt x="488061" y="273939"/>
                            <a:pt x="487680" y="274320"/>
                          </a:cubicBezTo>
                          <a:cubicBezTo>
                            <a:pt x="486728" y="275368"/>
                            <a:pt x="485775" y="276320"/>
                            <a:pt x="484727" y="277368"/>
                          </a:cubicBezTo>
                          <a:cubicBezTo>
                            <a:pt x="484632" y="277463"/>
                            <a:pt x="484537" y="277559"/>
                            <a:pt x="484346" y="277749"/>
                          </a:cubicBezTo>
                          <a:cubicBezTo>
                            <a:pt x="483203" y="278797"/>
                            <a:pt x="481870" y="279845"/>
                            <a:pt x="480536" y="280797"/>
                          </a:cubicBezTo>
                          <a:cubicBezTo>
                            <a:pt x="480155" y="281083"/>
                            <a:pt x="479679" y="281369"/>
                            <a:pt x="479298" y="281654"/>
                          </a:cubicBezTo>
                          <a:cubicBezTo>
                            <a:pt x="478346" y="282321"/>
                            <a:pt x="477298" y="282988"/>
                            <a:pt x="476250" y="283655"/>
                          </a:cubicBezTo>
                          <a:cubicBezTo>
                            <a:pt x="475774" y="283940"/>
                            <a:pt x="475202" y="284226"/>
                            <a:pt x="474631" y="284512"/>
                          </a:cubicBezTo>
                          <a:cubicBezTo>
                            <a:pt x="473488" y="285083"/>
                            <a:pt x="472345" y="285655"/>
                            <a:pt x="471202" y="286226"/>
                          </a:cubicBezTo>
                          <a:cubicBezTo>
                            <a:pt x="470725" y="286512"/>
                            <a:pt x="470154" y="286703"/>
                            <a:pt x="469678" y="286988"/>
                          </a:cubicBezTo>
                          <a:cubicBezTo>
                            <a:pt x="467963" y="287750"/>
                            <a:pt x="466154" y="288417"/>
                            <a:pt x="464249" y="289084"/>
                          </a:cubicBezTo>
                          <a:cubicBezTo>
                            <a:pt x="462343" y="289751"/>
                            <a:pt x="460343" y="290322"/>
                            <a:pt x="458343" y="290798"/>
                          </a:cubicBezTo>
                          <a:cubicBezTo>
                            <a:pt x="457676" y="290989"/>
                            <a:pt x="457009" y="291084"/>
                            <a:pt x="456343" y="291275"/>
                          </a:cubicBezTo>
                          <a:cubicBezTo>
                            <a:pt x="454914" y="291560"/>
                            <a:pt x="453485" y="291941"/>
                            <a:pt x="451961" y="292227"/>
                          </a:cubicBezTo>
                          <a:cubicBezTo>
                            <a:pt x="451199" y="292418"/>
                            <a:pt x="450342" y="292513"/>
                            <a:pt x="449580" y="292608"/>
                          </a:cubicBezTo>
                          <a:cubicBezTo>
                            <a:pt x="448151" y="292894"/>
                            <a:pt x="446627" y="293084"/>
                            <a:pt x="445103" y="293275"/>
                          </a:cubicBezTo>
                          <a:cubicBezTo>
                            <a:pt x="444341" y="293370"/>
                            <a:pt x="443484" y="293465"/>
                            <a:pt x="442722" y="293561"/>
                          </a:cubicBezTo>
                          <a:cubicBezTo>
                            <a:pt x="441008" y="293751"/>
                            <a:pt x="439198" y="293846"/>
                            <a:pt x="437388" y="294037"/>
                          </a:cubicBezTo>
                          <a:cubicBezTo>
                            <a:pt x="436817" y="294037"/>
                            <a:pt x="436245" y="294132"/>
                            <a:pt x="435674" y="294132"/>
                          </a:cubicBezTo>
                          <a:cubicBezTo>
                            <a:pt x="433292" y="294227"/>
                            <a:pt x="430816" y="294323"/>
                            <a:pt x="428244" y="294323"/>
                          </a:cubicBezTo>
                          <a:cubicBezTo>
                            <a:pt x="427672" y="294323"/>
                            <a:pt x="427006" y="294323"/>
                            <a:pt x="426339" y="294323"/>
                          </a:cubicBezTo>
                          <a:cubicBezTo>
                            <a:pt x="425577" y="294323"/>
                            <a:pt x="424815" y="294323"/>
                            <a:pt x="424148" y="294323"/>
                          </a:cubicBezTo>
                          <a:cubicBezTo>
                            <a:pt x="422910" y="294323"/>
                            <a:pt x="421672" y="294227"/>
                            <a:pt x="420434" y="294227"/>
                          </a:cubicBezTo>
                          <a:cubicBezTo>
                            <a:pt x="419481" y="294227"/>
                            <a:pt x="418624" y="294132"/>
                            <a:pt x="417671" y="294132"/>
                          </a:cubicBezTo>
                          <a:cubicBezTo>
                            <a:pt x="416719" y="294037"/>
                            <a:pt x="415766" y="294037"/>
                            <a:pt x="414718" y="293942"/>
                          </a:cubicBezTo>
                          <a:cubicBezTo>
                            <a:pt x="413766" y="293846"/>
                            <a:pt x="412909" y="293751"/>
                            <a:pt x="411956" y="293751"/>
                          </a:cubicBezTo>
                          <a:cubicBezTo>
                            <a:pt x="411290" y="293656"/>
                            <a:pt x="410623" y="293656"/>
                            <a:pt x="409861" y="293561"/>
                          </a:cubicBezTo>
                          <a:cubicBezTo>
                            <a:pt x="407194" y="293370"/>
                            <a:pt x="404527" y="293084"/>
                            <a:pt x="401860" y="292703"/>
                          </a:cubicBezTo>
                          <a:cubicBezTo>
                            <a:pt x="401479" y="292703"/>
                            <a:pt x="401193" y="292608"/>
                            <a:pt x="400812" y="292608"/>
                          </a:cubicBezTo>
                          <a:cubicBezTo>
                            <a:pt x="398431" y="292322"/>
                            <a:pt x="395954" y="291941"/>
                            <a:pt x="393478" y="291560"/>
                          </a:cubicBezTo>
                          <a:cubicBezTo>
                            <a:pt x="392716" y="291465"/>
                            <a:pt x="391954" y="291275"/>
                            <a:pt x="391192" y="291179"/>
                          </a:cubicBezTo>
                          <a:cubicBezTo>
                            <a:pt x="390525" y="291084"/>
                            <a:pt x="389858" y="290989"/>
                            <a:pt x="389096" y="290894"/>
                          </a:cubicBezTo>
                          <a:cubicBezTo>
                            <a:pt x="388239" y="290703"/>
                            <a:pt x="387287" y="290513"/>
                            <a:pt x="386429" y="290417"/>
                          </a:cubicBezTo>
                          <a:cubicBezTo>
                            <a:pt x="384238" y="290036"/>
                            <a:pt x="382143" y="289655"/>
                            <a:pt x="379857" y="289179"/>
                          </a:cubicBezTo>
                          <a:cubicBezTo>
                            <a:pt x="378524" y="288893"/>
                            <a:pt x="377190" y="288608"/>
                            <a:pt x="375857" y="288322"/>
                          </a:cubicBezTo>
                          <a:cubicBezTo>
                            <a:pt x="375761" y="288322"/>
                            <a:pt x="375666" y="288322"/>
                            <a:pt x="375571" y="288227"/>
                          </a:cubicBezTo>
                          <a:cubicBezTo>
                            <a:pt x="373380" y="287750"/>
                            <a:pt x="371094" y="287274"/>
                            <a:pt x="368903" y="286703"/>
                          </a:cubicBezTo>
                          <a:cubicBezTo>
                            <a:pt x="368046" y="286512"/>
                            <a:pt x="367189" y="286322"/>
                            <a:pt x="366236" y="286131"/>
                          </a:cubicBezTo>
                          <a:cubicBezTo>
                            <a:pt x="365665" y="286036"/>
                            <a:pt x="365093" y="285845"/>
                            <a:pt x="364426" y="285655"/>
                          </a:cubicBezTo>
                          <a:cubicBezTo>
                            <a:pt x="362521" y="285179"/>
                            <a:pt x="360617" y="284702"/>
                            <a:pt x="358712" y="284226"/>
                          </a:cubicBezTo>
                          <a:cubicBezTo>
                            <a:pt x="357759" y="283940"/>
                            <a:pt x="356807" y="283750"/>
                            <a:pt x="355759" y="283464"/>
                          </a:cubicBezTo>
                          <a:cubicBezTo>
                            <a:pt x="355092" y="283274"/>
                            <a:pt x="354425" y="283083"/>
                            <a:pt x="353854" y="282893"/>
                          </a:cubicBezTo>
                          <a:cubicBezTo>
                            <a:pt x="351949" y="282321"/>
                            <a:pt x="349949" y="281750"/>
                            <a:pt x="348043" y="281273"/>
                          </a:cubicBezTo>
                          <a:cubicBezTo>
                            <a:pt x="346900" y="280892"/>
                            <a:pt x="345662" y="280607"/>
                            <a:pt x="344519" y="280226"/>
                          </a:cubicBezTo>
                          <a:cubicBezTo>
                            <a:pt x="344043" y="280130"/>
                            <a:pt x="343567" y="279940"/>
                            <a:pt x="343091" y="279749"/>
                          </a:cubicBezTo>
                          <a:cubicBezTo>
                            <a:pt x="341281" y="279178"/>
                            <a:pt x="339566" y="278606"/>
                            <a:pt x="337757" y="278130"/>
                          </a:cubicBezTo>
                          <a:cubicBezTo>
                            <a:pt x="335947" y="277559"/>
                            <a:pt x="334232" y="276987"/>
                            <a:pt x="332422" y="276416"/>
                          </a:cubicBezTo>
                          <a:cubicBezTo>
                            <a:pt x="330613" y="275844"/>
                            <a:pt x="328803" y="275177"/>
                            <a:pt x="326993" y="274606"/>
                          </a:cubicBezTo>
                          <a:cubicBezTo>
                            <a:pt x="325660" y="274130"/>
                            <a:pt x="324326" y="273749"/>
                            <a:pt x="322993" y="273272"/>
                          </a:cubicBezTo>
                          <a:cubicBezTo>
                            <a:pt x="322517" y="273082"/>
                            <a:pt x="322040" y="272891"/>
                            <a:pt x="321564" y="272701"/>
                          </a:cubicBezTo>
                          <a:cubicBezTo>
                            <a:pt x="319850" y="272129"/>
                            <a:pt x="318040" y="271463"/>
                            <a:pt x="316230" y="270796"/>
                          </a:cubicBezTo>
                          <a:cubicBezTo>
                            <a:pt x="314325" y="270129"/>
                            <a:pt x="312515" y="269462"/>
                            <a:pt x="310610" y="268700"/>
                          </a:cubicBezTo>
                          <a:cubicBezTo>
                            <a:pt x="308800" y="268034"/>
                            <a:pt x="306991" y="267367"/>
                            <a:pt x="305276" y="266605"/>
                          </a:cubicBezTo>
                          <a:cubicBezTo>
                            <a:pt x="304514" y="266319"/>
                            <a:pt x="303752" y="266033"/>
                            <a:pt x="303086" y="265748"/>
                          </a:cubicBezTo>
                          <a:cubicBezTo>
                            <a:pt x="302514" y="265557"/>
                            <a:pt x="301847" y="265271"/>
                            <a:pt x="301276" y="265081"/>
                          </a:cubicBezTo>
                          <a:cubicBezTo>
                            <a:pt x="300704" y="264890"/>
                            <a:pt x="300228" y="264605"/>
                            <a:pt x="299657" y="264414"/>
                          </a:cubicBezTo>
                          <a:cubicBezTo>
                            <a:pt x="297751" y="263652"/>
                            <a:pt x="295846" y="262890"/>
                            <a:pt x="293942" y="262033"/>
                          </a:cubicBezTo>
                          <a:cubicBezTo>
                            <a:pt x="292132" y="261271"/>
                            <a:pt x="290322" y="260509"/>
                            <a:pt x="288417" y="259747"/>
                          </a:cubicBezTo>
                          <a:cubicBezTo>
                            <a:pt x="286512" y="258890"/>
                            <a:pt x="284607" y="258128"/>
                            <a:pt x="282607" y="257270"/>
                          </a:cubicBezTo>
                          <a:cubicBezTo>
                            <a:pt x="281273" y="256699"/>
                            <a:pt x="279940" y="256127"/>
                            <a:pt x="278606" y="255556"/>
                          </a:cubicBezTo>
                          <a:cubicBezTo>
                            <a:pt x="278130" y="255365"/>
                            <a:pt x="277654" y="255080"/>
                            <a:pt x="277178" y="254889"/>
                          </a:cubicBezTo>
                          <a:cubicBezTo>
                            <a:pt x="274892" y="253841"/>
                            <a:pt x="272701" y="252889"/>
                            <a:pt x="270415" y="251841"/>
                          </a:cubicBezTo>
                          <a:cubicBezTo>
                            <a:pt x="269272" y="251270"/>
                            <a:pt x="268034" y="250793"/>
                            <a:pt x="266891" y="250222"/>
                          </a:cubicBezTo>
                          <a:cubicBezTo>
                            <a:pt x="266414" y="250031"/>
                            <a:pt x="265938" y="249746"/>
                            <a:pt x="265462" y="249555"/>
                          </a:cubicBezTo>
                          <a:cubicBezTo>
                            <a:pt x="263080" y="248412"/>
                            <a:pt x="260699" y="247269"/>
                            <a:pt x="258413" y="246126"/>
                          </a:cubicBezTo>
                          <a:cubicBezTo>
                            <a:pt x="257080" y="245459"/>
                            <a:pt x="255746" y="244888"/>
                            <a:pt x="254508" y="244221"/>
                          </a:cubicBezTo>
                          <a:cubicBezTo>
                            <a:pt x="254317" y="244126"/>
                            <a:pt x="254032" y="244031"/>
                            <a:pt x="253841" y="243840"/>
                          </a:cubicBezTo>
                          <a:cubicBezTo>
                            <a:pt x="249650" y="241745"/>
                            <a:pt x="245459" y="239649"/>
                            <a:pt x="241268" y="237458"/>
                          </a:cubicBezTo>
                          <a:cubicBezTo>
                            <a:pt x="240411" y="236982"/>
                            <a:pt x="239554" y="236601"/>
                            <a:pt x="238792" y="236125"/>
                          </a:cubicBezTo>
                          <a:cubicBezTo>
                            <a:pt x="235458" y="234315"/>
                            <a:pt x="232029" y="232505"/>
                            <a:pt x="228695" y="230696"/>
                          </a:cubicBezTo>
                          <a:cubicBezTo>
                            <a:pt x="228219" y="230410"/>
                            <a:pt x="227838" y="230219"/>
                            <a:pt x="227362" y="229934"/>
                          </a:cubicBezTo>
                          <a:cubicBezTo>
                            <a:pt x="226695" y="229553"/>
                            <a:pt x="226028" y="229172"/>
                            <a:pt x="225266" y="228791"/>
                          </a:cubicBezTo>
                          <a:cubicBezTo>
                            <a:pt x="220790" y="226314"/>
                            <a:pt x="216408" y="223742"/>
                            <a:pt x="211931" y="221171"/>
                          </a:cubicBezTo>
                          <a:cubicBezTo>
                            <a:pt x="210979" y="220599"/>
                            <a:pt x="210121" y="220123"/>
                            <a:pt x="209169" y="219551"/>
                          </a:cubicBezTo>
                          <a:cubicBezTo>
                            <a:pt x="204121" y="216599"/>
                            <a:pt x="199168" y="213551"/>
                            <a:pt x="194215" y="210407"/>
                          </a:cubicBezTo>
                          <a:cubicBezTo>
                            <a:pt x="193738" y="210122"/>
                            <a:pt x="193358" y="209836"/>
                            <a:pt x="192881" y="209550"/>
                          </a:cubicBezTo>
                          <a:cubicBezTo>
                            <a:pt x="191929" y="208883"/>
                            <a:pt x="190881" y="208312"/>
                            <a:pt x="189929" y="207645"/>
                          </a:cubicBezTo>
                          <a:cubicBezTo>
                            <a:pt x="187357" y="206026"/>
                            <a:pt x="184880" y="204407"/>
                            <a:pt x="182309" y="202787"/>
                          </a:cubicBezTo>
                          <a:cubicBezTo>
                            <a:pt x="180689" y="201740"/>
                            <a:pt x="179165" y="200692"/>
                            <a:pt x="177641" y="199644"/>
                          </a:cubicBezTo>
                          <a:cubicBezTo>
                            <a:pt x="175165" y="198025"/>
                            <a:pt x="172688" y="196310"/>
                            <a:pt x="170212" y="194596"/>
                          </a:cubicBezTo>
                          <a:cubicBezTo>
                            <a:pt x="168688" y="193548"/>
                            <a:pt x="167164" y="192500"/>
                            <a:pt x="165640" y="191453"/>
                          </a:cubicBezTo>
                          <a:cubicBezTo>
                            <a:pt x="162973" y="189548"/>
                            <a:pt x="160401" y="187738"/>
                            <a:pt x="157734" y="185833"/>
                          </a:cubicBezTo>
                          <a:cubicBezTo>
                            <a:pt x="156496" y="184880"/>
                            <a:pt x="155162" y="184023"/>
                            <a:pt x="153924" y="183071"/>
                          </a:cubicBezTo>
                          <a:cubicBezTo>
                            <a:pt x="150019" y="180213"/>
                            <a:pt x="146209" y="177356"/>
                            <a:pt x="142399" y="174403"/>
                          </a:cubicBezTo>
                          <a:cubicBezTo>
                            <a:pt x="139255" y="171926"/>
                            <a:pt x="136112" y="169545"/>
                            <a:pt x="133064" y="167069"/>
                          </a:cubicBezTo>
                          <a:cubicBezTo>
                            <a:pt x="132207" y="166402"/>
                            <a:pt x="131350" y="165640"/>
                            <a:pt x="130492" y="164973"/>
                          </a:cubicBezTo>
                          <a:cubicBezTo>
                            <a:pt x="130492" y="164973"/>
                            <a:pt x="130397" y="164973"/>
                            <a:pt x="130397" y="164878"/>
                          </a:cubicBezTo>
                          <a:cubicBezTo>
                            <a:pt x="129635" y="164306"/>
                            <a:pt x="128873" y="163640"/>
                            <a:pt x="128207" y="163068"/>
                          </a:cubicBezTo>
                          <a:cubicBezTo>
                            <a:pt x="126778" y="161925"/>
                            <a:pt x="125444" y="160782"/>
                            <a:pt x="124016" y="159639"/>
                          </a:cubicBezTo>
                          <a:cubicBezTo>
                            <a:pt x="122968" y="158782"/>
                            <a:pt x="121920" y="157925"/>
                            <a:pt x="120967" y="157067"/>
                          </a:cubicBezTo>
                          <a:cubicBezTo>
                            <a:pt x="119729" y="156020"/>
                            <a:pt x="118491" y="154972"/>
                            <a:pt x="117348" y="153924"/>
                          </a:cubicBezTo>
                          <a:cubicBezTo>
                            <a:pt x="116681" y="153353"/>
                            <a:pt x="116015" y="152781"/>
                            <a:pt x="115348" y="152210"/>
                          </a:cubicBezTo>
                          <a:cubicBezTo>
                            <a:pt x="115253" y="152114"/>
                            <a:pt x="115157" y="152019"/>
                            <a:pt x="114967" y="151924"/>
                          </a:cubicBezTo>
                          <a:cubicBezTo>
                            <a:pt x="114109" y="151162"/>
                            <a:pt x="113157" y="150400"/>
                            <a:pt x="112300" y="149638"/>
                          </a:cubicBezTo>
                          <a:cubicBezTo>
                            <a:pt x="109918" y="147542"/>
                            <a:pt x="107633" y="145447"/>
                            <a:pt x="105346" y="143447"/>
                          </a:cubicBezTo>
                          <a:cubicBezTo>
                            <a:pt x="105061" y="143161"/>
                            <a:pt x="104775" y="142970"/>
                            <a:pt x="104489" y="142685"/>
                          </a:cubicBezTo>
                          <a:cubicBezTo>
                            <a:pt x="104489" y="142685"/>
                            <a:pt x="104489" y="142685"/>
                            <a:pt x="104489" y="142685"/>
                          </a:cubicBezTo>
                          <a:cubicBezTo>
                            <a:pt x="104394" y="142589"/>
                            <a:pt x="104299" y="142494"/>
                            <a:pt x="104204" y="142399"/>
                          </a:cubicBezTo>
                          <a:cubicBezTo>
                            <a:pt x="101537" y="139922"/>
                            <a:pt x="99060" y="137541"/>
                            <a:pt x="96488" y="135160"/>
                          </a:cubicBezTo>
                          <a:cubicBezTo>
                            <a:pt x="95917" y="134588"/>
                            <a:pt x="95345" y="134017"/>
                            <a:pt x="94774" y="133541"/>
                          </a:cubicBezTo>
                          <a:cubicBezTo>
                            <a:pt x="94679" y="133445"/>
                            <a:pt x="94679" y="133445"/>
                            <a:pt x="94583" y="133350"/>
                          </a:cubicBezTo>
                          <a:cubicBezTo>
                            <a:pt x="94297" y="133064"/>
                            <a:pt x="94012" y="132779"/>
                            <a:pt x="93726" y="132493"/>
                          </a:cubicBezTo>
                          <a:cubicBezTo>
                            <a:pt x="93250" y="132017"/>
                            <a:pt x="92774" y="131540"/>
                            <a:pt x="92297" y="131064"/>
                          </a:cubicBezTo>
                          <a:cubicBezTo>
                            <a:pt x="92297" y="131064"/>
                            <a:pt x="92297" y="131064"/>
                            <a:pt x="92297" y="131064"/>
                          </a:cubicBezTo>
                          <a:cubicBezTo>
                            <a:pt x="91250" y="130016"/>
                            <a:pt x="90202" y="128969"/>
                            <a:pt x="89249" y="128016"/>
                          </a:cubicBezTo>
                          <a:cubicBezTo>
                            <a:pt x="89059" y="127826"/>
                            <a:pt x="88963" y="127730"/>
                            <a:pt x="88773" y="127540"/>
                          </a:cubicBezTo>
                          <a:cubicBezTo>
                            <a:pt x="88392" y="127159"/>
                            <a:pt x="88011" y="126873"/>
                            <a:pt x="87725" y="126492"/>
                          </a:cubicBezTo>
                          <a:cubicBezTo>
                            <a:pt x="87154" y="125921"/>
                            <a:pt x="86678" y="125349"/>
                            <a:pt x="86106" y="124873"/>
                          </a:cubicBezTo>
                          <a:cubicBezTo>
                            <a:pt x="85154" y="123825"/>
                            <a:pt x="84106" y="122777"/>
                            <a:pt x="83153" y="121825"/>
                          </a:cubicBezTo>
                          <a:cubicBezTo>
                            <a:pt x="82391" y="121063"/>
                            <a:pt x="81629" y="120206"/>
                            <a:pt x="80867" y="119444"/>
                          </a:cubicBezTo>
                          <a:cubicBezTo>
                            <a:pt x="80677" y="119158"/>
                            <a:pt x="80391" y="118967"/>
                            <a:pt x="80200" y="118682"/>
                          </a:cubicBezTo>
                          <a:cubicBezTo>
                            <a:pt x="80010" y="118491"/>
                            <a:pt x="79915" y="118396"/>
                            <a:pt x="79724" y="118205"/>
                          </a:cubicBezTo>
                          <a:cubicBezTo>
                            <a:pt x="79534" y="118015"/>
                            <a:pt x="79438" y="117920"/>
                            <a:pt x="79248" y="117729"/>
                          </a:cubicBezTo>
                          <a:cubicBezTo>
                            <a:pt x="78581" y="117062"/>
                            <a:pt x="78010" y="116396"/>
                            <a:pt x="77343" y="115634"/>
                          </a:cubicBezTo>
                          <a:cubicBezTo>
                            <a:pt x="76391" y="114586"/>
                            <a:pt x="75438" y="113538"/>
                            <a:pt x="74486" y="112490"/>
                          </a:cubicBezTo>
                          <a:cubicBezTo>
                            <a:pt x="74200" y="112205"/>
                            <a:pt x="73914" y="111919"/>
                            <a:pt x="73628" y="111538"/>
                          </a:cubicBezTo>
                          <a:cubicBezTo>
                            <a:pt x="73533" y="111347"/>
                            <a:pt x="73342" y="111252"/>
                            <a:pt x="73247" y="111062"/>
                          </a:cubicBezTo>
                          <a:cubicBezTo>
                            <a:pt x="72771" y="110490"/>
                            <a:pt x="72390" y="110014"/>
                            <a:pt x="71914" y="109442"/>
                          </a:cubicBezTo>
                          <a:cubicBezTo>
                            <a:pt x="71438" y="108871"/>
                            <a:pt x="70961" y="108395"/>
                            <a:pt x="70485" y="107823"/>
                          </a:cubicBezTo>
                          <a:cubicBezTo>
                            <a:pt x="70199" y="107442"/>
                            <a:pt x="69913" y="107156"/>
                            <a:pt x="69628" y="106775"/>
                          </a:cubicBezTo>
                          <a:cubicBezTo>
                            <a:pt x="69533" y="106680"/>
                            <a:pt x="69533" y="106585"/>
                            <a:pt x="69437" y="106585"/>
                          </a:cubicBezTo>
                          <a:cubicBezTo>
                            <a:pt x="68675" y="105728"/>
                            <a:pt x="68008" y="104870"/>
                            <a:pt x="67246" y="104013"/>
                          </a:cubicBezTo>
                          <a:cubicBezTo>
                            <a:pt x="66675" y="103346"/>
                            <a:pt x="66104" y="102584"/>
                            <a:pt x="65532" y="101918"/>
                          </a:cubicBezTo>
                          <a:cubicBezTo>
                            <a:pt x="64675" y="100870"/>
                            <a:pt x="63722" y="99727"/>
                            <a:pt x="62865" y="98679"/>
                          </a:cubicBezTo>
                          <a:cubicBezTo>
                            <a:pt x="62770" y="98584"/>
                            <a:pt x="62675" y="98489"/>
                            <a:pt x="62675" y="98393"/>
                          </a:cubicBezTo>
                          <a:cubicBezTo>
                            <a:pt x="62389" y="98012"/>
                            <a:pt x="62103" y="97631"/>
                            <a:pt x="61817" y="97250"/>
                          </a:cubicBezTo>
                          <a:cubicBezTo>
                            <a:pt x="61722" y="97155"/>
                            <a:pt x="61722" y="97155"/>
                            <a:pt x="61627" y="97060"/>
                          </a:cubicBezTo>
                          <a:cubicBezTo>
                            <a:pt x="60960" y="96298"/>
                            <a:pt x="60388" y="95441"/>
                            <a:pt x="59817" y="94679"/>
                          </a:cubicBezTo>
                          <a:cubicBezTo>
                            <a:pt x="58769" y="93345"/>
                            <a:pt x="57721" y="91916"/>
                            <a:pt x="56769" y="90583"/>
                          </a:cubicBezTo>
                          <a:cubicBezTo>
                            <a:pt x="56483" y="90202"/>
                            <a:pt x="56197" y="89916"/>
                            <a:pt x="56007" y="89535"/>
                          </a:cubicBezTo>
                          <a:cubicBezTo>
                            <a:pt x="55912" y="89440"/>
                            <a:pt x="55817" y="89345"/>
                            <a:pt x="55817" y="89154"/>
                          </a:cubicBezTo>
                          <a:cubicBezTo>
                            <a:pt x="55817" y="89059"/>
                            <a:pt x="55721" y="89059"/>
                            <a:pt x="55721" y="88964"/>
                          </a:cubicBezTo>
                          <a:cubicBezTo>
                            <a:pt x="55626" y="88773"/>
                            <a:pt x="55531" y="88583"/>
                            <a:pt x="55340" y="88487"/>
                          </a:cubicBezTo>
                          <a:cubicBezTo>
                            <a:pt x="55150" y="88202"/>
                            <a:pt x="54959" y="88011"/>
                            <a:pt x="54769" y="87725"/>
                          </a:cubicBezTo>
                          <a:cubicBezTo>
                            <a:pt x="53530" y="86011"/>
                            <a:pt x="52388" y="84296"/>
                            <a:pt x="51245" y="82582"/>
                          </a:cubicBezTo>
                          <a:cubicBezTo>
                            <a:pt x="51149" y="82487"/>
                            <a:pt x="51054" y="82391"/>
                            <a:pt x="50959" y="82201"/>
                          </a:cubicBezTo>
                          <a:cubicBezTo>
                            <a:pt x="50768" y="81915"/>
                            <a:pt x="50578" y="81629"/>
                            <a:pt x="50387" y="81344"/>
                          </a:cubicBezTo>
                          <a:cubicBezTo>
                            <a:pt x="50387" y="81344"/>
                            <a:pt x="50387" y="81344"/>
                            <a:pt x="50387" y="81344"/>
                          </a:cubicBezTo>
                          <a:cubicBezTo>
                            <a:pt x="50292" y="81248"/>
                            <a:pt x="50292" y="81153"/>
                            <a:pt x="50197" y="81058"/>
                          </a:cubicBezTo>
                          <a:cubicBezTo>
                            <a:pt x="49244" y="79629"/>
                            <a:pt x="48292" y="78105"/>
                            <a:pt x="47434" y="76676"/>
                          </a:cubicBezTo>
                          <a:cubicBezTo>
                            <a:pt x="46958" y="75914"/>
                            <a:pt x="46482" y="75248"/>
                            <a:pt x="46101" y="74486"/>
                          </a:cubicBezTo>
                          <a:cubicBezTo>
                            <a:pt x="46101" y="74486"/>
                            <a:pt x="46101" y="74390"/>
                            <a:pt x="46006" y="74390"/>
                          </a:cubicBezTo>
                          <a:cubicBezTo>
                            <a:pt x="45911" y="74200"/>
                            <a:pt x="45815" y="74009"/>
                            <a:pt x="45720" y="73914"/>
                          </a:cubicBezTo>
                          <a:cubicBezTo>
                            <a:pt x="45720" y="73914"/>
                            <a:pt x="45720" y="73914"/>
                            <a:pt x="45720" y="73914"/>
                          </a:cubicBezTo>
                          <a:cubicBezTo>
                            <a:pt x="45529" y="73533"/>
                            <a:pt x="45339" y="73152"/>
                            <a:pt x="45053" y="72771"/>
                          </a:cubicBezTo>
                          <a:cubicBezTo>
                            <a:pt x="44958" y="72676"/>
                            <a:pt x="44958" y="72581"/>
                            <a:pt x="44863" y="72485"/>
                          </a:cubicBezTo>
                          <a:cubicBezTo>
                            <a:pt x="44672" y="72104"/>
                            <a:pt x="44482" y="71819"/>
                            <a:pt x="44291" y="71438"/>
                          </a:cubicBezTo>
                          <a:cubicBezTo>
                            <a:pt x="43625" y="70295"/>
                            <a:pt x="42958" y="69152"/>
                            <a:pt x="42291" y="67913"/>
                          </a:cubicBezTo>
                          <a:cubicBezTo>
                            <a:pt x="42291" y="67913"/>
                            <a:pt x="42291" y="67818"/>
                            <a:pt x="42196" y="67818"/>
                          </a:cubicBezTo>
                          <a:cubicBezTo>
                            <a:pt x="42005" y="67437"/>
                            <a:pt x="41815" y="67151"/>
                            <a:pt x="41624" y="66770"/>
                          </a:cubicBezTo>
                          <a:cubicBezTo>
                            <a:pt x="41434" y="66389"/>
                            <a:pt x="41243" y="66008"/>
                            <a:pt x="41053" y="65627"/>
                          </a:cubicBezTo>
                          <a:cubicBezTo>
                            <a:pt x="40291" y="64199"/>
                            <a:pt x="39529" y="62770"/>
                            <a:pt x="38862" y="61341"/>
                          </a:cubicBezTo>
                          <a:cubicBezTo>
                            <a:pt x="38862" y="61246"/>
                            <a:pt x="38767" y="61151"/>
                            <a:pt x="38767" y="61151"/>
                          </a:cubicBezTo>
                          <a:cubicBezTo>
                            <a:pt x="38576" y="60770"/>
                            <a:pt x="38291" y="60293"/>
                            <a:pt x="38100" y="59912"/>
                          </a:cubicBezTo>
                          <a:cubicBezTo>
                            <a:pt x="38100" y="59912"/>
                            <a:pt x="38100" y="59817"/>
                            <a:pt x="38005" y="59817"/>
                          </a:cubicBezTo>
                          <a:cubicBezTo>
                            <a:pt x="37909" y="59627"/>
                            <a:pt x="37814" y="59436"/>
                            <a:pt x="37719" y="59246"/>
                          </a:cubicBezTo>
                          <a:cubicBezTo>
                            <a:pt x="36862" y="57436"/>
                            <a:pt x="36100" y="55721"/>
                            <a:pt x="35338" y="53912"/>
                          </a:cubicBezTo>
                          <a:cubicBezTo>
                            <a:pt x="35242" y="53721"/>
                            <a:pt x="35147" y="53531"/>
                            <a:pt x="35147" y="53435"/>
                          </a:cubicBezTo>
                          <a:cubicBezTo>
                            <a:pt x="35147" y="53340"/>
                            <a:pt x="35052" y="53340"/>
                            <a:pt x="35052" y="53245"/>
                          </a:cubicBezTo>
                          <a:cubicBezTo>
                            <a:pt x="35052" y="53245"/>
                            <a:pt x="35052" y="53150"/>
                            <a:pt x="35052" y="53150"/>
                          </a:cubicBezTo>
                          <a:cubicBezTo>
                            <a:pt x="34195" y="51149"/>
                            <a:pt x="33528" y="49244"/>
                            <a:pt x="32766" y="47244"/>
                          </a:cubicBezTo>
                          <a:cubicBezTo>
                            <a:pt x="32766" y="47244"/>
                            <a:pt x="32766" y="47244"/>
                            <a:pt x="32766" y="47244"/>
                          </a:cubicBezTo>
                          <a:cubicBezTo>
                            <a:pt x="32671" y="47054"/>
                            <a:pt x="32671" y="46958"/>
                            <a:pt x="32575" y="46768"/>
                          </a:cubicBezTo>
                          <a:cubicBezTo>
                            <a:pt x="32575" y="46768"/>
                            <a:pt x="32575" y="46768"/>
                            <a:pt x="32575" y="46768"/>
                          </a:cubicBezTo>
                          <a:cubicBezTo>
                            <a:pt x="32385" y="46292"/>
                            <a:pt x="32290" y="45910"/>
                            <a:pt x="32195" y="45530"/>
                          </a:cubicBezTo>
                          <a:cubicBezTo>
                            <a:pt x="31718" y="44196"/>
                            <a:pt x="31337" y="42863"/>
                            <a:pt x="30956" y="41529"/>
                          </a:cubicBezTo>
                          <a:cubicBezTo>
                            <a:pt x="30956" y="41529"/>
                            <a:pt x="30956" y="41529"/>
                            <a:pt x="30956" y="41529"/>
                          </a:cubicBezTo>
                          <a:cubicBezTo>
                            <a:pt x="30861" y="41243"/>
                            <a:pt x="30766" y="40862"/>
                            <a:pt x="30671" y="40577"/>
                          </a:cubicBezTo>
                          <a:cubicBezTo>
                            <a:pt x="30575" y="40196"/>
                            <a:pt x="30480" y="39910"/>
                            <a:pt x="30385" y="39529"/>
                          </a:cubicBezTo>
                          <a:cubicBezTo>
                            <a:pt x="30004" y="38195"/>
                            <a:pt x="29718" y="36957"/>
                            <a:pt x="29528" y="35719"/>
                          </a:cubicBezTo>
                          <a:cubicBezTo>
                            <a:pt x="29528" y="35719"/>
                            <a:pt x="29528" y="35719"/>
                            <a:pt x="29528" y="35719"/>
                          </a:cubicBezTo>
                          <a:cubicBezTo>
                            <a:pt x="29432" y="35338"/>
                            <a:pt x="29337" y="34862"/>
                            <a:pt x="29242" y="34481"/>
                          </a:cubicBezTo>
                          <a:cubicBezTo>
                            <a:pt x="29242" y="34481"/>
                            <a:pt x="29242" y="34481"/>
                            <a:pt x="29242" y="34481"/>
                          </a:cubicBezTo>
                          <a:cubicBezTo>
                            <a:pt x="29242" y="34290"/>
                            <a:pt x="29242" y="34100"/>
                            <a:pt x="29146" y="34004"/>
                          </a:cubicBezTo>
                          <a:cubicBezTo>
                            <a:pt x="29146" y="34004"/>
                            <a:pt x="29146" y="34004"/>
                            <a:pt x="29146" y="33909"/>
                          </a:cubicBezTo>
                          <a:lnTo>
                            <a:pt x="29146" y="33909"/>
                          </a:lnTo>
                          <a:cubicBezTo>
                            <a:pt x="28861" y="32290"/>
                            <a:pt x="28575" y="30766"/>
                            <a:pt x="28384" y="29242"/>
                          </a:cubicBezTo>
                          <a:cubicBezTo>
                            <a:pt x="28384" y="28956"/>
                            <a:pt x="28289" y="28766"/>
                            <a:pt x="28289" y="28480"/>
                          </a:cubicBezTo>
                          <a:cubicBezTo>
                            <a:pt x="28289" y="28385"/>
                            <a:pt x="28289" y="28385"/>
                            <a:pt x="28289" y="28289"/>
                          </a:cubicBezTo>
                          <a:cubicBezTo>
                            <a:pt x="28289" y="28194"/>
                            <a:pt x="28289" y="28099"/>
                            <a:pt x="28289" y="28004"/>
                          </a:cubicBezTo>
                          <a:cubicBezTo>
                            <a:pt x="28099" y="26384"/>
                            <a:pt x="28004" y="24765"/>
                            <a:pt x="28004" y="23241"/>
                          </a:cubicBezTo>
                          <a:cubicBezTo>
                            <a:pt x="28004" y="23146"/>
                            <a:pt x="28004" y="23051"/>
                            <a:pt x="28004" y="22955"/>
                          </a:cubicBezTo>
                          <a:cubicBezTo>
                            <a:pt x="28004" y="22860"/>
                            <a:pt x="28004" y="22765"/>
                            <a:pt x="28004" y="22670"/>
                          </a:cubicBezTo>
                          <a:cubicBezTo>
                            <a:pt x="28004" y="22574"/>
                            <a:pt x="28004" y="22479"/>
                            <a:pt x="28004" y="22384"/>
                          </a:cubicBezTo>
                          <a:cubicBezTo>
                            <a:pt x="28004" y="22098"/>
                            <a:pt x="28004" y="21812"/>
                            <a:pt x="28004" y="21527"/>
                          </a:cubicBezTo>
                          <a:cubicBezTo>
                            <a:pt x="28004" y="20479"/>
                            <a:pt x="28004" y="19336"/>
                            <a:pt x="28099" y="18288"/>
                          </a:cubicBezTo>
                          <a:cubicBezTo>
                            <a:pt x="28099" y="17907"/>
                            <a:pt x="28194" y="17431"/>
                            <a:pt x="28194" y="17050"/>
                          </a:cubicBezTo>
                          <a:cubicBezTo>
                            <a:pt x="28194" y="16955"/>
                            <a:pt x="28194" y="16859"/>
                            <a:pt x="28194" y="16764"/>
                          </a:cubicBezTo>
                          <a:cubicBezTo>
                            <a:pt x="28194" y="16478"/>
                            <a:pt x="28289" y="16097"/>
                            <a:pt x="28289" y="15812"/>
                          </a:cubicBezTo>
                          <a:cubicBezTo>
                            <a:pt x="28384" y="14954"/>
                            <a:pt x="28575" y="14192"/>
                            <a:pt x="28670" y="13335"/>
                          </a:cubicBezTo>
                          <a:cubicBezTo>
                            <a:pt x="28766" y="12859"/>
                            <a:pt x="28861" y="12287"/>
                            <a:pt x="28956" y="11811"/>
                          </a:cubicBezTo>
                          <a:cubicBezTo>
                            <a:pt x="29051" y="11430"/>
                            <a:pt x="29146" y="11049"/>
                            <a:pt x="29242" y="10668"/>
                          </a:cubicBezTo>
                          <a:cubicBezTo>
                            <a:pt x="29242" y="10573"/>
                            <a:pt x="29242" y="10478"/>
                            <a:pt x="29337" y="10382"/>
                          </a:cubicBezTo>
                          <a:cubicBezTo>
                            <a:pt x="29432" y="10097"/>
                            <a:pt x="29528" y="9906"/>
                            <a:pt x="29623" y="9620"/>
                          </a:cubicBezTo>
                          <a:cubicBezTo>
                            <a:pt x="29718" y="9049"/>
                            <a:pt x="29908" y="8573"/>
                            <a:pt x="30099" y="8096"/>
                          </a:cubicBezTo>
                          <a:cubicBezTo>
                            <a:pt x="30194" y="7906"/>
                            <a:pt x="30194" y="7620"/>
                            <a:pt x="30290" y="7430"/>
                          </a:cubicBezTo>
                          <a:cubicBezTo>
                            <a:pt x="30480" y="6858"/>
                            <a:pt x="30671" y="6382"/>
                            <a:pt x="30861" y="5810"/>
                          </a:cubicBezTo>
                          <a:cubicBezTo>
                            <a:pt x="31051" y="5334"/>
                            <a:pt x="31147" y="4953"/>
                            <a:pt x="31337" y="4477"/>
                          </a:cubicBezTo>
                          <a:cubicBezTo>
                            <a:pt x="31528" y="4001"/>
                            <a:pt x="31718" y="3620"/>
                            <a:pt x="31909" y="3143"/>
                          </a:cubicBezTo>
                          <a:cubicBezTo>
                            <a:pt x="32099" y="2762"/>
                            <a:pt x="32290" y="2381"/>
                            <a:pt x="32480" y="2000"/>
                          </a:cubicBezTo>
                          <a:cubicBezTo>
                            <a:pt x="32861" y="1334"/>
                            <a:pt x="33147" y="667"/>
                            <a:pt x="33528" y="0"/>
                          </a:cubicBezTo>
                          <a:lnTo>
                            <a:pt x="5429" y="47911"/>
                          </a:lnTo>
                          <a:cubicBezTo>
                            <a:pt x="4572" y="49340"/>
                            <a:pt x="3905" y="50864"/>
                            <a:pt x="3238" y="52388"/>
                          </a:cubicBezTo>
                          <a:cubicBezTo>
                            <a:pt x="3048" y="52769"/>
                            <a:pt x="2858" y="53245"/>
                            <a:pt x="2762" y="53721"/>
                          </a:cubicBezTo>
                          <a:cubicBezTo>
                            <a:pt x="2286" y="54959"/>
                            <a:pt x="1905" y="56198"/>
                            <a:pt x="1524" y="57531"/>
                          </a:cubicBezTo>
                          <a:cubicBezTo>
                            <a:pt x="1429" y="57722"/>
                            <a:pt x="1429" y="57912"/>
                            <a:pt x="1333" y="58198"/>
                          </a:cubicBezTo>
                          <a:cubicBezTo>
                            <a:pt x="1333" y="58293"/>
                            <a:pt x="1238" y="58484"/>
                            <a:pt x="1238" y="58579"/>
                          </a:cubicBezTo>
                          <a:cubicBezTo>
                            <a:pt x="857" y="60293"/>
                            <a:pt x="571" y="62008"/>
                            <a:pt x="286" y="63722"/>
                          </a:cubicBezTo>
                          <a:cubicBezTo>
                            <a:pt x="191" y="64103"/>
                            <a:pt x="191" y="64580"/>
                            <a:pt x="191" y="64960"/>
                          </a:cubicBezTo>
                          <a:cubicBezTo>
                            <a:pt x="95" y="66389"/>
                            <a:pt x="0" y="67913"/>
                            <a:pt x="0" y="69437"/>
                          </a:cubicBezTo>
                          <a:cubicBezTo>
                            <a:pt x="0" y="69723"/>
                            <a:pt x="0" y="70009"/>
                            <a:pt x="0" y="70199"/>
                          </a:cubicBezTo>
                          <a:cubicBezTo>
                            <a:pt x="0" y="70390"/>
                            <a:pt x="0" y="70676"/>
                            <a:pt x="0" y="70866"/>
                          </a:cubicBezTo>
                          <a:cubicBezTo>
                            <a:pt x="0" y="72581"/>
                            <a:pt x="95" y="74200"/>
                            <a:pt x="286" y="76010"/>
                          </a:cubicBezTo>
                          <a:cubicBezTo>
                            <a:pt x="286" y="76105"/>
                            <a:pt x="286" y="76200"/>
                            <a:pt x="286" y="76295"/>
                          </a:cubicBezTo>
                          <a:cubicBezTo>
                            <a:pt x="476" y="78105"/>
                            <a:pt x="762" y="80010"/>
                            <a:pt x="1143" y="81820"/>
                          </a:cubicBezTo>
                          <a:cubicBezTo>
                            <a:pt x="1143" y="82010"/>
                            <a:pt x="1238" y="82201"/>
                            <a:pt x="1238" y="82296"/>
                          </a:cubicBezTo>
                          <a:cubicBezTo>
                            <a:pt x="1333" y="82677"/>
                            <a:pt x="1429" y="83153"/>
                            <a:pt x="1524" y="83534"/>
                          </a:cubicBezTo>
                          <a:cubicBezTo>
                            <a:pt x="1810" y="84773"/>
                            <a:pt x="2096" y="86106"/>
                            <a:pt x="2476" y="87344"/>
                          </a:cubicBezTo>
                          <a:cubicBezTo>
                            <a:pt x="2667" y="88011"/>
                            <a:pt x="2858" y="88678"/>
                            <a:pt x="3048" y="89345"/>
                          </a:cubicBezTo>
                          <a:cubicBezTo>
                            <a:pt x="3429" y="90678"/>
                            <a:pt x="3905" y="92012"/>
                            <a:pt x="4286" y="93440"/>
                          </a:cubicBezTo>
                          <a:cubicBezTo>
                            <a:pt x="4382" y="93821"/>
                            <a:pt x="4572" y="94298"/>
                            <a:pt x="4667" y="94679"/>
                          </a:cubicBezTo>
                          <a:cubicBezTo>
                            <a:pt x="4763" y="94869"/>
                            <a:pt x="4763" y="95060"/>
                            <a:pt x="4858" y="95250"/>
                          </a:cubicBezTo>
                          <a:cubicBezTo>
                            <a:pt x="5525" y="97155"/>
                            <a:pt x="6287" y="99155"/>
                            <a:pt x="7144" y="101156"/>
                          </a:cubicBezTo>
                          <a:cubicBezTo>
                            <a:pt x="7144" y="101251"/>
                            <a:pt x="7239" y="101346"/>
                            <a:pt x="7239" y="101441"/>
                          </a:cubicBezTo>
                          <a:cubicBezTo>
                            <a:pt x="8001" y="103346"/>
                            <a:pt x="8954" y="105347"/>
                            <a:pt x="9811" y="107252"/>
                          </a:cubicBezTo>
                          <a:cubicBezTo>
                            <a:pt x="9906" y="107442"/>
                            <a:pt x="10001" y="107633"/>
                            <a:pt x="10096" y="107823"/>
                          </a:cubicBezTo>
                          <a:cubicBezTo>
                            <a:pt x="10287" y="108299"/>
                            <a:pt x="10573" y="108776"/>
                            <a:pt x="10763" y="109252"/>
                          </a:cubicBezTo>
                          <a:cubicBezTo>
                            <a:pt x="11525" y="110776"/>
                            <a:pt x="12287" y="112205"/>
                            <a:pt x="13049" y="113729"/>
                          </a:cubicBezTo>
                          <a:cubicBezTo>
                            <a:pt x="13430" y="114491"/>
                            <a:pt x="13811" y="115157"/>
                            <a:pt x="14288" y="115919"/>
                          </a:cubicBezTo>
                          <a:cubicBezTo>
                            <a:pt x="15145" y="117443"/>
                            <a:pt x="16002" y="118967"/>
                            <a:pt x="16954" y="120491"/>
                          </a:cubicBezTo>
                          <a:cubicBezTo>
                            <a:pt x="17240" y="120968"/>
                            <a:pt x="17526" y="121444"/>
                            <a:pt x="17812" y="121825"/>
                          </a:cubicBezTo>
                          <a:cubicBezTo>
                            <a:pt x="17907" y="122015"/>
                            <a:pt x="18002" y="122206"/>
                            <a:pt x="18193" y="122396"/>
                          </a:cubicBezTo>
                          <a:cubicBezTo>
                            <a:pt x="19621" y="124682"/>
                            <a:pt x="21050" y="126968"/>
                            <a:pt x="22574" y="129350"/>
                          </a:cubicBezTo>
                          <a:cubicBezTo>
                            <a:pt x="22860" y="129826"/>
                            <a:pt x="23146" y="130207"/>
                            <a:pt x="23432" y="130683"/>
                          </a:cubicBezTo>
                          <a:cubicBezTo>
                            <a:pt x="24765" y="132588"/>
                            <a:pt x="26099" y="134588"/>
                            <a:pt x="27527" y="136589"/>
                          </a:cubicBezTo>
                          <a:cubicBezTo>
                            <a:pt x="27813" y="136970"/>
                            <a:pt x="28004" y="137255"/>
                            <a:pt x="28289" y="137636"/>
                          </a:cubicBezTo>
                          <a:cubicBezTo>
                            <a:pt x="28575" y="138017"/>
                            <a:pt x="28766" y="138303"/>
                            <a:pt x="29051" y="138684"/>
                          </a:cubicBezTo>
                          <a:cubicBezTo>
                            <a:pt x="30956" y="141256"/>
                            <a:pt x="32861" y="143828"/>
                            <a:pt x="34957" y="146495"/>
                          </a:cubicBezTo>
                          <a:cubicBezTo>
                            <a:pt x="35052" y="146590"/>
                            <a:pt x="35147" y="146685"/>
                            <a:pt x="35242" y="146876"/>
                          </a:cubicBezTo>
                          <a:cubicBezTo>
                            <a:pt x="37433" y="149638"/>
                            <a:pt x="39624" y="152305"/>
                            <a:pt x="42005" y="155067"/>
                          </a:cubicBezTo>
                          <a:cubicBezTo>
                            <a:pt x="42291" y="155353"/>
                            <a:pt x="42577" y="155734"/>
                            <a:pt x="42863" y="156020"/>
                          </a:cubicBezTo>
                          <a:cubicBezTo>
                            <a:pt x="43339" y="156591"/>
                            <a:pt x="43815" y="157067"/>
                            <a:pt x="44196" y="157639"/>
                          </a:cubicBezTo>
                          <a:cubicBezTo>
                            <a:pt x="45053" y="158687"/>
                            <a:pt x="45911" y="159639"/>
                            <a:pt x="46863" y="160687"/>
                          </a:cubicBezTo>
                          <a:cubicBezTo>
                            <a:pt x="47816" y="161735"/>
                            <a:pt x="48768" y="162782"/>
                            <a:pt x="49721" y="163830"/>
                          </a:cubicBezTo>
                          <a:cubicBezTo>
                            <a:pt x="50673" y="164878"/>
                            <a:pt x="51530" y="165830"/>
                            <a:pt x="52483" y="166878"/>
                          </a:cubicBezTo>
                          <a:cubicBezTo>
                            <a:pt x="53435" y="167926"/>
                            <a:pt x="54483" y="168974"/>
                            <a:pt x="55436" y="170021"/>
                          </a:cubicBezTo>
                          <a:cubicBezTo>
                            <a:pt x="56388" y="171069"/>
                            <a:pt x="57341" y="172022"/>
                            <a:pt x="58388" y="173069"/>
                          </a:cubicBezTo>
                          <a:cubicBezTo>
                            <a:pt x="59436" y="174117"/>
                            <a:pt x="60484" y="175165"/>
                            <a:pt x="61532" y="176308"/>
                          </a:cubicBezTo>
                          <a:cubicBezTo>
                            <a:pt x="62579" y="177356"/>
                            <a:pt x="63532" y="178308"/>
                            <a:pt x="64579" y="179356"/>
                          </a:cubicBezTo>
                          <a:cubicBezTo>
                            <a:pt x="65056" y="179832"/>
                            <a:pt x="65532" y="180308"/>
                            <a:pt x="66008" y="180785"/>
                          </a:cubicBezTo>
                          <a:cubicBezTo>
                            <a:pt x="66389" y="181166"/>
                            <a:pt x="66675" y="181451"/>
                            <a:pt x="67056" y="181832"/>
                          </a:cubicBezTo>
                          <a:cubicBezTo>
                            <a:pt x="70199" y="184880"/>
                            <a:pt x="73438" y="187928"/>
                            <a:pt x="76771" y="191072"/>
                          </a:cubicBezTo>
                          <a:cubicBezTo>
                            <a:pt x="77057" y="191357"/>
                            <a:pt x="77343" y="191548"/>
                            <a:pt x="77629" y="191834"/>
                          </a:cubicBezTo>
                          <a:cubicBezTo>
                            <a:pt x="80867" y="194786"/>
                            <a:pt x="84106" y="197739"/>
                            <a:pt x="87535" y="200692"/>
                          </a:cubicBezTo>
                          <a:cubicBezTo>
                            <a:pt x="88201" y="201263"/>
                            <a:pt x="88868" y="201835"/>
                            <a:pt x="89535" y="202406"/>
                          </a:cubicBezTo>
                          <a:cubicBezTo>
                            <a:pt x="93059" y="205454"/>
                            <a:pt x="96679" y="208502"/>
                            <a:pt x="100393" y="211550"/>
                          </a:cubicBezTo>
                          <a:cubicBezTo>
                            <a:pt x="101155" y="212217"/>
                            <a:pt x="101917" y="212789"/>
                            <a:pt x="102679" y="213455"/>
                          </a:cubicBezTo>
                          <a:cubicBezTo>
                            <a:pt x="106585" y="216599"/>
                            <a:pt x="110490" y="219742"/>
                            <a:pt x="114681" y="222885"/>
                          </a:cubicBezTo>
                          <a:cubicBezTo>
                            <a:pt x="118491" y="225838"/>
                            <a:pt x="122301" y="228695"/>
                            <a:pt x="126206" y="231553"/>
                          </a:cubicBezTo>
                          <a:cubicBezTo>
                            <a:pt x="127445" y="232505"/>
                            <a:pt x="128778" y="233363"/>
                            <a:pt x="130016" y="234315"/>
                          </a:cubicBezTo>
                          <a:cubicBezTo>
                            <a:pt x="132683" y="236220"/>
                            <a:pt x="135255" y="238125"/>
                            <a:pt x="137922" y="239935"/>
                          </a:cubicBezTo>
                          <a:cubicBezTo>
                            <a:pt x="139446" y="240983"/>
                            <a:pt x="140970" y="242030"/>
                            <a:pt x="142399" y="243078"/>
                          </a:cubicBezTo>
                          <a:cubicBezTo>
                            <a:pt x="144875" y="244793"/>
                            <a:pt x="147352" y="246507"/>
                            <a:pt x="149924" y="248126"/>
                          </a:cubicBezTo>
                          <a:cubicBezTo>
                            <a:pt x="151447" y="249174"/>
                            <a:pt x="153067" y="250222"/>
                            <a:pt x="154591" y="251270"/>
                          </a:cubicBezTo>
                          <a:cubicBezTo>
                            <a:pt x="157067" y="252889"/>
                            <a:pt x="159639" y="254603"/>
                            <a:pt x="162211" y="256223"/>
                          </a:cubicBezTo>
                          <a:cubicBezTo>
                            <a:pt x="163163" y="256889"/>
                            <a:pt x="164116" y="257461"/>
                            <a:pt x="165163" y="258128"/>
                          </a:cubicBezTo>
                          <a:cubicBezTo>
                            <a:pt x="165640" y="258413"/>
                            <a:pt x="166021" y="258699"/>
                            <a:pt x="166497" y="258985"/>
                          </a:cubicBezTo>
                          <a:cubicBezTo>
                            <a:pt x="171450" y="262128"/>
                            <a:pt x="176498" y="265176"/>
                            <a:pt x="181451" y="268129"/>
                          </a:cubicBezTo>
                          <a:cubicBezTo>
                            <a:pt x="182404" y="268700"/>
                            <a:pt x="183261" y="269177"/>
                            <a:pt x="184213" y="269748"/>
                          </a:cubicBezTo>
                          <a:cubicBezTo>
                            <a:pt x="188595" y="272320"/>
                            <a:pt x="193072" y="274892"/>
                            <a:pt x="197549" y="277368"/>
                          </a:cubicBezTo>
                          <a:cubicBezTo>
                            <a:pt x="198215" y="277749"/>
                            <a:pt x="198977" y="278130"/>
                            <a:pt x="199644" y="278511"/>
                          </a:cubicBezTo>
                          <a:cubicBezTo>
                            <a:pt x="200120" y="278797"/>
                            <a:pt x="200501" y="278987"/>
                            <a:pt x="200978" y="279273"/>
                          </a:cubicBezTo>
                          <a:cubicBezTo>
                            <a:pt x="204311" y="281083"/>
                            <a:pt x="207645" y="282893"/>
                            <a:pt x="211074" y="284702"/>
                          </a:cubicBezTo>
                          <a:cubicBezTo>
                            <a:pt x="211931" y="285179"/>
                            <a:pt x="212788" y="285655"/>
                            <a:pt x="213550" y="286036"/>
                          </a:cubicBezTo>
                          <a:cubicBezTo>
                            <a:pt x="217742" y="288227"/>
                            <a:pt x="221933" y="290417"/>
                            <a:pt x="226124" y="292418"/>
                          </a:cubicBezTo>
                          <a:cubicBezTo>
                            <a:pt x="226314" y="292513"/>
                            <a:pt x="226600" y="292608"/>
                            <a:pt x="226790" y="292703"/>
                          </a:cubicBezTo>
                          <a:cubicBezTo>
                            <a:pt x="228124" y="293370"/>
                            <a:pt x="229362" y="293942"/>
                            <a:pt x="230696" y="294608"/>
                          </a:cubicBezTo>
                          <a:cubicBezTo>
                            <a:pt x="233077" y="295751"/>
                            <a:pt x="235458" y="296990"/>
                            <a:pt x="237839" y="298037"/>
                          </a:cubicBezTo>
                          <a:cubicBezTo>
                            <a:pt x="239459" y="298799"/>
                            <a:pt x="241078" y="299561"/>
                            <a:pt x="242792" y="300323"/>
                          </a:cubicBezTo>
                          <a:cubicBezTo>
                            <a:pt x="245078" y="301371"/>
                            <a:pt x="247364" y="302419"/>
                            <a:pt x="249555" y="303467"/>
                          </a:cubicBezTo>
                          <a:cubicBezTo>
                            <a:pt x="250031" y="303657"/>
                            <a:pt x="250508" y="303848"/>
                            <a:pt x="250984" y="304133"/>
                          </a:cubicBezTo>
                          <a:cubicBezTo>
                            <a:pt x="252317" y="304705"/>
                            <a:pt x="253651" y="305276"/>
                            <a:pt x="254984" y="305943"/>
                          </a:cubicBezTo>
                          <a:cubicBezTo>
                            <a:pt x="256889" y="306800"/>
                            <a:pt x="258890" y="307658"/>
                            <a:pt x="260795" y="308420"/>
                          </a:cubicBezTo>
                          <a:cubicBezTo>
                            <a:pt x="262604" y="309182"/>
                            <a:pt x="264414" y="309944"/>
                            <a:pt x="266224" y="310706"/>
                          </a:cubicBezTo>
                          <a:cubicBezTo>
                            <a:pt x="268129" y="311468"/>
                            <a:pt x="270034" y="312325"/>
                            <a:pt x="271939" y="313087"/>
                          </a:cubicBezTo>
                          <a:cubicBezTo>
                            <a:pt x="272510" y="313277"/>
                            <a:pt x="272987" y="313468"/>
                            <a:pt x="273558" y="313754"/>
                          </a:cubicBezTo>
                          <a:cubicBezTo>
                            <a:pt x="274892" y="314325"/>
                            <a:pt x="276225" y="314801"/>
                            <a:pt x="277559" y="315373"/>
                          </a:cubicBezTo>
                          <a:cubicBezTo>
                            <a:pt x="279368" y="316040"/>
                            <a:pt x="281178" y="316802"/>
                            <a:pt x="282892" y="317468"/>
                          </a:cubicBezTo>
                          <a:cubicBezTo>
                            <a:pt x="284797" y="318135"/>
                            <a:pt x="286607" y="318897"/>
                            <a:pt x="288512" y="319564"/>
                          </a:cubicBezTo>
                          <a:cubicBezTo>
                            <a:pt x="290322" y="320231"/>
                            <a:pt x="292037" y="320897"/>
                            <a:pt x="293846" y="321469"/>
                          </a:cubicBezTo>
                          <a:cubicBezTo>
                            <a:pt x="294322" y="321659"/>
                            <a:pt x="294799" y="321850"/>
                            <a:pt x="295275" y="321945"/>
                          </a:cubicBezTo>
                          <a:cubicBezTo>
                            <a:pt x="296609" y="322421"/>
                            <a:pt x="297942" y="322898"/>
                            <a:pt x="299275" y="323279"/>
                          </a:cubicBezTo>
                          <a:cubicBezTo>
                            <a:pt x="301085" y="323850"/>
                            <a:pt x="302895" y="324517"/>
                            <a:pt x="304705" y="325088"/>
                          </a:cubicBezTo>
                          <a:cubicBezTo>
                            <a:pt x="306515" y="325660"/>
                            <a:pt x="308229" y="326231"/>
                            <a:pt x="310039" y="326803"/>
                          </a:cubicBezTo>
                          <a:cubicBezTo>
                            <a:pt x="311849" y="327374"/>
                            <a:pt x="313563" y="327946"/>
                            <a:pt x="315373" y="328422"/>
                          </a:cubicBezTo>
                          <a:cubicBezTo>
                            <a:pt x="315849" y="328517"/>
                            <a:pt x="316325" y="328708"/>
                            <a:pt x="316801" y="328803"/>
                          </a:cubicBezTo>
                          <a:cubicBezTo>
                            <a:pt x="317945" y="329184"/>
                            <a:pt x="319183" y="329470"/>
                            <a:pt x="320326" y="329851"/>
                          </a:cubicBezTo>
                          <a:cubicBezTo>
                            <a:pt x="322231" y="330422"/>
                            <a:pt x="324231" y="330994"/>
                            <a:pt x="326136" y="331470"/>
                          </a:cubicBezTo>
                          <a:cubicBezTo>
                            <a:pt x="327755" y="331946"/>
                            <a:pt x="329375" y="332327"/>
                            <a:pt x="330994" y="332804"/>
                          </a:cubicBezTo>
                          <a:cubicBezTo>
                            <a:pt x="332899" y="333280"/>
                            <a:pt x="334804" y="333756"/>
                            <a:pt x="336613" y="334232"/>
                          </a:cubicBezTo>
                          <a:cubicBezTo>
                            <a:pt x="337185" y="334423"/>
                            <a:pt x="337852" y="334518"/>
                            <a:pt x="338423" y="334613"/>
                          </a:cubicBezTo>
                          <a:cubicBezTo>
                            <a:pt x="339280" y="334804"/>
                            <a:pt x="340138" y="334994"/>
                            <a:pt x="341090" y="335280"/>
                          </a:cubicBezTo>
                          <a:cubicBezTo>
                            <a:pt x="343376" y="335852"/>
                            <a:pt x="345567" y="336328"/>
                            <a:pt x="347758" y="336804"/>
                          </a:cubicBezTo>
                          <a:cubicBezTo>
                            <a:pt x="349187" y="337090"/>
                            <a:pt x="350615" y="337376"/>
                            <a:pt x="352044" y="337661"/>
                          </a:cubicBezTo>
                          <a:cubicBezTo>
                            <a:pt x="354235" y="338138"/>
                            <a:pt x="356425" y="338519"/>
                            <a:pt x="358521" y="338900"/>
                          </a:cubicBezTo>
                          <a:cubicBezTo>
                            <a:pt x="359378" y="339090"/>
                            <a:pt x="360331" y="339185"/>
                            <a:pt x="361188" y="339376"/>
                          </a:cubicBezTo>
                          <a:cubicBezTo>
                            <a:pt x="361855" y="339471"/>
                            <a:pt x="362521" y="339662"/>
                            <a:pt x="363284" y="339757"/>
                          </a:cubicBezTo>
                          <a:cubicBezTo>
                            <a:pt x="364046" y="339852"/>
                            <a:pt x="364808" y="340043"/>
                            <a:pt x="365570" y="340138"/>
                          </a:cubicBezTo>
                          <a:cubicBezTo>
                            <a:pt x="368046" y="340519"/>
                            <a:pt x="370522" y="340900"/>
                            <a:pt x="372904" y="341186"/>
                          </a:cubicBezTo>
                          <a:cubicBezTo>
                            <a:pt x="373285" y="341186"/>
                            <a:pt x="373571" y="341281"/>
                            <a:pt x="373951" y="341281"/>
                          </a:cubicBezTo>
                          <a:cubicBezTo>
                            <a:pt x="376714" y="341567"/>
                            <a:pt x="379381" y="341852"/>
                            <a:pt x="381953" y="342138"/>
                          </a:cubicBezTo>
                          <a:cubicBezTo>
                            <a:pt x="382619" y="342233"/>
                            <a:pt x="383286" y="342233"/>
                            <a:pt x="384048" y="342329"/>
                          </a:cubicBezTo>
                          <a:cubicBezTo>
                            <a:pt x="385000" y="342424"/>
                            <a:pt x="385953" y="342424"/>
                            <a:pt x="386810" y="342519"/>
                          </a:cubicBezTo>
                          <a:cubicBezTo>
                            <a:pt x="387763" y="342614"/>
                            <a:pt x="388811" y="342614"/>
                            <a:pt x="389763" y="342710"/>
                          </a:cubicBezTo>
                          <a:cubicBezTo>
                            <a:pt x="390716" y="342805"/>
                            <a:pt x="391573" y="342805"/>
                            <a:pt x="392525" y="342805"/>
                          </a:cubicBezTo>
                          <a:cubicBezTo>
                            <a:pt x="394525" y="342900"/>
                            <a:pt x="396526" y="342900"/>
                            <a:pt x="398431" y="342900"/>
                          </a:cubicBezTo>
                          <a:cubicBezTo>
                            <a:pt x="399002" y="342900"/>
                            <a:pt x="399669" y="342900"/>
                            <a:pt x="400241" y="342900"/>
                          </a:cubicBezTo>
                          <a:cubicBezTo>
                            <a:pt x="402717" y="342900"/>
                            <a:pt x="405193" y="342805"/>
                            <a:pt x="407670" y="342710"/>
                          </a:cubicBezTo>
                          <a:cubicBezTo>
                            <a:pt x="408242" y="342710"/>
                            <a:pt x="408813" y="342614"/>
                            <a:pt x="409384" y="342614"/>
                          </a:cubicBezTo>
                          <a:cubicBezTo>
                            <a:pt x="411194" y="342519"/>
                            <a:pt x="413004" y="342329"/>
                            <a:pt x="414718" y="342138"/>
                          </a:cubicBezTo>
                          <a:cubicBezTo>
                            <a:pt x="415480" y="342043"/>
                            <a:pt x="416338" y="341948"/>
                            <a:pt x="417100" y="341852"/>
                          </a:cubicBezTo>
                          <a:cubicBezTo>
                            <a:pt x="418624" y="341662"/>
                            <a:pt x="420148" y="341471"/>
                            <a:pt x="421576" y="341186"/>
                          </a:cubicBezTo>
                          <a:cubicBezTo>
                            <a:pt x="422338" y="341090"/>
                            <a:pt x="423196" y="340900"/>
                            <a:pt x="423958" y="340805"/>
                          </a:cubicBezTo>
                          <a:cubicBezTo>
                            <a:pt x="425482" y="340519"/>
                            <a:pt x="426911" y="340233"/>
                            <a:pt x="428339" y="339852"/>
                          </a:cubicBezTo>
                          <a:cubicBezTo>
                            <a:pt x="429006" y="339662"/>
                            <a:pt x="429673" y="339566"/>
                            <a:pt x="430340" y="339376"/>
                          </a:cubicBezTo>
                          <a:cubicBezTo>
                            <a:pt x="432340" y="338900"/>
                            <a:pt x="434340" y="338328"/>
                            <a:pt x="436245" y="337661"/>
                          </a:cubicBezTo>
                          <a:cubicBezTo>
                            <a:pt x="449390" y="333280"/>
                            <a:pt x="458534" y="326231"/>
                            <a:pt x="463867" y="317183"/>
                          </a:cubicBezTo>
                          <a:lnTo>
                            <a:pt x="491966" y="269272"/>
                          </a:lnTo>
                          <a:cubicBezTo>
                            <a:pt x="491776" y="268700"/>
                            <a:pt x="491585" y="268986"/>
                            <a:pt x="491395" y="269272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F7D2">
                            <a:alpha val="100000"/>
                          </a:srgbClr>
                        </a:gs>
                        <a:gs pos="17090">
                          <a:srgbClr val="E8A027">
                            <a:alpha val="100000"/>
                          </a:srgbClr>
                        </a:gs>
                        <a:gs pos="34580">
                          <a:srgbClr val="965200">
                            <a:alpha val="100000"/>
                          </a:srgbClr>
                        </a:gs>
                        <a:gs pos="60439">
                          <a:srgbClr val="965200">
                            <a:alpha val="100000"/>
                          </a:srgbClr>
                        </a:gs>
                        <a:gs pos="83370">
                          <a:srgbClr val="E8A027">
                            <a:alpha val="100000"/>
                          </a:srgbClr>
                        </a:gs>
                        <a:gs pos="99910">
                          <a:srgbClr val="FFD108">
                            <a:alpha val="100000"/>
                          </a:srgbClr>
                        </a:gs>
                      </a:gsLst>
                      <a:lin ang="144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33" name="AutoShape 133"/>
                  <p:cNvSpPr/>
                  <p:nvPr/>
                </p:nvSpPr>
                <p:spPr>
                  <a:xfrm>
                    <a:off x="11665385" y="914913"/>
                    <a:ext cx="4502" cy="2495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527970">
                        <a:moveTo>
                          <a:pt x="0" y="0"/>
                        </a:moveTo>
                        <a:lnTo>
                          <a:pt x="0" y="527971"/>
                        </a:lnTo>
                      </a:path>
                    </a:pathLst>
                  </a:custGeom>
                  <a:ln w="19050">
                    <a:solidFill>
                      <a:srgbClr val="6C91EA">
                        <a:alpha val="100000"/>
                      </a:srgbClr>
                    </a:solidFill>
                    <a:headEnd type="none"/>
                    <a:tailEnd type="none"/>
                  </a:ln>
                </p:spPr>
              </p:sp>
              <p:sp>
                <p:nvSpPr>
                  <p:cNvPr id="134" name="AutoShape 134"/>
                  <p:cNvSpPr/>
                  <p:nvPr/>
                </p:nvSpPr>
                <p:spPr>
                  <a:xfrm>
                    <a:off x="11809127" y="771036"/>
                    <a:ext cx="4502" cy="2495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527970">
                        <a:moveTo>
                          <a:pt x="0" y="0"/>
                        </a:moveTo>
                        <a:lnTo>
                          <a:pt x="0" y="527971"/>
                        </a:lnTo>
                      </a:path>
                    </a:pathLst>
                  </a:custGeom>
                  <a:ln w="19050">
                    <a:solidFill>
                      <a:srgbClr val="6C91EA">
                        <a:alpha val="100000"/>
                      </a:srgbClr>
                    </a:solidFill>
                    <a:headEnd type="none"/>
                    <a:tailEnd type="none"/>
                  </a:ln>
                </p:spPr>
              </p:sp>
            </p:grpSp>
            <p:grpSp>
              <p:nvGrpSpPr>
                <p:cNvPr id="135" name="Group 135"/>
                <p:cNvGrpSpPr/>
                <p:nvPr/>
              </p:nvGrpSpPr>
              <p:grpSpPr>
                <a:xfrm rot="0">
                  <a:off x="10569804" y="1011282"/>
                  <a:ext cx="569929" cy="376049"/>
                  <a:chOff x="-2332164" y="8827907"/>
                  <a:chExt cx="2491821" cy="1644150"/>
                </a:xfrm>
              </p:grpSpPr>
              <p:sp>
                <p:nvSpPr>
                  <p:cNvPr id="136" name="AutoShape 136"/>
                  <p:cNvSpPr/>
                  <p:nvPr/>
                </p:nvSpPr>
                <p:spPr>
                  <a:xfrm>
                    <a:off x="-1530001" y="9214766"/>
                    <a:ext cx="216185" cy="2104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167">
                        <a:moveTo>
                          <a:pt x="10" y="10"/>
                        </a:moveTo>
                        <a:cubicBezTo>
                          <a:pt x="20" y="0"/>
                          <a:pt x="37" y="0"/>
                          <a:pt x="47" y="10"/>
                        </a:cubicBezTo>
                        <a:cubicBezTo>
                          <a:pt x="157" y="120"/>
                          <a:pt x="157" y="120"/>
                          <a:pt x="157" y="120"/>
                        </a:cubicBezTo>
                        <a:cubicBezTo>
                          <a:pt x="167" y="130"/>
                          <a:pt x="167" y="146"/>
                          <a:pt x="157" y="157"/>
                        </a:cubicBezTo>
                        <a:cubicBezTo>
                          <a:pt x="147" y="167"/>
                          <a:pt x="130" y="167"/>
                          <a:pt x="120" y="157"/>
                        </a:cubicBezTo>
                        <a:cubicBezTo>
                          <a:pt x="10" y="47"/>
                          <a:pt x="10" y="47"/>
                          <a:pt x="10" y="47"/>
                        </a:cubicBezTo>
                        <a:cubicBezTo>
                          <a:pt x="0" y="37"/>
                          <a:pt x="0" y="20"/>
                          <a:pt x="10" y="10"/>
                        </a:cubicBezTo>
                      </a:path>
                    </a:pathLst>
                  </a:custGeom>
                  <a:solidFill>
                    <a:srgbClr val="2E363E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37" name="AutoShape 137"/>
                  <p:cNvSpPr/>
                  <p:nvPr/>
                </p:nvSpPr>
                <p:spPr>
                  <a:xfrm>
                    <a:off x="-2195627" y="9504908"/>
                    <a:ext cx="68269" cy="2673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" h="208">
                        <a:moveTo>
                          <a:pt x="27" y="0"/>
                        </a:moveTo>
                        <a:cubicBezTo>
                          <a:pt x="41" y="0"/>
                          <a:pt x="53" y="12"/>
                          <a:pt x="53" y="26"/>
                        </a:cubicBezTo>
                        <a:cubicBezTo>
                          <a:pt x="53" y="182"/>
                          <a:pt x="53" y="182"/>
                          <a:pt x="53" y="182"/>
                        </a:cubicBezTo>
                        <a:cubicBezTo>
                          <a:pt x="53" y="196"/>
                          <a:pt x="42" y="208"/>
                          <a:pt x="27" y="208"/>
                        </a:cubicBezTo>
                        <a:cubicBezTo>
                          <a:pt x="13" y="208"/>
                          <a:pt x="1" y="196"/>
                          <a:pt x="1" y="182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0" y="12"/>
                          <a:pt x="12" y="0"/>
                          <a:pt x="27" y="0"/>
                        </a:cubicBezTo>
                      </a:path>
                    </a:pathLst>
                  </a:custGeom>
                  <a:solidFill>
                    <a:srgbClr val="2E363E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38" name="AutoShape 138"/>
                  <p:cNvSpPr/>
                  <p:nvPr/>
                </p:nvSpPr>
                <p:spPr>
                  <a:xfrm>
                    <a:off x="-2195627" y="9504908"/>
                    <a:ext cx="34134" cy="2673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" h="208">
                        <a:moveTo>
                          <a:pt x="29" y="0"/>
                        </a:moveTo>
                        <a:cubicBezTo>
                          <a:pt x="29" y="207"/>
                          <a:pt x="29" y="207"/>
                          <a:pt x="29" y="207"/>
                        </a:cubicBezTo>
                        <a:cubicBezTo>
                          <a:pt x="29" y="208"/>
                          <a:pt x="28" y="206"/>
                          <a:pt x="27" y="206"/>
                        </a:cubicBezTo>
                        <a:cubicBezTo>
                          <a:pt x="27" y="206"/>
                          <a:pt x="27" y="206"/>
                          <a:pt x="27" y="206"/>
                        </a:cubicBezTo>
                        <a:cubicBezTo>
                          <a:pt x="12" y="206"/>
                          <a:pt x="1" y="195"/>
                          <a:pt x="1" y="181"/>
                        </a:cubicBezTo>
                        <a:cubicBezTo>
                          <a:pt x="0" y="26"/>
                          <a:pt x="0" y="26"/>
                          <a:pt x="0" y="26"/>
                        </a:cubicBezTo>
                        <a:cubicBezTo>
                          <a:pt x="0" y="11"/>
                          <a:pt x="11" y="0"/>
                          <a:pt x="26" y="0"/>
                        </a:cubicBezTo>
                        <a:cubicBezTo>
                          <a:pt x="27" y="0"/>
                          <a:pt x="29" y="0"/>
                          <a:pt x="29" y="0"/>
                        </a:cubicBezTo>
                      </a:path>
                    </a:pathLst>
                  </a:custGeom>
                  <a:solidFill>
                    <a:srgbClr val="5A6374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39" name="AutoShape 139"/>
                  <p:cNvSpPr/>
                  <p:nvPr/>
                </p:nvSpPr>
                <p:spPr>
                  <a:xfrm>
                    <a:off x="-1330884" y="9692649"/>
                    <a:ext cx="1262978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8"/>
                          <a:pt x="822" y="146"/>
                          <a:pt x="608" y="152"/>
                        </a:cubicBezTo>
                        <a:cubicBezTo>
                          <a:pt x="570" y="153"/>
                          <a:pt x="531" y="153"/>
                          <a:pt x="490" y="153"/>
                        </a:cubicBezTo>
                        <a:cubicBezTo>
                          <a:pt x="220" y="153"/>
                          <a:pt x="0" y="132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0" name="AutoShape 140"/>
                  <p:cNvSpPr/>
                  <p:nvPr/>
                </p:nvSpPr>
                <p:spPr>
                  <a:xfrm>
                    <a:off x="-1330884" y="9692649"/>
                    <a:ext cx="1262978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2"/>
                          <a:pt x="220" y="153"/>
                          <a:pt x="490" y="153"/>
                        </a:cubicBezTo>
                        <a:cubicBezTo>
                          <a:pt x="761" y="153"/>
                          <a:pt x="981" y="132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1" name="AutoShape 141"/>
                  <p:cNvSpPr/>
                  <p:nvPr/>
                </p:nvSpPr>
                <p:spPr>
                  <a:xfrm>
                    <a:off x="-1330884" y="9635759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2" name="AutoShape 142"/>
                  <p:cNvSpPr/>
                  <p:nvPr/>
                </p:nvSpPr>
                <p:spPr>
                  <a:xfrm>
                    <a:off x="-1330884" y="9630068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3" name="AutoShape 143"/>
                  <p:cNvSpPr/>
                  <p:nvPr/>
                </p:nvSpPr>
                <p:spPr>
                  <a:xfrm>
                    <a:off x="-932649" y="9675580"/>
                    <a:ext cx="813542" cy="68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0" h="51">
                        <a:moveTo>
                          <a:pt x="630" y="11"/>
                        </a:moveTo>
                        <a:cubicBezTo>
                          <a:pt x="630" y="11"/>
                          <a:pt x="630" y="11"/>
                          <a:pt x="630" y="11"/>
                        </a:cubicBezTo>
                        <a:cubicBezTo>
                          <a:pt x="630" y="11"/>
                          <a:pt x="630" y="11"/>
                          <a:pt x="630" y="11"/>
                        </a:cubicBezTo>
                        <a:moveTo>
                          <a:pt x="619" y="0"/>
                        </a:moveTo>
                        <a:cubicBezTo>
                          <a:pt x="617" y="2"/>
                          <a:pt x="613" y="3"/>
                          <a:pt x="609" y="5"/>
                        </a:cubicBezTo>
                        <a:cubicBezTo>
                          <a:pt x="611" y="6"/>
                          <a:pt x="613" y="6"/>
                          <a:pt x="615" y="7"/>
                        </a:cubicBezTo>
                        <a:cubicBezTo>
                          <a:pt x="618" y="8"/>
                          <a:pt x="620" y="9"/>
                          <a:pt x="621" y="10"/>
                        </a:cubicBezTo>
                        <a:cubicBezTo>
                          <a:pt x="621" y="10"/>
                          <a:pt x="621" y="10"/>
                          <a:pt x="622" y="11"/>
                        </a:cubicBezTo>
                        <a:cubicBezTo>
                          <a:pt x="621" y="11"/>
                          <a:pt x="620" y="12"/>
                          <a:pt x="619" y="12"/>
                        </a:cubicBezTo>
                        <a:cubicBezTo>
                          <a:pt x="616" y="14"/>
                          <a:pt x="609" y="16"/>
                          <a:pt x="601" y="18"/>
                        </a:cubicBezTo>
                        <a:cubicBezTo>
                          <a:pt x="572" y="25"/>
                          <a:pt x="516" y="32"/>
                          <a:pt x="443" y="36"/>
                        </a:cubicBezTo>
                        <a:cubicBezTo>
                          <a:pt x="370" y="40"/>
                          <a:pt x="280" y="43"/>
                          <a:pt x="182" y="43"/>
                        </a:cubicBezTo>
                        <a:cubicBezTo>
                          <a:pt x="118" y="43"/>
                          <a:pt x="56" y="42"/>
                          <a:pt x="0" y="40"/>
                        </a:cubicBezTo>
                        <a:cubicBezTo>
                          <a:pt x="1" y="42"/>
                          <a:pt x="1" y="45"/>
                          <a:pt x="1" y="48"/>
                        </a:cubicBezTo>
                        <a:cubicBezTo>
                          <a:pt x="57" y="50"/>
                          <a:pt x="118" y="51"/>
                          <a:pt x="182" y="51"/>
                        </a:cubicBezTo>
                        <a:cubicBezTo>
                          <a:pt x="305" y="51"/>
                          <a:pt x="416" y="47"/>
                          <a:pt x="496" y="40"/>
                        </a:cubicBezTo>
                        <a:cubicBezTo>
                          <a:pt x="536" y="37"/>
                          <a:pt x="569" y="33"/>
                          <a:pt x="592" y="29"/>
                        </a:cubicBezTo>
                        <a:cubicBezTo>
                          <a:pt x="603" y="26"/>
                          <a:pt x="612" y="24"/>
                          <a:pt x="618" y="22"/>
                        </a:cubicBezTo>
                        <a:cubicBezTo>
                          <a:pt x="621" y="20"/>
                          <a:pt x="624" y="19"/>
                          <a:pt x="626" y="17"/>
                        </a:cubicBezTo>
                        <a:cubicBezTo>
                          <a:pt x="627" y="17"/>
                          <a:pt x="628" y="16"/>
                          <a:pt x="629" y="15"/>
                        </a:cubicBezTo>
                        <a:cubicBezTo>
                          <a:pt x="629" y="13"/>
                          <a:pt x="630" y="12"/>
                          <a:pt x="630" y="11"/>
                        </a:cubicBezTo>
                        <a:cubicBezTo>
                          <a:pt x="626" y="11"/>
                          <a:pt x="626" y="11"/>
                          <a:pt x="626" y="11"/>
                        </a:cubicBezTo>
                        <a:cubicBezTo>
                          <a:pt x="623" y="11"/>
                          <a:pt x="623" y="11"/>
                          <a:pt x="623" y="11"/>
                        </a:cubicBezTo>
                        <a:cubicBezTo>
                          <a:pt x="626" y="11"/>
                          <a:pt x="626" y="11"/>
                          <a:pt x="626" y="11"/>
                        </a:cubicBezTo>
                        <a:cubicBezTo>
                          <a:pt x="630" y="11"/>
                          <a:pt x="630" y="11"/>
                          <a:pt x="630" y="11"/>
                        </a:cubicBezTo>
                        <a:cubicBezTo>
                          <a:pt x="630" y="11"/>
                          <a:pt x="630" y="11"/>
                          <a:pt x="630" y="11"/>
                        </a:cubicBezTo>
                        <a:cubicBezTo>
                          <a:pt x="630" y="9"/>
                          <a:pt x="629" y="8"/>
                          <a:pt x="629" y="7"/>
                        </a:cubicBezTo>
                        <a:cubicBezTo>
                          <a:pt x="627" y="4"/>
                          <a:pt x="625" y="3"/>
                          <a:pt x="623" y="2"/>
                        </a:cubicBezTo>
                        <a:cubicBezTo>
                          <a:pt x="622" y="1"/>
                          <a:pt x="621" y="1"/>
                          <a:pt x="619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4" name="AutoShape 144"/>
                  <p:cNvSpPr/>
                  <p:nvPr/>
                </p:nvSpPr>
                <p:spPr>
                  <a:xfrm>
                    <a:off x="-1387775" y="9527665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8"/>
                          <a:pt x="822" y="147"/>
                          <a:pt x="608" y="152"/>
                        </a:cubicBezTo>
                        <a:cubicBezTo>
                          <a:pt x="570" y="153"/>
                          <a:pt x="531" y="153"/>
                          <a:pt x="490" y="153"/>
                        </a:cubicBezTo>
                        <a:cubicBezTo>
                          <a:pt x="219" y="153"/>
                          <a:pt x="0" y="132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5" name="AutoShape 145"/>
                  <p:cNvSpPr/>
                  <p:nvPr/>
                </p:nvSpPr>
                <p:spPr>
                  <a:xfrm>
                    <a:off x="-1387775" y="9527665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2"/>
                          <a:pt x="219" y="153"/>
                          <a:pt x="490" y="153"/>
                        </a:cubicBezTo>
                        <a:cubicBezTo>
                          <a:pt x="761" y="153"/>
                          <a:pt x="981" y="132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6" name="AutoShape 146"/>
                  <p:cNvSpPr/>
                  <p:nvPr/>
                </p:nvSpPr>
                <p:spPr>
                  <a:xfrm>
                    <a:off x="-961092" y="9556111"/>
                    <a:ext cx="807851" cy="39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33">
                        <a:moveTo>
                          <a:pt x="627" y="0"/>
                        </a:moveTo>
                        <a:cubicBezTo>
                          <a:pt x="618" y="0"/>
                          <a:pt x="608" y="1"/>
                          <a:pt x="598" y="1"/>
                        </a:cubicBezTo>
                        <a:cubicBezTo>
                          <a:pt x="518" y="17"/>
                          <a:pt x="351" y="28"/>
                          <a:pt x="158" y="28"/>
                        </a:cubicBezTo>
                        <a:cubicBezTo>
                          <a:pt x="103" y="28"/>
                          <a:pt x="49" y="27"/>
                          <a:pt x="0" y="25"/>
                        </a:cubicBezTo>
                        <a:cubicBezTo>
                          <a:pt x="0" y="27"/>
                          <a:pt x="1" y="29"/>
                          <a:pt x="2" y="31"/>
                        </a:cubicBezTo>
                        <a:cubicBezTo>
                          <a:pt x="51" y="32"/>
                          <a:pt x="104" y="33"/>
                          <a:pt x="158" y="33"/>
                        </a:cubicBezTo>
                        <a:cubicBezTo>
                          <a:pt x="379" y="33"/>
                          <a:pt x="566" y="19"/>
                          <a:pt x="627" y="0"/>
                        </a:cubicBezTo>
                      </a:path>
                    </a:pathLst>
                  </a:custGeom>
                  <a:solidFill>
                    <a:srgbClr val="E5B76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7" name="AutoShape 147"/>
                  <p:cNvSpPr/>
                  <p:nvPr/>
                </p:nvSpPr>
                <p:spPr>
                  <a:xfrm>
                    <a:off x="-1387775" y="9470773"/>
                    <a:ext cx="1262978" cy="119473"/>
                  </a:xfrm>
                  <a:prstGeom prst="ellipse">
                    <a:avLst/>
                  </a:pr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8" name="AutoShape 148"/>
                  <p:cNvSpPr/>
                  <p:nvPr/>
                </p:nvSpPr>
                <p:spPr>
                  <a:xfrm>
                    <a:off x="-1330884" y="9482151"/>
                    <a:ext cx="1143509" cy="91026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9" name="AutoShape 149"/>
                  <p:cNvSpPr/>
                  <p:nvPr/>
                </p:nvSpPr>
                <p:spPr>
                  <a:xfrm>
                    <a:off x="-1103321" y="9368370"/>
                    <a:ext cx="1262978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8"/>
                          <a:pt x="822" y="147"/>
                          <a:pt x="609" y="152"/>
                        </a:cubicBezTo>
                        <a:cubicBezTo>
                          <a:pt x="571" y="153"/>
                          <a:pt x="531" y="153"/>
                          <a:pt x="491" y="153"/>
                        </a:cubicBezTo>
                        <a:cubicBezTo>
                          <a:pt x="220" y="153"/>
                          <a:pt x="0" y="132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0" name="AutoShape 150"/>
                  <p:cNvSpPr/>
                  <p:nvPr/>
                </p:nvSpPr>
                <p:spPr>
                  <a:xfrm>
                    <a:off x="-1103321" y="9368370"/>
                    <a:ext cx="1262978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2"/>
                          <a:pt x="220" y="153"/>
                          <a:pt x="491" y="153"/>
                        </a:cubicBezTo>
                        <a:cubicBezTo>
                          <a:pt x="761" y="153"/>
                          <a:pt x="981" y="132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1" name="AutoShape 151"/>
                  <p:cNvSpPr/>
                  <p:nvPr/>
                </p:nvSpPr>
                <p:spPr>
                  <a:xfrm>
                    <a:off x="-978160" y="9368370"/>
                    <a:ext cx="1137817" cy="68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2" h="50">
                        <a:moveTo>
                          <a:pt x="881" y="0"/>
                        </a:moveTo>
                        <a:cubicBezTo>
                          <a:pt x="866" y="25"/>
                          <a:pt x="653" y="45"/>
                          <a:pt x="392" y="45"/>
                        </a:cubicBezTo>
                        <a:cubicBezTo>
                          <a:pt x="265" y="45"/>
                          <a:pt x="150" y="40"/>
                          <a:pt x="63" y="32"/>
                        </a:cubicBezTo>
                        <a:cubicBezTo>
                          <a:pt x="41" y="32"/>
                          <a:pt x="20" y="32"/>
                          <a:pt x="0" y="31"/>
                        </a:cubicBezTo>
                        <a:cubicBezTo>
                          <a:pt x="89" y="43"/>
                          <a:pt x="231" y="50"/>
                          <a:pt x="392" y="50"/>
                        </a:cubicBezTo>
                        <a:cubicBezTo>
                          <a:pt x="662" y="50"/>
                          <a:pt x="882" y="29"/>
                          <a:pt x="882" y="3"/>
                        </a:cubicBezTo>
                        <a:cubicBezTo>
                          <a:pt x="882" y="3"/>
                          <a:pt x="882" y="3"/>
                          <a:pt x="882" y="3"/>
                        </a:cubicBezTo>
                        <a:cubicBezTo>
                          <a:pt x="882" y="2"/>
                          <a:pt x="882" y="1"/>
                          <a:pt x="881" y="0"/>
                        </a:cubicBezTo>
                      </a:path>
                    </a:pathLst>
                  </a:custGeom>
                  <a:solidFill>
                    <a:srgbClr val="E5B76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2" name="AutoShape 152"/>
                  <p:cNvSpPr/>
                  <p:nvPr/>
                </p:nvSpPr>
                <p:spPr>
                  <a:xfrm>
                    <a:off x="-1103321" y="9305792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3" name="AutoShape 153"/>
                  <p:cNvSpPr/>
                  <p:nvPr/>
                </p:nvSpPr>
                <p:spPr>
                  <a:xfrm>
                    <a:off x="-716463" y="9317170"/>
                    <a:ext cx="819229" cy="1024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9" h="76">
                        <a:moveTo>
                          <a:pt x="639" y="36"/>
                        </a:moveTo>
                        <a:cubicBezTo>
                          <a:pt x="639" y="36"/>
                          <a:pt x="639" y="36"/>
                          <a:pt x="639" y="36"/>
                        </a:cubicBezTo>
                        <a:cubicBezTo>
                          <a:pt x="639" y="36"/>
                          <a:pt x="639" y="36"/>
                          <a:pt x="639" y="36"/>
                        </a:cubicBezTo>
                        <a:moveTo>
                          <a:pt x="413" y="0"/>
                        </a:moveTo>
                        <a:cubicBezTo>
                          <a:pt x="413" y="8"/>
                          <a:pt x="413" y="8"/>
                          <a:pt x="413" y="8"/>
                        </a:cubicBezTo>
                        <a:cubicBezTo>
                          <a:pt x="446" y="10"/>
                          <a:pt x="477" y="12"/>
                          <a:pt x="505" y="14"/>
                        </a:cubicBezTo>
                        <a:cubicBezTo>
                          <a:pt x="545" y="17"/>
                          <a:pt x="577" y="21"/>
                          <a:pt x="599" y="26"/>
                        </a:cubicBezTo>
                        <a:cubicBezTo>
                          <a:pt x="610" y="28"/>
                          <a:pt x="619" y="30"/>
                          <a:pt x="624" y="32"/>
                        </a:cubicBezTo>
                        <a:cubicBezTo>
                          <a:pt x="627" y="33"/>
                          <a:pt x="629" y="34"/>
                          <a:pt x="630" y="35"/>
                        </a:cubicBezTo>
                        <a:cubicBezTo>
                          <a:pt x="630" y="35"/>
                          <a:pt x="631" y="35"/>
                          <a:pt x="631" y="36"/>
                        </a:cubicBezTo>
                        <a:cubicBezTo>
                          <a:pt x="630" y="36"/>
                          <a:pt x="630" y="37"/>
                          <a:pt x="628" y="37"/>
                        </a:cubicBezTo>
                        <a:cubicBezTo>
                          <a:pt x="625" y="39"/>
                          <a:pt x="619" y="41"/>
                          <a:pt x="610" y="43"/>
                        </a:cubicBezTo>
                        <a:cubicBezTo>
                          <a:pt x="581" y="50"/>
                          <a:pt x="525" y="57"/>
                          <a:pt x="452" y="61"/>
                        </a:cubicBezTo>
                        <a:cubicBezTo>
                          <a:pt x="379" y="65"/>
                          <a:pt x="289" y="68"/>
                          <a:pt x="192" y="68"/>
                        </a:cubicBezTo>
                        <a:cubicBezTo>
                          <a:pt x="176" y="68"/>
                          <a:pt x="161" y="68"/>
                          <a:pt x="146" y="68"/>
                        </a:cubicBezTo>
                        <a:cubicBezTo>
                          <a:pt x="101" y="70"/>
                          <a:pt x="52" y="71"/>
                          <a:pt x="0" y="72"/>
                        </a:cubicBezTo>
                        <a:cubicBezTo>
                          <a:pt x="58" y="74"/>
                          <a:pt x="123" y="76"/>
                          <a:pt x="192" y="76"/>
                        </a:cubicBezTo>
                        <a:cubicBezTo>
                          <a:pt x="314" y="76"/>
                          <a:pt x="425" y="72"/>
                          <a:pt x="505" y="65"/>
                        </a:cubicBezTo>
                        <a:cubicBezTo>
                          <a:pt x="546" y="62"/>
                          <a:pt x="578" y="58"/>
                          <a:pt x="601" y="54"/>
                        </a:cubicBezTo>
                        <a:cubicBezTo>
                          <a:pt x="612" y="51"/>
                          <a:pt x="621" y="49"/>
                          <a:pt x="627" y="47"/>
                        </a:cubicBezTo>
                        <a:cubicBezTo>
                          <a:pt x="631" y="45"/>
                          <a:pt x="633" y="44"/>
                          <a:pt x="635" y="42"/>
                        </a:cubicBezTo>
                        <a:cubicBezTo>
                          <a:pt x="636" y="42"/>
                          <a:pt x="637" y="41"/>
                          <a:pt x="638" y="40"/>
                        </a:cubicBezTo>
                        <a:cubicBezTo>
                          <a:pt x="638" y="38"/>
                          <a:pt x="639" y="37"/>
                          <a:pt x="639" y="36"/>
                        </a:cubicBezTo>
                        <a:cubicBezTo>
                          <a:pt x="635" y="36"/>
                          <a:pt x="635" y="36"/>
                          <a:pt x="635" y="36"/>
                        </a:cubicBezTo>
                        <a:cubicBezTo>
                          <a:pt x="632" y="36"/>
                          <a:pt x="632" y="36"/>
                          <a:pt x="632" y="36"/>
                        </a:cubicBezTo>
                        <a:cubicBezTo>
                          <a:pt x="635" y="36"/>
                          <a:pt x="635" y="36"/>
                          <a:pt x="635" y="36"/>
                        </a:cubicBezTo>
                        <a:cubicBezTo>
                          <a:pt x="639" y="36"/>
                          <a:pt x="639" y="36"/>
                          <a:pt x="639" y="36"/>
                        </a:cubicBezTo>
                        <a:cubicBezTo>
                          <a:pt x="639" y="36"/>
                          <a:pt x="639" y="36"/>
                          <a:pt x="639" y="36"/>
                        </a:cubicBezTo>
                        <a:cubicBezTo>
                          <a:pt x="639" y="34"/>
                          <a:pt x="638" y="33"/>
                          <a:pt x="638" y="32"/>
                        </a:cubicBezTo>
                        <a:cubicBezTo>
                          <a:pt x="636" y="30"/>
                          <a:pt x="634" y="28"/>
                          <a:pt x="632" y="27"/>
                        </a:cubicBezTo>
                        <a:cubicBezTo>
                          <a:pt x="627" y="24"/>
                          <a:pt x="621" y="22"/>
                          <a:pt x="612" y="20"/>
                        </a:cubicBezTo>
                        <a:cubicBezTo>
                          <a:pt x="582" y="13"/>
                          <a:pt x="525" y="7"/>
                          <a:pt x="452" y="2"/>
                        </a:cubicBezTo>
                        <a:cubicBezTo>
                          <a:pt x="440" y="2"/>
                          <a:pt x="426" y="1"/>
                          <a:pt x="413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4" name="AutoShape 154"/>
                  <p:cNvSpPr/>
                  <p:nvPr/>
                </p:nvSpPr>
                <p:spPr>
                  <a:xfrm>
                    <a:off x="-1450354" y="9214766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7"/>
                          <a:pt x="822" y="146"/>
                          <a:pt x="608" y="151"/>
                        </a:cubicBezTo>
                        <a:cubicBezTo>
                          <a:pt x="570" y="152"/>
                          <a:pt x="531" y="153"/>
                          <a:pt x="490" y="153"/>
                        </a:cubicBezTo>
                        <a:cubicBezTo>
                          <a:pt x="219" y="153"/>
                          <a:pt x="0" y="131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5" name="AutoShape 155"/>
                  <p:cNvSpPr/>
                  <p:nvPr/>
                </p:nvSpPr>
                <p:spPr>
                  <a:xfrm>
                    <a:off x="-1450354" y="9214766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1"/>
                          <a:pt x="219" y="153"/>
                          <a:pt x="490" y="153"/>
                        </a:cubicBezTo>
                        <a:cubicBezTo>
                          <a:pt x="761" y="153"/>
                          <a:pt x="981" y="131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6" name="AutoShape 156"/>
                  <p:cNvSpPr/>
                  <p:nvPr/>
                </p:nvSpPr>
                <p:spPr>
                  <a:xfrm>
                    <a:off x="-1200034" y="9220453"/>
                    <a:ext cx="1012658" cy="625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8" h="50">
                        <a:moveTo>
                          <a:pt x="787" y="0"/>
                        </a:moveTo>
                        <a:cubicBezTo>
                          <a:pt x="772" y="25"/>
                          <a:pt x="558" y="44"/>
                          <a:pt x="297" y="44"/>
                        </a:cubicBezTo>
                        <a:cubicBezTo>
                          <a:pt x="185" y="44"/>
                          <a:pt x="82" y="41"/>
                          <a:pt x="0" y="35"/>
                        </a:cubicBezTo>
                        <a:cubicBezTo>
                          <a:pt x="2" y="37"/>
                          <a:pt x="5" y="39"/>
                          <a:pt x="8" y="41"/>
                        </a:cubicBezTo>
                        <a:cubicBezTo>
                          <a:pt x="89" y="47"/>
                          <a:pt x="189" y="50"/>
                          <a:pt x="297" y="50"/>
                        </a:cubicBezTo>
                        <a:cubicBezTo>
                          <a:pt x="568" y="50"/>
                          <a:pt x="788" y="29"/>
                          <a:pt x="788" y="2"/>
                        </a:cubicBezTo>
                        <a:cubicBezTo>
                          <a:pt x="788" y="2"/>
                          <a:pt x="788" y="2"/>
                          <a:pt x="788" y="2"/>
                        </a:cubicBezTo>
                        <a:cubicBezTo>
                          <a:pt x="788" y="1"/>
                          <a:pt x="787" y="1"/>
                          <a:pt x="787" y="0"/>
                        </a:cubicBezTo>
                      </a:path>
                    </a:pathLst>
                  </a:custGeom>
                  <a:solidFill>
                    <a:srgbClr val="E5B76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7" name="AutoShape 157"/>
                  <p:cNvSpPr/>
                  <p:nvPr/>
                </p:nvSpPr>
                <p:spPr>
                  <a:xfrm>
                    <a:off x="-1450354" y="9152184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8" name="AutoShape 158"/>
                  <p:cNvSpPr/>
                  <p:nvPr/>
                </p:nvSpPr>
                <p:spPr>
                  <a:xfrm>
                    <a:off x="-1336572" y="9186319"/>
                    <a:ext cx="1086618" cy="796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4" h="60">
                        <a:moveTo>
                          <a:pt x="844" y="29"/>
                        </a:moveTo>
                        <a:cubicBezTo>
                          <a:pt x="828" y="31"/>
                          <a:pt x="811" y="32"/>
                          <a:pt x="793" y="34"/>
                        </a:cubicBezTo>
                        <a:cubicBezTo>
                          <a:pt x="761" y="38"/>
                          <a:pt x="717" y="42"/>
                          <a:pt x="663" y="46"/>
                        </a:cubicBezTo>
                        <a:cubicBezTo>
                          <a:pt x="590" y="50"/>
                          <a:pt x="500" y="52"/>
                          <a:pt x="403" y="52"/>
                        </a:cubicBezTo>
                        <a:cubicBezTo>
                          <a:pt x="281" y="52"/>
                          <a:pt x="170" y="48"/>
                          <a:pt x="90" y="42"/>
                        </a:cubicBezTo>
                        <a:cubicBezTo>
                          <a:pt x="86" y="42"/>
                          <a:pt x="82" y="41"/>
                          <a:pt x="77" y="41"/>
                        </a:cubicBezTo>
                        <a:cubicBezTo>
                          <a:pt x="82" y="44"/>
                          <a:pt x="87" y="47"/>
                          <a:pt x="92" y="50"/>
                        </a:cubicBezTo>
                        <a:cubicBezTo>
                          <a:pt x="108" y="51"/>
                          <a:pt x="125" y="53"/>
                          <a:pt x="143" y="54"/>
                        </a:cubicBezTo>
                        <a:cubicBezTo>
                          <a:pt x="216" y="58"/>
                          <a:pt x="306" y="60"/>
                          <a:pt x="403" y="60"/>
                        </a:cubicBezTo>
                        <a:cubicBezTo>
                          <a:pt x="526" y="60"/>
                          <a:pt x="637" y="56"/>
                          <a:pt x="717" y="50"/>
                        </a:cubicBezTo>
                        <a:cubicBezTo>
                          <a:pt x="757" y="47"/>
                          <a:pt x="790" y="43"/>
                          <a:pt x="812" y="38"/>
                        </a:cubicBezTo>
                        <a:cubicBezTo>
                          <a:pt x="824" y="36"/>
                          <a:pt x="833" y="34"/>
                          <a:pt x="839" y="31"/>
                        </a:cubicBezTo>
                        <a:cubicBezTo>
                          <a:pt x="841" y="31"/>
                          <a:pt x="842" y="30"/>
                          <a:pt x="844" y="29"/>
                        </a:cubicBezTo>
                        <a:moveTo>
                          <a:pt x="9" y="0"/>
                        </a:moveTo>
                        <a:cubicBezTo>
                          <a:pt x="6" y="0"/>
                          <a:pt x="3" y="1"/>
                          <a:pt x="0" y="1"/>
                        </a:cubicBezTo>
                        <a:cubicBezTo>
                          <a:pt x="5" y="3"/>
                          <a:pt x="9" y="5"/>
                          <a:pt x="14" y="7"/>
                        </a:cubicBezTo>
                        <a:cubicBezTo>
                          <a:pt x="16" y="7"/>
                          <a:pt x="18" y="7"/>
                          <a:pt x="20" y="6"/>
                        </a:cubicBezTo>
                        <a:cubicBezTo>
                          <a:pt x="17" y="5"/>
                          <a:pt x="15" y="4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4" y="3"/>
                          <a:pt x="13" y="3"/>
                          <a:pt x="13" y="3"/>
                        </a:cubicBezTo>
                        <a:cubicBezTo>
                          <a:pt x="12" y="2"/>
                          <a:pt x="10" y="1"/>
                          <a:pt x="9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9" name="AutoShape 159"/>
                  <p:cNvSpPr/>
                  <p:nvPr/>
                </p:nvSpPr>
                <p:spPr>
                  <a:xfrm>
                    <a:off x="-1330884" y="9044093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6"/>
                          <a:pt x="981" y="106"/>
                          <a:pt x="981" y="106"/>
                        </a:cubicBezTo>
                        <a:cubicBezTo>
                          <a:pt x="981" y="128"/>
                          <a:pt x="822" y="147"/>
                          <a:pt x="608" y="152"/>
                        </a:cubicBezTo>
                        <a:cubicBezTo>
                          <a:pt x="570" y="153"/>
                          <a:pt x="531" y="153"/>
                          <a:pt x="490" y="153"/>
                        </a:cubicBezTo>
                        <a:cubicBezTo>
                          <a:pt x="220" y="153"/>
                          <a:pt x="0" y="132"/>
                          <a:pt x="0" y="106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0" name="AutoShape 160"/>
                  <p:cNvSpPr/>
                  <p:nvPr/>
                </p:nvSpPr>
                <p:spPr>
                  <a:xfrm>
                    <a:off x="-1330884" y="9044093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6"/>
                          <a:pt x="0" y="106"/>
                          <a:pt x="0" y="106"/>
                        </a:cubicBezTo>
                        <a:cubicBezTo>
                          <a:pt x="0" y="132"/>
                          <a:pt x="220" y="153"/>
                          <a:pt x="490" y="153"/>
                        </a:cubicBezTo>
                        <a:cubicBezTo>
                          <a:pt x="761" y="153"/>
                          <a:pt x="981" y="132"/>
                          <a:pt x="981" y="106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1" name="AutoShape 161"/>
                  <p:cNvSpPr/>
                  <p:nvPr/>
                </p:nvSpPr>
                <p:spPr>
                  <a:xfrm>
                    <a:off x="-1330884" y="8992889"/>
                    <a:ext cx="1262978" cy="119473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2" name="AutoShape 162"/>
                  <p:cNvSpPr/>
                  <p:nvPr/>
                </p:nvSpPr>
                <p:spPr>
                  <a:xfrm>
                    <a:off x="-249958" y="8998580"/>
                    <a:ext cx="187741" cy="56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" h="45">
                        <a:moveTo>
                          <a:pt x="145" y="37"/>
                        </a:moveTo>
                        <a:cubicBezTo>
                          <a:pt x="141" y="37"/>
                          <a:pt x="141" y="37"/>
                          <a:pt x="141" y="37"/>
                        </a:cubicBezTo>
                        <a:cubicBezTo>
                          <a:pt x="137" y="37"/>
                          <a:pt x="137" y="37"/>
                          <a:pt x="137" y="37"/>
                        </a:cubicBezTo>
                        <a:cubicBezTo>
                          <a:pt x="137" y="37"/>
                          <a:pt x="137" y="37"/>
                          <a:pt x="137" y="37"/>
                        </a:cubicBezTo>
                        <a:cubicBezTo>
                          <a:pt x="141" y="37"/>
                          <a:pt x="141" y="37"/>
                          <a:pt x="141" y="37"/>
                        </a:cubicBezTo>
                        <a:cubicBezTo>
                          <a:pt x="141" y="43"/>
                          <a:pt x="141" y="43"/>
                          <a:pt x="141" y="43"/>
                        </a:cubicBezTo>
                        <a:cubicBezTo>
                          <a:pt x="141" y="43"/>
                          <a:pt x="141" y="43"/>
                          <a:pt x="141" y="43"/>
                        </a:cubicBezTo>
                        <a:cubicBezTo>
                          <a:pt x="141" y="43"/>
                          <a:pt x="141" y="43"/>
                          <a:pt x="141" y="43"/>
                        </a:cubicBezTo>
                        <a:cubicBezTo>
                          <a:pt x="141" y="45"/>
                          <a:pt x="141" y="45"/>
                          <a:pt x="141" y="45"/>
                        </a:cubicBezTo>
                        <a:cubicBezTo>
                          <a:pt x="141" y="45"/>
                          <a:pt x="141" y="45"/>
                          <a:pt x="141" y="45"/>
                        </a:cubicBezTo>
                        <a:cubicBezTo>
                          <a:pt x="142" y="44"/>
                          <a:pt x="143" y="43"/>
                          <a:pt x="144" y="42"/>
                        </a:cubicBezTo>
                        <a:cubicBezTo>
                          <a:pt x="144" y="40"/>
                          <a:pt x="145" y="39"/>
                          <a:pt x="145" y="37"/>
                        </a:cubicBezTo>
                        <a:moveTo>
                          <a:pt x="145" y="37"/>
                        </a:moveTo>
                        <a:cubicBezTo>
                          <a:pt x="145" y="37"/>
                          <a:pt x="145" y="37"/>
                          <a:pt x="145" y="37"/>
                        </a:cubicBezTo>
                        <a:cubicBezTo>
                          <a:pt x="145" y="37"/>
                          <a:pt x="145" y="37"/>
                          <a:pt x="145" y="37"/>
                        </a:cubicBezTo>
                        <a:moveTo>
                          <a:pt x="0" y="0"/>
                        </a:move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43" y="12"/>
                          <a:pt x="77" y="17"/>
                          <a:pt x="101" y="23"/>
                        </a:cubicBezTo>
                        <a:cubicBezTo>
                          <a:pt x="114" y="25"/>
                          <a:pt x="123" y="28"/>
                          <a:pt x="129" y="31"/>
                        </a:cubicBezTo>
                        <a:cubicBezTo>
                          <a:pt x="132" y="33"/>
                          <a:pt x="134" y="34"/>
                          <a:pt x="135" y="35"/>
                        </a:cubicBezTo>
                        <a:cubicBezTo>
                          <a:pt x="136" y="36"/>
                          <a:pt x="136" y="36"/>
                          <a:pt x="137" y="36"/>
                        </a:cubicBezTo>
                        <a:cubicBezTo>
                          <a:pt x="137" y="37"/>
                          <a:pt x="137" y="37"/>
                          <a:pt x="137" y="37"/>
                        </a:cubicBezTo>
                        <a:cubicBezTo>
                          <a:pt x="141" y="37"/>
                          <a:pt x="141" y="37"/>
                          <a:pt x="141" y="37"/>
                        </a:cubicBezTo>
                        <a:cubicBezTo>
                          <a:pt x="145" y="37"/>
                          <a:pt x="145" y="37"/>
                          <a:pt x="145" y="37"/>
                        </a:cubicBezTo>
                        <a:cubicBezTo>
                          <a:pt x="145" y="37"/>
                          <a:pt x="145" y="37"/>
                          <a:pt x="145" y="37"/>
                        </a:cubicBezTo>
                        <a:cubicBezTo>
                          <a:pt x="145" y="36"/>
                          <a:pt x="144" y="34"/>
                          <a:pt x="144" y="33"/>
                        </a:cubicBezTo>
                        <a:cubicBezTo>
                          <a:pt x="142" y="30"/>
                          <a:pt x="140" y="28"/>
                          <a:pt x="138" y="27"/>
                        </a:cubicBezTo>
                        <a:cubicBezTo>
                          <a:pt x="132" y="23"/>
                          <a:pt x="125" y="21"/>
                          <a:pt x="116" y="18"/>
                        </a:cubicBezTo>
                        <a:cubicBezTo>
                          <a:pt x="99" y="13"/>
                          <a:pt x="75" y="9"/>
                          <a:pt x="45" y="5"/>
                        </a:cubicBezTo>
                        <a:cubicBezTo>
                          <a:pt x="31" y="3"/>
                          <a:pt x="16" y="1"/>
                          <a:pt x="0" y="0"/>
                        </a:cubicBezTo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3" name="AutoShape 163"/>
                  <p:cNvSpPr/>
                  <p:nvPr/>
                </p:nvSpPr>
                <p:spPr>
                  <a:xfrm>
                    <a:off x="-73594" y="9044093"/>
                    <a:ext cx="5691" cy="11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" h="9">
                        <a:moveTo>
                          <a:pt x="4" y="6"/>
                        </a:moveTo>
                        <a:cubicBezTo>
                          <a:pt x="4" y="7"/>
                          <a:pt x="3" y="8"/>
                          <a:pt x="2" y="9"/>
                        </a:cubicBezTo>
                        <a:cubicBezTo>
                          <a:pt x="3" y="9"/>
                          <a:pt x="3" y="9"/>
                          <a:pt x="4" y="8"/>
                        </a:cubicBezTo>
                        <a:cubicBezTo>
                          <a:pt x="4" y="6"/>
                          <a:pt x="4" y="6"/>
                          <a:pt x="4" y="6"/>
                        </a:cubicBezTo>
                        <a:moveTo>
                          <a:pt x="4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3" y="2"/>
                          <a:pt x="4" y="4"/>
                          <a:pt x="4" y="6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</a:path>
                    </a:pathLst>
                  </a:custGeom>
                  <a:solidFill>
                    <a:srgbClr val="EDCC9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4" name="AutoShape 164"/>
                  <p:cNvSpPr/>
                  <p:nvPr/>
                </p:nvSpPr>
                <p:spPr>
                  <a:xfrm>
                    <a:off x="-1285372" y="9044093"/>
                    <a:ext cx="1217465" cy="68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6" h="52">
                        <a:moveTo>
                          <a:pt x="943" y="1"/>
                        </a:moveTo>
                        <a:cubicBezTo>
                          <a:pt x="943" y="1"/>
                          <a:pt x="943" y="1"/>
                          <a:pt x="943" y="1"/>
                        </a:cubicBezTo>
                        <a:cubicBezTo>
                          <a:pt x="943" y="2"/>
                          <a:pt x="943" y="2"/>
                          <a:pt x="943" y="2"/>
                        </a:cubicBezTo>
                        <a:cubicBezTo>
                          <a:pt x="942" y="2"/>
                          <a:pt x="941" y="4"/>
                          <a:pt x="939" y="5"/>
                        </a:cubicBezTo>
                        <a:cubicBezTo>
                          <a:pt x="935" y="7"/>
                          <a:pt x="929" y="10"/>
                          <a:pt x="919" y="13"/>
                        </a:cubicBezTo>
                        <a:cubicBezTo>
                          <a:pt x="903" y="17"/>
                          <a:pt x="880" y="22"/>
                          <a:pt x="850" y="26"/>
                        </a:cubicBezTo>
                        <a:cubicBezTo>
                          <a:pt x="761" y="37"/>
                          <a:pt x="618" y="45"/>
                          <a:pt x="456" y="45"/>
                        </a:cubicBezTo>
                        <a:cubicBezTo>
                          <a:pt x="321" y="45"/>
                          <a:pt x="199" y="40"/>
                          <a:pt x="110" y="31"/>
                        </a:cubicBezTo>
                        <a:cubicBezTo>
                          <a:pt x="102" y="30"/>
                          <a:pt x="94" y="29"/>
                          <a:pt x="87" y="29"/>
                        </a:cubicBezTo>
                        <a:cubicBezTo>
                          <a:pt x="56" y="27"/>
                          <a:pt x="27" y="25"/>
                          <a:pt x="0" y="23"/>
                        </a:cubicBezTo>
                        <a:cubicBezTo>
                          <a:pt x="16" y="27"/>
                          <a:pt x="37" y="30"/>
                          <a:pt x="62" y="34"/>
                        </a:cubicBezTo>
                        <a:cubicBezTo>
                          <a:pt x="152" y="45"/>
                          <a:pt x="295" y="53"/>
                          <a:pt x="456" y="53"/>
                        </a:cubicBezTo>
                        <a:cubicBezTo>
                          <a:pt x="592" y="53"/>
                          <a:pt x="715" y="48"/>
                          <a:pt x="804" y="39"/>
                        </a:cubicBezTo>
                        <a:cubicBezTo>
                          <a:pt x="848" y="35"/>
                          <a:pt x="884" y="29"/>
                          <a:pt x="909" y="24"/>
                        </a:cubicBezTo>
                        <a:cubicBezTo>
                          <a:pt x="922" y="21"/>
                          <a:pt x="932" y="18"/>
                          <a:pt x="939" y="14"/>
                        </a:cubicBezTo>
                        <a:cubicBezTo>
                          <a:pt x="941" y="13"/>
                          <a:pt x="944" y="12"/>
                          <a:pt x="945" y="10"/>
                        </a:cubicBezTo>
                        <a:cubicBezTo>
                          <a:pt x="946" y="9"/>
                          <a:pt x="947" y="8"/>
                          <a:pt x="947" y="7"/>
                        </a:cubicBezTo>
                        <a:cubicBezTo>
                          <a:pt x="947" y="7"/>
                          <a:pt x="947" y="7"/>
                          <a:pt x="947" y="7"/>
                        </a:cubicBezTo>
                        <a:cubicBezTo>
                          <a:pt x="947" y="7"/>
                          <a:pt x="947" y="7"/>
                          <a:pt x="947" y="7"/>
                        </a:cubicBezTo>
                        <a:cubicBezTo>
                          <a:pt x="947" y="5"/>
                          <a:pt x="946" y="3"/>
                          <a:pt x="943" y="1"/>
                        </a:cubicBezTo>
                        <a:cubicBezTo>
                          <a:pt x="943" y="1"/>
                          <a:pt x="943" y="1"/>
                          <a:pt x="943" y="1"/>
                        </a:cubicBezTo>
                        <a:moveTo>
                          <a:pt x="943" y="0"/>
                        </a:moveTo>
                        <a:cubicBezTo>
                          <a:pt x="943" y="1"/>
                          <a:pt x="943" y="1"/>
                          <a:pt x="943" y="1"/>
                        </a:cubicBezTo>
                        <a:cubicBezTo>
                          <a:pt x="943" y="1"/>
                          <a:pt x="943" y="1"/>
                          <a:pt x="943" y="1"/>
                        </a:cubicBezTo>
                        <a:cubicBezTo>
                          <a:pt x="943" y="1"/>
                          <a:pt x="943" y="1"/>
                          <a:pt x="943" y="1"/>
                        </a:cubicBezTo>
                        <a:cubicBezTo>
                          <a:pt x="943" y="1"/>
                          <a:pt x="943" y="1"/>
                          <a:pt x="943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5" name="AutoShape 165"/>
                  <p:cNvSpPr/>
                  <p:nvPr/>
                </p:nvSpPr>
                <p:spPr>
                  <a:xfrm>
                    <a:off x="-1268302" y="8998580"/>
                    <a:ext cx="1143509" cy="91026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6" name="AutoShape 166"/>
                  <p:cNvSpPr/>
                  <p:nvPr/>
                </p:nvSpPr>
                <p:spPr>
                  <a:xfrm>
                    <a:off x="-1512935" y="8890486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8"/>
                          <a:pt x="822" y="147"/>
                          <a:pt x="608" y="152"/>
                        </a:cubicBezTo>
                        <a:cubicBezTo>
                          <a:pt x="570" y="153"/>
                          <a:pt x="531" y="153"/>
                          <a:pt x="490" y="153"/>
                        </a:cubicBezTo>
                        <a:cubicBezTo>
                          <a:pt x="219" y="153"/>
                          <a:pt x="0" y="132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7" name="AutoShape 167"/>
                  <p:cNvSpPr/>
                  <p:nvPr/>
                </p:nvSpPr>
                <p:spPr>
                  <a:xfrm>
                    <a:off x="-1512935" y="8890486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2"/>
                          <a:pt x="219" y="153"/>
                          <a:pt x="490" y="153"/>
                        </a:cubicBezTo>
                        <a:cubicBezTo>
                          <a:pt x="761" y="153"/>
                          <a:pt x="981" y="132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8" name="AutoShape 168"/>
                  <p:cNvSpPr/>
                  <p:nvPr/>
                </p:nvSpPr>
                <p:spPr>
                  <a:xfrm>
                    <a:off x="-1512935" y="8896177"/>
                    <a:ext cx="1262978" cy="625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50">
                        <a:moveTo>
                          <a:pt x="980" y="0"/>
                        </a:moveTo>
                        <a:cubicBezTo>
                          <a:pt x="965" y="25"/>
                          <a:pt x="751" y="45"/>
                          <a:pt x="490" y="45"/>
                        </a:cubicBezTo>
                        <a:cubicBezTo>
                          <a:pt x="229" y="45"/>
                          <a:pt x="15" y="25"/>
                          <a:pt x="1" y="0"/>
                        </a:cubicBez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29"/>
                          <a:pt x="219" y="50"/>
                          <a:pt x="490" y="50"/>
                        </a:cubicBezTo>
                        <a:cubicBezTo>
                          <a:pt x="761" y="50"/>
                          <a:pt x="981" y="29"/>
                          <a:pt x="981" y="3"/>
                        </a:cubicBezTo>
                        <a:cubicBezTo>
                          <a:pt x="981" y="3"/>
                          <a:pt x="981" y="3"/>
                          <a:pt x="981" y="3"/>
                        </a:cubicBezTo>
                        <a:cubicBezTo>
                          <a:pt x="981" y="2"/>
                          <a:pt x="980" y="1"/>
                          <a:pt x="980" y="0"/>
                        </a:cubicBezTo>
                      </a:path>
                    </a:pathLst>
                  </a:custGeom>
                  <a:solidFill>
                    <a:srgbClr val="E5B76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9" name="AutoShape 169"/>
                  <p:cNvSpPr/>
                  <p:nvPr/>
                </p:nvSpPr>
                <p:spPr>
                  <a:xfrm>
                    <a:off x="-1512935" y="8827907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0" name="AutoShape 170"/>
                  <p:cNvSpPr/>
                  <p:nvPr/>
                </p:nvSpPr>
                <p:spPr>
                  <a:xfrm>
                    <a:off x="-1456045" y="8839286"/>
                    <a:ext cx="1149196" cy="1024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4" h="80">
                        <a:moveTo>
                          <a:pt x="894" y="40"/>
                        </a:moveTo>
                        <a:cubicBezTo>
                          <a:pt x="894" y="40"/>
                          <a:pt x="894" y="40"/>
                          <a:pt x="894" y="40"/>
                        </a:cubicBezTo>
                        <a:cubicBezTo>
                          <a:pt x="894" y="40"/>
                          <a:pt x="894" y="40"/>
                          <a:pt x="894" y="40"/>
                        </a:cubicBezTo>
                        <a:moveTo>
                          <a:pt x="8" y="40"/>
                        </a:moveTo>
                        <a:cubicBezTo>
                          <a:pt x="8" y="39"/>
                          <a:pt x="9" y="38"/>
                          <a:pt x="11" y="38"/>
                        </a:cubicBezTo>
                        <a:cubicBezTo>
                          <a:pt x="14" y="36"/>
                          <a:pt x="20" y="34"/>
                          <a:pt x="28" y="32"/>
                        </a:cubicBezTo>
                        <a:cubicBezTo>
                          <a:pt x="58" y="25"/>
                          <a:pt x="114" y="19"/>
                          <a:pt x="187" y="14"/>
                        </a:cubicBezTo>
                        <a:cubicBezTo>
                          <a:pt x="260" y="10"/>
                          <a:pt x="350" y="8"/>
                          <a:pt x="447" y="8"/>
                        </a:cubicBezTo>
                        <a:cubicBezTo>
                          <a:pt x="569" y="8"/>
                          <a:pt x="680" y="12"/>
                          <a:pt x="760" y="18"/>
                        </a:cubicBezTo>
                        <a:cubicBezTo>
                          <a:pt x="800" y="21"/>
                          <a:pt x="833" y="25"/>
                          <a:pt x="855" y="29"/>
                        </a:cubicBezTo>
                        <a:cubicBezTo>
                          <a:pt x="866" y="32"/>
                          <a:pt x="875" y="34"/>
                          <a:pt x="880" y="36"/>
                        </a:cubicBezTo>
                        <a:cubicBezTo>
                          <a:pt x="883" y="37"/>
                          <a:pt x="885" y="38"/>
                          <a:pt x="886" y="39"/>
                        </a:cubicBezTo>
                        <a:cubicBezTo>
                          <a:pt x="886" y="39"/>
                          <a:pt x="886" y="39"/>
                          <a:pt x="886" y="40"/>
                        </a:cubicBezTo>
                        <a:cubicBezTo>
                          <a:pt x="886" y="40"/>
                          <a:pt x="885" y="41"/>
                          <a:pt x="884" y="41"/>
                        </a:cubicBezTo>
                        <a:cubicBezTo>
                          <a:pt x="880" y="43"/>
                          <a:pt x="874" y="45"/>
                          <a:pt x="866" y="47"/>
                        </a:cubicBezTo>
                        <a:cubicBezTo>
                          <a:pt x="837" y="54"/>
                          <a:pt x="780" y="61"/>
                          <a:pt x="707" y="65"/>
                        </a:cubicBezTo>
                        <a:cubicBezTo>
                          <a:pt x="634" y="69"/>
                          <a:pt x="544" y="72"/>
                          <a:pt x="447" y="72"/>
                        </a:cubicBezTo>
                        <a:cubicBezTo>
                          <a:pt x="325" y="72"/>
                          <a:pt x="214" y="68"/>
                          <a:pt x="134" y="61"/>
                        </a:cubicBezTo>
                        <a:cubicBezTo>
                          <a:pt x="94" y="58"/>
                          <a:pt x="62" y="54"/>
                          <a:pt x="39" y="50"/>
                        </a:cubicBezTo>
                        <a:cubicBezTo>
                          <a:pt x="28" y="48"/>
                          <a:pt x="20" y="45"/>
                          <a:pt x="14" y="43"/>
                        </a:cubicBezTo>
                        <a:cubicBezTo>
                          <a:pt x="12" y="42"/>
                          <a:pt x="10" y="41"/>
                          <a:pt x="9" y="40"/>
                        </a:cubicBezTo>
                        <a:cubicBezTo>
                          <a:pt x="8" y="40"/>
                          <a:pt x="8" y="40"/>
                          <a:pt x="8" y="40"/>
                        </a:cubicBezTo>
                        <a:moveTo>
                          <a:pt x="447" y="0"/>
                        </a:moveTo>
                        <a:cubicBezTo>
                          <a:pt x="325" y="0"/>
                          <a:pt x="214" y="4"/>
                          <a:pt x="133" y="10"/>
                        </a:cubicBezTo>
                        <a:cubicBezTo>
                          <a:pt x="93" y="13"/>
                          <a:pt x="61" y="17"/>
                          <a:pt x="38" y="22"/>
                        </a:cubicBezTo>
                        <a:cubicBezTo>
                          <a:pt x="27" y="24"/>
                          <a:pt x="18" y="26"/>
                          <a:pt x="11" y="29"/>
                        </a:cubicBezTo>
                        <a:cubicBezTo>
                          <a:pt x="8" y="30"/>
                          <a:pt x="6" y="31"/>
                          <a:pt x="4" y="33"/>
                        </a:cubicBezTo>
                        <a:cubicBezTo>
                          <a:pt x="3" y="34"/>
                          <a:pt x="2" y="35"/>
                          <a:pt x="1" y="36"/>
                        </a:cubicBezTo>
                        <a:cubicBezTo>
                          <a:pt x="0" y="37"/>
                          <a:pt x="0" y="38"/>
                          <a:pt x="0" y="40"/>
                        </a:cubicBezTo>
                        <a:cubicBezTo>
                          <a:pt x="0" y="41"/>
                          <a:pt x="0" y="42"/>
                          <a:pt x="1" y="44"/>
                        </a:cubicBezTo>
                        <a:cubicBezTo>
                          <a:pt x="2" y="46"/>
                          <a:pt x="4" y="47"/>
                          <a:pt x="7" y="49"/>
                        </a:cubicBezTo>
                        <a:cubicBezTo>
                          <a:pt x="11" y="51"/>
                          <a:pt x="18" y="53"/>
                          <a:pt x="27" y="55"/>
                        </a:cubicBezTo>
                        <a:cubicBezTo>
                          <a:pt x="57" y="62"/>
                          <a:pt x="113" y="68"/>
                          <a:pt x="187" y="73"/>
                        </a:cubicBezTo>
                        <a:cubicBezTo>
                          <a:pt x="260" y="77"/>
                          <a:pt x="350" y="80"/>
                          <a:pt x="447" y="80"/>
                        </a:cubicBezTo>
                        <a:cubicBezTo>
                          <a:pt x="570" y="80"/>
                          <a:pt x="681" y="76"/>
                          <a:pt x="761" y="69"/>
                        </a:cubicBezTo>
                        <a:cubicBezTo>
                          <a:pt x="801" y="66"/>
                          <a:pt x="834" y="62"/>
                          <a:pt x="856" y="58"/>
                        </a:cubicBezTo>
                        <a:cubicBezTo>
                          <a:pt x="868" y="55"/>
                          <a:pt x="877" y="53"/>
                          <a:pt x="883" y="51"/>
                        </a:cubicBezTo>
                        <a:cubicBezTo>
                          <a:pt x="886" y="49"/>
                          <a:pt x="889" y="48"/>
                          <a:pt x="891" y="46"/>
                        </a:cubicBezTo>
                        <a:cubicBezTo>
                          <a:pt x="892" y="46"/>
                          <a:pt x="893" y="45"/>
                          <a:pt x="893" y="44"/>
                        </a:cubicBezTo>
                        <a:cubicBezTo>
                          <a:pt x="894" y="42"/>
                          <a:pt x="894" y="41"/>
                          <a:pt x="894" y="40"/>
                        </a:cubicBezTo>
                        <a:cubicBezTo>
                          <a:pt x="890" y="40"/>
                          <a:pt x="890" y="40"/>
                          <a:pt x="890" y="40"/>
                        </a:cubicBezTo>
                        <a:cubicBezTo>
                          <a:pt x="887" y="40"/>
                          <a:pt x="887" y="40"/>
                          <a:pt x="887" y="40"/>
                        </a:cubicBezTo>
                        <a:cubicBezTo>
                          <a:pt x="887" y="40"/>
                          <a:pt x="887" y="40"/>
                          <a:pt x="887" y="40"/>
                        </a:cubicBezTo>
                        <a:cubicBezTo>
                          <a:pt x="890" y="40"/>
                          <a:pt x="890" y="40"/>
                          <a:pt x="890" y="40"/>
                        </a:cubicBezTo>
                        <a:cubicBezTo>
                          <a:pt x="894" y="40"/>
                          <a:pt x="894" y="40"/>
                          <a:pt x="894" y="40"/>
                        </a:cubicBezTo>
                        <a:cubicBezTo>
                          <a:pt x="894" y="40"/>
                          <a:pt x="894" y="40"/>
                          <a:pt x="894" y="40"/>
                        </a:cubicBezTo>
                        <a:cubicBezTo>
                          <a:pt x="894" y="38"/>
                          <a:pt x="894" y="37"/>
                          <a:pt x="893" y="36"/>
                        </a:cubicBezTo>
                        <a:cubicBezTo>
                          <a:pt x="892" y="33"/>
                          <a:pt x="890" y="32"/>
                          <a:pt x="887" y="31"/>
                        </a:cubicBezTo>
                        <a:cubicBezTo>
                          <a:pt x="883" y="28"/>
                          <a:pt x="876" y="26"/>
                          <a:pt x="868" y="24"/>
                        </a:cubicBezTo>
                        <a:cubicBezTo>
                          <a:pt x="837" y="17"/>
                          <a:pt x="781" y="11"/>
                          <a:pt x="708" y="6"/>
                        </a:cubicBezTo>
                        <a:cubicBezTo>
                          <a:pt x="635" y="2"/>
                          <a:pt x="544" y="0"/>
                          <a:pt x="447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1" name="AutoShape 171"/>
                  <p:cNvSpPr/>
                  <p:nvPr/>
                </p:nvSpPr>
                <p:spPr>
                  <a:xfrm>
                    <a:off x="-2212691" y="9721093"/>
                    <a:ext cx="1280047" cy="7338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3" h="571">
                        <a:moveTo>
                          <a:pt x="686" y="0"/>
                        </a:moveTo>
                        <a:cubicBezTo>
                          <a:pt x="673" y="9"/>
                          <a:pt x="660" y="18"/>
                          <a:pt x="647" y="27"/>
                        </a:cubicBezTo>
                        <a:cubicBezTo>
                          <a:pt x="587" y="68"/>
                          <a:pt x="523" y="102"/>
                          <a:pt x="457" y="130"/>
                        </a:cubicBezTo>
                        <a:cubicBezTo>
                          <a:pt x="390" y="159"/>
                          <a:pt x="319" y="181"/>
                          <a:pt x="247" y="195"/>
                        </a:cubicBezTo>
                        <a:cubicBezTo>
                          <a:pt x="181" y="209"/>
                          <a:pt x="112" y="217"/>
                          <a:pt x="44" y="218"/>
                        </a:cubicBezTo>
                        <a:cubicBezTo>
                          <a:pt x="44" y="218"/>
                          <a:pt x="44" y="218"/>
                          <a:pt x="44" y="218"/>
                        </a:cubicBezTo>
                        <a:cubicBezTo>
                          <a:pt x="36" y="218"/>
                          <a:pt x="28" y="219"/>
                          <a:pt x="21" y="219"/>
                        </a:cubicBezTo>
                        <a:cubicBezTo>
                          <a:pt x="14" y="219"/>
                          <a:pt x="7" y="218"/>
                          <a:pt x="0" y="218"/>
                        </a:cubicBezTo>
                        <a:cubicBezTo>
                          <a:pt x="67" y="423"/>
                          <a:pt x="259" y="571"/>
                          <a:pt x="486" y="571"/>
                        </a:cubicBezTo>
                        <a:cubicBezTo>
                          <a:pt x="746" y="571"/>
                          <a:pt x="961" y="376"/>
                          <a:pt x="993" y="125"/>
                        </a:cubicBezTo>
                        <a:cubicBezTo>
                          <a:pt x="878" y="120"/>
                          <a:pt x="784" y="111"/>
                          <a:pt x="732" y="100"/>
                        </a:cubicBezTo>
                        <a:cubicBezTo>
                          <a:pt x="711" y="96"/>
                          <a:pt x="696" y="91"/>
                          <a:pt x="690" y="86"/>
                        </a:cubicBezTo>
                        <a:cubicBezTo>
                          <a:pt x="687" y="84"/>
                          <a:pt x="686" y="82"/>
                          <a:pt x="686" y="80"/>
                        </a:cubicBezTo>
                        <a:cubicBezTo>
                          <a:pt x="686" y="0"/>
                          <a:pt x="686" y="0"/>
                          <a:pt x="686" y="0"/>
                        </a:cubicBezTo>
                      </a:path>
                    </a:pathLst>
                  </a:custGeom>
                  <a:solidFill>
                    <a:srgbClr val="E2E0E0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2" name="AutoShape 172"/>
                  <p:cNvSpPr/>
                  <p:nvPr/>
                </p:nvSpPr>
                <p:spPr>
                  <a:xfrm>
                    <a:off x="-2161492" y="9140806"/>
                    <a:ext cx="1001280" cy="7452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5" h="580">
                        <a:moveTo>
                          <a:pt x="444" y="0"/>
                        </a:moveTo>
                        <a:cubicBezTo>
                          <a:pt x="382" y="0"/>
                          <a:pt x="322" y="11"/>
                          <a:pt x="266" y="31"/>
                        </a:cubicBezTo>
                        <a:cubicBezTo>
                          <a:pt x="290" y="74"/>
                          <a:pt x="290" y="74"/>
                          <a:pt x="290" y="74"/>
                        </a:cubicBezTo>
                        <a:cubicBezTo>
                          <a:pt x="251" y="97"/>
                          <a:pt x="251" y="97"/>
                          <a:pt x="251" y="97"/>
                        </a:cubicBezTo>
                        <a:cubicBezTo>
                          <a:pt x="223" y="50"/>
                          <a:pt x="223" y="50"/>
                          <a:pt x="223" y="50"/>
                        </a:cubicBezTo>
                        <a:cubicBezTo>
                          <a:pt x="130" y="95"/>
                          <a:pt x="52" y="167"/>
                          <a:pt x="0" y="257"/>
                        </a:cubicBezTo>
                        <a:cubicBezTo>
                          <a:pt x="0" y="283"/>
                          <a:pt x="0" y="283"/>
                          <a:pt x="0" y="283"/>
                        </a:cubicBezTo>
                        <a:cubicBezTo>
                          <a:pt x="14" y="284"/>
                          <a:pt x="25" y="295"/>
                          <a:pt x="25" y="309"/>
                        </a:cubicBezTo>
                        <a:cubicBezTo>
                          <a:pt x="25" y="465"/>
                          <a:pt x="25" y="465"/>
                          <a:pt x="25" y="465"/>
                        </a:cubicBezTo>
                        <a:cubicBezTo>
                          <a:pt x="25" y="479"/>
                          <a:pt x="14" y="491"/>
                          <a:pt x="0" y="491"/>
                        </a:cubicBezTo>
                        <a:cubicBezTo>
                          <a:pt x="0" y="491"/>
                          <a:pt x="0" y="491"/>
                          <a:pt x="0" y="491"/>
                        </a:cubicBezTo>
                        <a:cubicBezTo>
                          <a:pt x="0" y="491"/>
                          <a:pt x="0" y="491"/>
                          <a:pt x="0" y="491"/>
                        </a:cubicBezTo>
                        <a:cubicBezTo>
                          <a:pt x="0" y="580"/>
                          <a:pt x="0" y="580"/>
                          <a:pt x="0" y="580"/>
                        </a:cubicBezTo>
                        <a:cubicBezTo>
                          <a:pt x="224" y="575"/>
                          <a:pt x="430" y="500"/>
                          <a:pt x="597" y="374"/>
                        </a:cubicBezTo>
                        <a:cubicBezTo>
                          <a:pt x="597" y="302"/>
                          <a:pt x="597" y="302"/>
                          <a:pt x="597" y="302"/>
                        </a:cubicBezTo>
                        <a:cubicBezTo>
                          <a:pt x="597" y="302"/>
                          <a:pt x="597" y="302"/>
                          <a:pt x="597" y="302"/>
                        </a:cubicBezTo>
                        <a:cubicBezTo>
                          <a:pt x="597" y="290"/>
                          <a:pt x="641" y="279"/>
                          <a:pt x="714" y="271"/>
                        </a:cubicBezTo>
                        <a:cubicBezTo>
                          <a:pt x="735" y="249"/>
                          <a:pt x="756" y="227"/>
                          <a:pt x="775" y="203"/>
                        </a:cubicBezTo>
                        <a:cubicBezTo>
                          <a:pt x="729" y="200"/>
                          <a:pt x="688" y="197"/>
                          <a:pt x="654" y="192"/>
                        </a:cubicBezTo>
                        <a:cubicBezTo>
                          <a:pt x="654" y="199"/>
                          <a:pt x="651" y="206"/>
                          <a:pt x="646" y="212"/>
                        </a:cubicBezTo>
                        <a:cubicBezTo>
                          <a:pt x="641" y="217"/>
                          <a:pt x="634" y="219"/>
                          <a:pt x="627" y="219"/>
                        </a:cubicBezTo>
                        <a:cubicBezTo>
                          <a:pt x="621" y="219"/>
                          <a:pt x="614" y="217"/>
                          <a:pt x="609" y="212"/>
                        </a:cubicBezTo>
                        <a:cubicBezTo>
                          <a:pt x="575" y="178"/>
                          <a:pt x="575" y="178"/>
                          <a:pt x="575" y="178"/>
                        </a:cubicBezTo>
                        <a:cubicBezTo>
                          <a:pt x="575" y="178"/>
                          <a:pt x="575" y="178"/>
                          <a:pt x="574" y="178"/>
                        </a:cubicBezTo>
                        <a:cubicBezTo>
                          <a:pt x="565" y="175"/>
                          <a:pt x="558" y="172"/>
                          <a:pt x="554" y="170"/>
                        </a:cubicBezTo>
                        <a:cubicBezTo>
                          <a:pt x="554" y="170"/>
                          <a:pt x="554" y="170"/>
                          <a:pt x="554" y="169"/>
                        </a:cubicBezTo>
                        <a:cubicBezTo>
                          <a:pt x="554" y="169"/>
                          <a:pt x="554" y="169"/>
                          <a:pt x="554" y="169"/>
                        </a:cubicBezTo>
                        <a:cubicBezTo>
                          <a:pt x="551" y="167"/>
                          <a:pt x="550" y="165"/>
                          <a:pt x="550" y="163"/>
                        </a:cubicBezTo>
                        <a:cubicBezTo>
                          <a:pt x="550" y="153"/>
                          <a:pt x="550" y="153"/>
                          <a:pt x="550" y="153"/>
                        </a:cubicBezTo>
                        <a:cubicBezTo>
                          <a:pt x="499" y="102"/>
                          <a:pt x="499" y="102"/>
                          <a:pt x="499" y="102"/>
                        </a:cubicBezTo>
                        <a:cubicBezTo>
                          <a:pt x="489" y="92"/>
                          <a:pt x="489" y="75"/>
                          <a:pt x="499" y="65"/>
                        </a:cubicBezTo>
                        <a:cubicBezTo>
                          <a:pt x="504" y="60"/>
                          <a:pt x="511" y="57"/>
                          <a:pt x="517" y="57"/>
                        </a:cubicBezTo>
                        <a:cubicBezTo>
                          <a:pt x="524" y="57"/>
                          <a:pt x="531" y="60"/>
                          <a:pt x="536" y="65"/>
                        </a:cubicBezTo>
                        <a:cubicBezTo>
                          <a:pt x="550" y="79"/>
                          <a:pt x="550" y="79"/>
                          <a:pt x="550" y="79"/>
                        </a:cubicBezTo>
                        <a:cubicBezTo>
                          <a:pt x="550" y="58"/>
                          <a:pt x="550" y="58"/>
                          <a:pt x="550" y="58"/>
                        </a:cubicBezTo>
                        <a:cubicBezTo>
                          <a:pt x="550" y="58"/>
                          <a:pt x="550" y="58"/>
                          <a:pt x="550" y="58"/>
                        </a:cubicBezTo>
                        <a:cubicBezTo>
                          <a:pt x="550" y="48"/>
                          <a:pt x="577" y="40"/>
                          <a:pt x="625" y="32"/>
                        </a:cubicBezTo>
                        <a:cubicBezTo>
                          <a:pt x="569" y="11"/>
                          <a:pt x="508" y="0"/>
                          <a:pt x="444" y="0"/>
                        </a:cubicBezTo>
                      </a:path>
                    </a:pathLst>
                  </a:custGeom>
                  <a:solidFill>
                    <a:srgbClr val="CECDC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3" name="AutoShape 173"/>
                  <p:cNvSpPr/>
                  <p:nvPr/>
                </p:nvSpPr>
                <p:spPr>
                  <a:xfrm>
                    <a:off x="-2161492" y="9402504"/>
                    <a:ext cx="1058171" cy="6030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0" h="467">
                        <a:moveTo>
                          <a:pt x="598" y="171"/>
                        </a:moveTo>
                        <a:cubicBezTo>
                          <a:pt x="431" y="297"/>
                          <a:pt x="225" y="372"/>
                          <a:pt x="1" y="377"/>
                        </a:cubicBezTo>
                        <a:cubicBezTo>
                          <a:pt x="1" y="377"/>
                          <a:pt x="1" y="377"/>
                          <a:pt x="1" y="377"/>
                        </a:cubicBezTo>
                        <a:cubicBezTo>
                          <a:pt x="0" y="377"/>
                          <a:pt x="0" y="377"/>
                          <a:pt x="0" y="377"/>
                        </a:cubicBezTo>
                        <a:cubicBezTo>
                          <a:pt x="1" y="377"/>
                          <a:pt x="2" y="377"/>
                          <a:pt x="3" y="377"/>
                        </a:cubicBezTo>
                        <a:cubicBezTo>
                          <a:pt x="3" y="467"/>
                          <a:pt x="3" y="467"/>
                          <a:pt x="3" y="467"/>
                        </a:cubicBezTo>
                        <a:cubicBezTo>
                          <a:pt x="71" y="466"/>
                          <a:pt x="140" y="458"/>
                          <a:pt x="206" y="444"/>
                        </a:cubicBezTo>
                        <a:cubicBezTo>
                          <a:pt x="278" y="430"/>
                          <a:pt x="349" y="408"/>
                          <a:pt x="416" y="379"/>
                        </a:cubicBezTo>
                        <a:cubicBezTo>
                          <a:pt x="482" y="351"/>
                          <a:pt x="546" y="317"/>
                          <a:pt x="606" y="276"/>
                        </a:cubicBezTo>
                        <a:cubicBezTo>
                          <a:pt x="619" y="267"/>
                          <a:pt x="632" y="258"/>
                          <a:pt x="645" y="249"/>
                        </a:cubicBezTo>
                        <a:cubicBezTo>
                          <a:pt x="645" y="225"/>
                          <a:pt x="645" y="225"/>
                          <a:pt x="645" y="225"/>
                        </a:cubicBezTo>
                        <a:cubicBezTo>
                          <a:pt x="645" y="225"/>
                          <a:pt x="644" y="225"/>
                          <a:pt x="644" y="225"/>
                        </a:cubicBezTo>
                        <a:cubicBezTo>
                          <a:pt x="623" y="220"/>
                          <a:pt x="608" y="215"/>
                          <a:pt x="602" y="210"/>
                        </a:cubicBezTo>
                        <a:cubicBezTo>
                          <a:pt x="599" y="208"/>
                          <a:pt x="598" y="206"/>
                          <a:pt x="598" y="204"/>
                        </a:cubicBezTo>
                        <a:cubicBezTo>
                          <a:pt x="598" y="171"/>
                          <a:pt x="598" y="171"/>
                          <a:pt x="598" y="171"/>
                        </a:cubicBezTo>
                        <a:moveTo>
                          <a:pt x="776" y="0"/>
                        </a:moveTo>
                        <a:cubicBezTo>
                          <a:pt x="757" y="24"/>
                          <a:pt x="736" y="46"/>
                          <a:pt x="715" y="68"/>
                        </a:cubicBezTo>
                        <a:cubicBezTo>
                          <a:pt x="746" y="65"/>
                          <a:pt x="781" y="62"/>
                          <a:pt x="820" y="59"/>
                        </a:cubicBezTo>
                        <a:cubicBezTo>
                          <a:pt x="820" y="3"/>
                          <a:pt x="820" y="3"/>
                          <a:pt x="820" y="3"/>
                        </a:cubicBezTo>
                        <a:cubicBezTo>
                          <a:pt x="805" y="2"/>
                          <a:pt x="790" y="1"/>
                          <a:pt x="776" y="0"/>
                        </a:cubicBezTo>
                      </a:path>
                    </a:pathLst>
                  </a:custGeom>
                  <a:solidFill>
                    <a:srgbClr val="2E353C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4" name="AutoShape 174"/>
                  <p:cNvSpPr/>
                  <p:nvPr/>
                </p:nvSpPr>
                <p:spPr>
                  <a:xfrm>
                    <a:off x="-1871347" y="9180631"/>
                    <a:ext cx="85338" cy="853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" h="66">
                        <a:moveTo>
                          <a:pt x="43" y="0"/>
                        </a:moveTo>
                        <a:cubicBezTo>
                          <a:pt x="29" y="6"/>
                          <a:pt x="14" y="12"/>
                          <a:pt x="0" y="19"/>
                        </a:cubicBezTo>
                        <a:cubicBezTo>
                          <a:pt x="28" y="66"/>
                          <a:pt x="28" y="66"/>
                          <a:pt x="28" y="66"/>
                        </a:cubicBezTo>
                        <a:cubicBezTo>
                          <a:pt x="67" y="43"/>
                          <a:pt x="67" y="43"/>
                          <a:pt x="67" y="43"/>
                        </a:cubicBezTo>
                        <a:cubicBezTo>
                          <a:pt x="43" y="0"/>
                          <a:pt x="43" y="0"/>
                          <a:pt x="43" y="0"/>
                        </a:cubicBezTo>
                      </a:path>
                    </a:pathLst>
                  </a:custGeom>
                  <a:solidFill>
                    <a:srgbClr val="D77B53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5" name="AutoShape 175"/>
                  <p:cNvSpPr/>
                  <p:nvPr/>
                </p:nvSpPr>
                <p:spPr>
                  <a:xfrm>
                    <a:off x="-1530001" y="9214766"/>
                    <a:ext cx="210498" cy="2104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" h="162">
                        <a:moveTo>
                          <a:pt x="86" y="121"/>
                        </a:moveTo>
                        <a:cubicBezTo>
                          <a:pt x="120" y="155"/>
                          <a:pt x="120" y="155"/>
                          <a:pt x="120" y="155"/>
                        </a:cubicBezTo>
                        <a:cubicBezTo>
                          <a:pt x="125" y="160"/>
                          <a:pt x="132" y="162"/>
                          <a:pt x="138" y="162"/>
                        </a:cubicBezTo>
                        <a:cubicBezTo>
                          <a:pt x="145" y="162"/>
                          <a:pt x="152" y="160"/>
                          <a:pt x="157" y="155"/>
                        </a:cubicBezTo>
                        <a:cubicBezTo>
                          <a:pt x="162" y="149"/>
                          <a:pt x="165" y="142"/>
                          <a:pt x="165" y="135"/>
                        </a:cubicBezTo>
                        <a:cubicBezTo>
                          <a:pt x="131" y="131"/>
                          <a:pt x="104" y="126"/>
                          <a:pt x="86" y="121"/>
                        </a:cubicBezTo>
                        <a:moveTo>
                          <a:pt x="28" y="0"/>
                        </a:moveTo>
                        <a:cubicBezTo>
                          <a:pt x="22" y="0"/>
                          <a:pt x="15" y="3"/>
                          <a:pt x="10" y="8"/>
                        </a:cubicBezTo>
                        <a:cubicBezTo>
                          <a:pt x="0" y="18"/>
                          <a:pt x="0" y="35"/>
                          <a:pt x="10" y="45"/>
                        </a:cubicBezTo>
                        <a:cubicBezTo>
                          <a:pt x="61" y="96"/>
                          <a:pt x="61" y="96"/>
                          <a:pt x="61" y="96"/>
                        </a:cubicBezTo>
                        <a:cubicBezTo>
                          <a:pt x="61" y="22"/>
                          <a:pt x="61" y="22"/>
                          <a:pt x="61" y="22"/>
                        </a:cubicBezTo>
                        <a:cubicBezTo>
                          <a:pt x="47" y="8"/>
                          <a:pt x="47" y="8"/>
                          <a:pt x="47" y="8"/>
                        </a:cubicBezTo>
                        <a:cubicBezTo>
                          <a:pt x="42" y="3"/>
                          <a:pt x="35" y="0"/>
                          <a:pt x="28" y="0"/>
                        </a:cubicBezTo>
                      </a:path>
                    </a:pathLst>
                  </a:custGeom>
                  <a:solidFill>
                    <a:srgbClr val="2E353C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6" name="AutoShape 176"/>
                  <p:cNvSpPr/>
                  <p:nvPr/>
                </p:nvSpPr>
                <p:spPr>
                  <a:xfrm>
                    <a:off x="-2161492" y="9504908"/>
                    <a:ext cx="34134" cy="2673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" h="208">
                        <a:moveTo>
                          <a:pt x="0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208"/>
                          <a:pt x="0" y="208"/>
                          <a:pt x="0" y="208"/>
                        </a:cubicBezTo>
                        <a:cubicBezTo>
                          <a:pt x="14" y="208"/>
                          <a:pt x="25" y="196"/>
                          <a:pt x="25" y="182"/>
                        </a:cubicBezTo>
                        <a:cubicBezTo>
                          <a:pt x="25" y="26"/>
                          <a:pt x="25" y="26"/>
                          <a:pt x="25" y="26"/>
                        </a:cubicBezTo>
                        <a:cubicBezTo>
                          <a:pt x="25" y="12"/>
                          <a:pt x="14" y="1"/>
                          <a:pt x="0" y="0"/>
                        </a:cubicBezTo>
                      </a:path>
                    </a:pathLst>
                  </a:custGeom>
                  <a:solidFill>
                    <a:srgbClr val="2E353C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7" name="AutoShape 177"/>
                  <p:cNvSpPr/>
                  <p:nvPr/>
                </p:nvSpPr>
                <p:spPr>
                  <a:xfrm>
                    <a:off x="-2246826" y="9470773"/>
                    <a:ext cx="85338" cy="415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" h="323">
                        <a:moveTo>
                          <a:pt x="38" y="59"/>
                        </a:moveTo>
                        <a:cubicBezTo>
                          <a:pt x="13" y="119"/>
                          <a:pt x="0" y="185"/>
                          <a:pt x="0" y="254"/>
                        </a:cubicBezTo>
                        <a:cubicBezTo>
                          <a:pt x="0" y="277"/>
                          <a:pt x="1" y="300"/>
                          <a:pt x="4" y="322"/>
                        </a:cubicBezTo>
                        <a:cubicBezTo>
                          <a:pt x="9" y="323"/>
                          <a:pt x="14" y="323"/>
                          <a:pt x="19" y="323"/>
                        </a:cubicBezTo>
                        <a:cubicBezTo>
                          <a:pt x="28" y="323"/>
                          <a:pt x="37" y="323"/>
                          <a:pt x="46" y="323"/>
                        </a:cubicBezTo>
                        <a:cubicBezTo>
                          <a:pt x="51" y="323"/>
                          <a:pt x="55" y="323"/>
                          <a:pt x="60" y="323"/>
                        </a:cubicBezTo>
                        <a:cubicBezTo>
                          <a:pt x="62" y="323"/>
                          <a:pt x="63" y="323"/>
                          <a:pt x="64" y="323"/>
                        </a:cubicBezTo>
                        <a:cubicBezTo>
                          <a:pt x="65" y="323"/>
                          <a:pt x="65" y="323"/>
                          <a:pt x="66" y="323"/>
                        </a:cubicBezTo>
                        <a:cubicBezTo>
                          <a:pt x="66" y="323"/>
                          <a:pt x="66" y="323"/>
                          <a:pt x="66" y="323"/>
                        </a:cubicBezTo>
                        <a:cubicBezTo>
                          <a:pt x="67" y="323"/>
                          <a:pt x="67" y="323"/>
                          <a:pt x="67" y="323"/>
                        </a:cubicBezTo>
                        <a:cubicBezTo>
                          <a:pt x="67" y="323"/>
                          <a:pt x="67" y="323"/>
                          <a:pt x="67" y="323"/>
                        </a:cubicBezTo>
                        <a:cubicBezTo>
                          <a:pt x="67" y="234"/>
                          <a:pt x="67" y="234"/>
                          <a:pt x="67" y="234"/>
                        </a:cubicBezTo>
                        <a:cubicBezTo>
                          <a:pt x="67" y="234"/>
                          <a:pt x="67" y="234"/>
                          <a:pt x="67" y="234"/>
                        </a:cubicBezTo>
                        <a:cubicBezTo>
                          <a:pt x="67" y="234"/>
                          <a:pt x="66" y="233"/>
                          <a:pt x="65" y="233"/>
                        </a:cubicBezTo>
                        <a:cubicBezTo>
                          <a:pt x="65" y="233"/>
                          <a:pt x="65" y="233"/>
                          <a:pt x="65" y="233"/>
                        </a:cubicBezTo>
                        <a:cubicBezTo>
                          <a:pt x="50" y="233"/>
                          <a:pt x="39" y="222"/>
                          <a:pt x="39" y="208"/>
                        </a:cubicBezTo>
                        <a:cubicBezTo>
                          <a:pt x="38" y="59"/>
                          <a:pt x="38" y="59"/>
                          <a:pt x="38" y="59"/>
                        </a:cubicBezTo>
                        <a:moveTo>
                          <a:pt x="67" y="0"/>
                        </a:moveTo>
                        <a:cubicBezTo>
                          <a:pt x="62" y="10"/>
                          <a:pt x="56" y="20"/>
                          <a:pt x="51" y="30"/>
                        </a:cubicBezTo>
                        <a:cubicBezTo>
                          <a:pt x="55" y="28"/>
                          <a:pt x="59" y="27"/>
                          <a:pt x="64" y="27"/>
                        </a:cubicBezTo>
                        <a:cubicBezTo>
                          <a:pt x="65" y="27"/>
                          <a:pt x="67" y="27"/>
                          <a:pt x="67" y="27"/>
                        </a:cubicBezTo>
                        <a:cubicBezTo>
                          <a:pt x="67" y="26"/>
                          <a:pt x="67" y="26"/>
                          <a:pt x="67" y="26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</a:path>
                    </a:pathLst>
                  </a:custGeom>
                  <a:solidFill>
                    <a:srgbClr val="E3E0E0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8" name="AutoShape 178"/>
                  <p:cNvSpPr/>
                  <p:nvPr/>
                </p:nvSpPr>
                <p:spPr>
                  <a:xfrm>
                    <a:off x="-2241138" y="9886079"/>
                    <a:ext cx="85338" cy="1194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" h="92">
                        <a:moveTo>
                          <a:pt x="0" y="0"/>
                        </a:moveTo>
                        <a:cubicBezTo>
                          <a:pt x="4" y="32"/>
                          <a:pt x="11" y="62"/>
                          <a:pt x="21" y="91"/>
                        </a:cubicBezTo>
                        <a:cubicBezTo>
                          <a:pt x="28" y="91"/>
                          <a:pt x="35" y="92"/>
                          <a:pt x="42" y="92"/>
                        </a:cubicBezTo>
                        <a:cubicBezTo>
                          <a:pt x="49" y="92"/>
                          <a:pt x="57" y="91"/>
                          <a:pt x="65" y="91"/>
                        </a:cubicBezTo>
                        <a:cubicBezTo>
                          <a:pt x="65" y="91"/>
                          <a:pt x="65" y="91"/>
                          <a:pt x="65" y="91"/>
                        </a:cubicBezTo>
                        <a:cubicBezTo>
                          <a:pt x="65" y="1"/>
                          <a:pt x="65" y="1"/>
                          <a:pt x="65" y="1"/>
                        </a:cubicBezTo>
                        <a:cubicBezTo>
                          <a:pt x="64" y="1"/>
                          <a:pt x="63" y="1"/>
                          <a:pt x="62" y="1"/>
                        </a:cubicBezTo>
                        <a:cubicBezTo>
                          <a:pt x="62" y="1"/>
                          <a:pt x="62" y="1"/>
                          <a:pt x="62" y="1"/>
                        </a:cubicBezTo>
                        <a:cubicBezTo>
                          <a:pt x="61" y="1"/>
                          <a:pt x="61" y="1"/>
                          <a:pt x="60" y="1"/>
                        </a:cubicBezTo>
                        <a:cubicBezTo>
                          <a:pt x="59" y="1"/>
                          <a:pt x="58" y="1"/>
                          <a:pt x="56" y="1"/>
                        </a:cubicBezTo>
                        <a:cubicBezTo>
                          <a:pt x="51" y="1"/>
                          <a:pt x="47" y="1"/>
                          <a:pt x="42" y="1"/>
                        </a:cubicBezTo>
                        <a:cubicBezTo>
                          <a:pt x="33" y="1"/>
                          <a:pt x="24" y="1"/>
                          <a:pt x="15" y="1"/>
                        </a:cubicBezTo>
                        <a:cubicBezTo>
                          <a:pt x="10" y="1"/>
                          <a:pt x="5" y="1"/>
                          <a:pt x="0" y="0"/>
                        </a:cubicBezTo>
                      </a:path>
                    </a:pathLst>
                  </a:custGeom>
                  <a:solidFill>
                    <a:srgbClr val="575E6E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9" name="AutoShape 179"/>
                  <p:cNvSpPr/>
                  <p:nvPr/>
                </p:nvSpPr>
                <p:spPr>
                  <a:xfrm>
                    <a:off x="-2195627" y="9504908"/>
                    <a:ext cx="34134" cy="2673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" h="206">
                        <a:moveTo>
                          <a:pt x="26" y="0"/>
                        </a:moveTo>
                        <a:cubicBezTo>
                          <a:pt x="21" y="0"/>
                          <a:pt x="17" y="1"/>
                          <a:pt x="13" y="3"/>
                        </a:cubicBezTo>
                        <a:cubicBezTo>
                          <a:pt x="9" y="12"/>
                          <a:pt x="4" y="22"/>
                          <a:pt x="0" y="32"/>
                        </a:cubicBezTo>
                        <a:cubicBezTo>
                          <a:pt x="1" y="181"/>
                          <a:pt x="1" y="181"/>
                          <a:pt x="1" y="181"/>
                        </a:cubicBezTo>
                        <a:cubicBezTo>
                          <a:pt x="1" y="195"/>
                          <a:pt x="12" y="206"/>
                          <a:pt x="27" y="206"/>
                        </a:cubicBezTo>
                        <a:cubicBezTo>
                          <a:pt x="27" y="206"/>
                          <a:pt x="27" y="206"/>
                          <a:pt x="27" y="206"/>
                        </a:cubicBezTo>
                        <a:cubicBezTo>
                          <a:pt x="28" y="206"/>
                          <a:pt x="29" y="207"/>
                          <a:pt x="29" y="207"/>
                        </a:cubicBezTo>
                        <a:cubicBezTo>
                          <a:pt x="29" y="207"/>
                          <a:pt x="29" y="207"/>
                          <a:pt x="29" y="207"/>
                        </a:cubicBezTo>
                        <a:cubicBezTo>
                          <a:pt x="29" y="207"/>
                          <a:pt x="29" y="207"/>
                          <a:pt x="29" y="207"/>
                        </a:cubicBezTo>
                        <a:cubicBezTo>
                          <a:pt x="29" y="207"/>
                          <a:pt x="29" y="207"/>
                          <a:pt x="29" y="207"/>
                        </a:cubicBezTo>
                        <a:cubicBezTo>
                          <a:pt x="29" y="0"/>
                          <a:pt x="29" y="0"/>
                          <a:pt x="29" y="0"/>
                        </a:cubicBezTo>
                        <a:cubicBezTo>
                          <a:pt x="29" y="0"/>
                          <a:pt x="29" y="0"/>
                          <a:pt x="29" y="0"/>
                        </a:cubicBezTo>
                        <a:cubicBezTo>
                          <a:pt x="29" y="0"/>
                          <a:pt x="27" y="0"/>
                          <a:pt x="26" y="0"/>
                        </a:cubicBezTo>
                      </a:path>
                    </a:pathLst>
                  </a:custGeom>
                  <a:solidFill>
                    <a:srgbClr val="575E6E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0" name="AutoShape 180"/>
                  <p:cNvSpPr/>
                  <p:nvPr/>
                </p:nvSpPr>
                <p:spPr>
                  <a:xfrm>
                    <a:off x="-1325194" y="9834875"/>
                    <a:ext cx="56891" cy="17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14">
                        <a:moveTo>
                          <a:pt x="0" y="0"/>
                        </a:moveTo>
                        <a:cubicBezTo>
                          <a:pt x="6" y="5"/>
                          <a:pt x="21" y="10"/>
                          <a:pt x="42" y="14"/>
                        </a:cubicBezTo>
                        <a:cubicBezTo>
                          <a:pt x="21" y="10"/>
                          <a:pt x="6" y="5"/>
                          <a:pt x="0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1" name="AutoShape 181"/>
                  <p:cNvSpPr/>
                  <p:nvPr/>
                </p:nvSpPr>
                <p:spPr>
                  <a:xfrm>
                    <a:off x="-1330884" y="9692649"/>
                    <a:ext cx="403927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" h="149">
                        <a:moveTo>
                          <a:pt x="0" y="0"/>
                        </a:move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104"/>
                          <a:pt x="0" y="104"/>
                          <a:pt x="0" y="104"/>
                        </a:cubicBezTo>
                        <a:cubicBezTo>
                          <a:pt x="0" y="106"/>
                          <a:pt x="1" y="108"/>
                          <a:pt x="4" y="110"/>
                        </a:cubicBezTo>
                        <a:cubicBezTo>
                          <a:pt x="10" y="115"/>
                          <a:pt x="25" y="120"/>
                          <a:pt x="46" y="124"/>
                        </a:cubicBezTo>
                        <a:cubicBezTo>
                          <a:pt x="98" y="135"/>
                          <a:pt x="192" y="144"/>
                          <a:pt x="307" y="149"/>
                        </a:cubicBezTo>
                        <a:cubicBezTo>
                          <a:pt x="310" y="127"/>
                          <a:pt x="312" y="105"/>
                          <a:pt x="312" y="83"/>
                        </a:cubicBezTo>
                        <a:cubicBezTo>
                          <a:pt x="312" y="72"/>
                          <a:pt x="311" y="60"/>
                          <a:pt x="310" y="49"/>
                        </a:cubicBezTo>
                        <a:cubicBezTo>
                          <a:pt x="129" y="42"/>
                          <a:pt x="0" y="25"/>
                          <a:pt x="0" y="5"/>
                        </a:cubicBezTo>
                        <a:cubicBezTo>
                          <a:pt x="0" y="4"/>
                          <a:pt x="0" y="3"/>
                          <a:pt x="1" y="2"/>
                        </a:cubicBezTo>
                        <a:cubicBezTo>
                          <a:pt x="0" y="1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CEA05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2" name="AutoShape 182"/>
                  <p:cNvSpPr/>
                  <p:nvPr/>
                </p:nvSpPr>
                <p:spPr>
                  <a:xfrm>
                    <a:off x="-1330884" y="9692649"/>
                    <a:ext cx="398236" cy="625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0" h="47">
                        <a:moveTo>
                          <a:pt x="1" y="0"/>
                        </a:move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23"/>
                          <a:pt x="129" y="40"/>
                          <a:pt x="310" y="47"/>
                        </a:cubicBezTo>
                        <a:cubicBezTo>
                          <a:pt x="310" y="45"/>
                          <a:pt x="310" y="43"/>
                          <a:pt x="310" y="41"/>
                        </a:cubicBezTo>
                        <a:cubicBezTo>
                          <a:pt x="137" y="35"/>
                          <a:pt x="12" y="19"/>
                          <a:pt x="1" y="0"/>
                        </a:cubicBezTo>
                      </a:path>
                    </a:pathLst>
                  </a:custGeom>
                  <a:solidFill>
                    <a:srgbClr val="E1AD3A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3" name="AutoShape 183"/>
                  <p:cNvSpPr/>
                  <p:nvPr/>
                </p:nvSpPr>
                <p:spPr>
                  <a:xfrm>
                    <a:off x="-1330884" y="9692649"/>
                    <a:ext cx="398236" cy="56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0" h="43">
                        <a:moveTo>
                          <a:pt x="193" y="20"/>
                        </a:moveTo>
                        <a:cubicBezTo>
                          <a:pt x="227" y="23"/>
                          <a:pt x="266" y="25"/>
                          <a:pt x="308" y="27"/>
                        </a:cubicBezTo>
                        <a:cubicBezTo>
                          <a:pt x="308" y="26"/>
                          <a:pt x="308" y="26"/>
                          <a:pt x="308" y="25"/>
                        </a:cubicBezTo>
                        <a:cubicBezTo>
                          <a:pt x="268" y="24"/>
                          <a:pt x="229" y="22"/>
                          <a:pt x="193" y="20"/>
                        </a:cubicBezTo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1" y="2"/>
                        </a:cubicBezTo>
                        <a:cubicBezTo>
                          <a:pt x="12" y="21"/>
                          <a:pt x="137" y="37"/>
                          <a:pt x="310" y="43"/>
                        </a:cubicBezTo>
                        <a:cubicBezTo>
                          <a:pt x="310" y="40"/>
                          <a:pt x="310" y="38"/>
                          <a:pt x="309" y="35"/>
                        </a:cubicBezTo>
                        <a:cubicBezTo>
                          <a:pt x="281" y="34"/>
                          <a:pt x="254" y="32"/>
                          <a:pt x="230" y="31"/>
                        </a:cubicBezTo>
                        <a:cubicBezTo>
                          <a:pt x="157" y="26"/>
                          <a:pt x="100" y="20"/>
                          <a:pt x="70" y="13"/>
                        </a:cubicBezTo>
                        <a:cubicBezTo>
                          <a:pt x="63" y="12"/>
                          <a:pt x="58" y="10"/>
                          <a:pt x="54" y="8"/>
                        </a:cubicBezTo>
                        <a:cubicBezTo>
                          <a:pt x="33" y="6"/>
                          <a:pt x="15" y="3"/>
                          <a:pt x="0" y="0"/>
                        </a:cubicBezTo>
                      </a:path>
                    </a:pathLst>
                  </a:custGeom>
                  <a:solidFill>
                    <a:srgbClr val="E1AD3A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4" name="AutoShape 184"/>
                  <p:cNvSpPr/>
                  <p:nvPr/>
                </p:nvSpPr>
                <p:spPr>
                  <a:xfrm>
                    <a:off x="-1262616" y="9704028"/>
                    <a:ext cx="329968" cy="341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27">
                        <a:moveTo>
                          <a:pt x="0" y="0"/>
                        </a:moveTo>
                        <a:cubicBezTo>
                          <a:pt x="4" y="2"/>
                          <a:pt x="9" y="4"/>
                          <a:pt x="16" y="5"/>
                        </a:cubicBezTo>
                        <a:cubicBezTo>
                          <a:pt x="46" y="12"/>
                          <a:pt x="103" y="18"/>
                          <a:pt x="176" y="23"/>
                        </a:cubicBezTo>
                        <a:cubicBezTo>
                          <a:pt x="200" y="24"/>
                          <a:pt x="227" y="26"/>
                          <a:pt x="255" y="27"/>
                        </a:cubicBezTo>
                        <a:cubicBezTo>
                          <a:pt x="255" y="24"/>
                          <a:pt x="255" y="21"/>
                          <a:pt x="254" y="19"/>
                        </a:cubicBezTo>
                        <a:cubicBezTo>
                          <a:pt x="212" y="17"/>
                          <a:pt x="173" y="15"/>
                          <a:pt x="139" y="12"/>
                        </a:cubicBezTo>
                        <a:cubicBezTo>
                          <a:pt x="85" y="9"/>
                          <a:pt x="38" y="5"/>
                          <a:pt x="0" y="0"/>
                        </a:cubicBezTo>
                      </a:path>
                    </a:pathLst>
                  </a:custGeom>
                  <a:solidFill>
                    <a:srgbClr val="E3C28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5" name="AutoShape 185"/>
                  <p:cNvSpPr/>
                  <p:nvPr/>
                </p:nvSpPr>
                <p:spPr>
                  <a:xfrm>
                    <a:off x="-1387775" y="9675580"/>
                    <a:ext cx="56891" cy="17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15">
                        <a:moveTo>
                          <a:pt x="0" y="0"/>
                        </a:moveTo>
                        <a:cubicBezTo>
                          <a:pt x="6" y="5"/>
                          <a:pt x="21" y="10"/>
                          <a:pt x="42" y="15"/>
                        </a:cubicBezTo>
                        <a:cubicBezTo>
                          <a:pt x="21" y="10"/>
                          <a:pt x="6" y="5"/>
                          <a:pt x="0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6" name="AutoShape 186"/>
                  <p:cNvSpPr/>
                  <p:nvPr/>
                </p:nvSpPr>
                <p:spPr>
                  <a:xfrm>
                    <a:off x="-1387775" y="9527665"/>
                    <a:ext cx="455127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5" h="151"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72"/>
                          <a:pt x="0" y="72"/>
                          <a:pt x="0" y="72"/>
                        </a:cubicBez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07"/>
                          <a:pt x="1" y="109"/>
                          <a:pt x="4" y="111"/>
                        </a:cubicBezTo>
                        <a:cubicBezTo>
                          <a:pt x="10" y="116"/>
                          <a:pt x="25" y="121"/>
                          <a:pt x="46" y="126"/>
                        </a:cubicBezTo>
                        <a:cubicBezTo>
                          <a:pt x="46" y="126"/>
                          <a:pt x="47" y="126"/>
                          <a:pt x="47" y="126"/>
                        </a:cubicBezTo>
                        <a:cubicBezTo>
                          <a:pt x="47" y="126"/>
                          <a:pt x="47" y="126"/>
                          <a:pt x="47" y="126"/>
                        </a:cubicBezTo>
                        <a:cubicBezTo>
                          <a:pt x="62" y="129"/>
                          <a:pt x="80" y="132"/>
                          <a:pt x="101" y="134"/>
                        </a:cubicBezTo>
                        <a:cubicBezTo>
                          <a:pt x="139" y="139"/>
                          <a:pt x="186" y="143"/>
                          <a:pt x="240" y="146"/>
                        </a:cubicBezTo>
                        <a:cubicBezTo>
                          <a:pt x="276" y="148"/>
                          <a:pt x="315" y="150"/>
                          <a:pt x="355" y="151"/>
                        </a:cubicBezTo>
                        <a:cubicBezTo>
                          <a:pt x="351" y="117"/>
                          <a:pt x="344" y="83"/>
                          <a:pt x="334" y="51"/>
                        </a:cubicBezTo>
                        <a:cubicBezTo>
                          <a:pt x="140" y="44"/>
                          <a:pt x="0" y="27"/>
                          <a:pt x="0" y="6"/>
                        </a:cubicBezTo>
                        <a:cubicBezTo>
                          <a:pt x="0" y="5"/>
                          <a:pt x="0" y="4"/>
                          <a:pt x="1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CEA05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7" name="AutoShape 187"/>
                  <p:cNvSpPr/>
                  <p:nvPr/>
                </p:nvSpPr>
                <p:spPr>
                  <a:xfrm>
                    <a:off x="-1387775" y="9533355"/>
                    <a:ext cx="426684" cy="625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" h="48">
                        <a:moveTo>
                          <a:pt x="1" y="0"/>
                        </a:move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24"/>
                          <a:pt x="140" y="41"/>
                          <a:pt x="334" y="48"/>
                        </a:cubicBezTo>
                        <a:cubicBezTo>
                          <a:pt x="333" y="46"/>
                          <a:pt x="332" y="44"/>
                          <a:pt x="332" y="42"/>
                        </a:cubicBezTo>
                        <a:cubicBezTo>
                          <a:pt x="147" y="36"/>
                          <a:pt x="12" y="20"/>
                          <a:pt x="1" y="0"/>
                        </a:cubicBezTo>
                      </a:path>
                    </a:pathLst>
                  </a:custGeom>
                  <a:solidFill>
                    <a:srgbClr val="CFA667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8" name="AutoShape 188"/>
                  <p:cNvSpPr/>
                  <p:nvPr/>
                </p:nvSpPr>
                <p:spPr>
                  <a:xfrm>
                    <a:off x="-1387775" y="9476464"/>
                    <a:ext cx="426684" cy="1137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85">
                        <a:moveTo>
                          <a:pt x="222" y="0"/>
                        </a:moveTo>
                        <a:cubicBezTo>
                          <a:pt x="183" y="3"/>
                          <a:pt x="148" y="6"/>
                          <a:pt x="117" y="9"/>
                        </a:cubicBezTo>
                        <a:cubicBezTo>
                          <a:pt x="44" y="17"/>
                          <a:pt x="0" y="28"/>
                          <a:pt x="0" y="40"/>
                        </a:cubicBezTo>
                        <a:cubicBezTo>
                          <a:pt x="0" y="40"/>
                          <a:pt x="0" y="40"/>
                          <a:pt x="0" y="40"/>
                        </a:cubicBezTo>
                        <a:cubicBezTo>
                          <a:pt x="0" y="41"/>
                          <a:pt x="0" y="42"/>
                          <a:pt x="1" y="43"/>
                        </a:cubicBezTo>
                        <a:cubicBezTo>
                          <a:pt x="12" y="63"/>
                          <a:pt x="147" y="79"/>
                          <a:pt x="332" y="85"/>
                        </a:cubicBezTo>
                        <a:cubicBezTo>
                          <a:pt x="330" y="81"/>
                          <a:pt x="329" y="77"/>
                          <a:pt x="327" y="72"/>
                        </a:cubicBezTo>
                        <a:cubicBezTo>
                          <a:pt x="163" y="67"/>
                          <a:pt x="47" y="54"/>
                          <a:pt x="47" y="39"/>
                        </a:cubicBezTo>
                        <a:cubicBezTo>
                          <a:pt x="47" y="27"/>
                          <a:pt x="116" y="16"/>
                          <a:pt x="222" y="10"/>
                        </a:cubicBezTo>
                        <a:cubicBezTo>
                          <a:pt x="222" y="0"/>
                          <a:pt x="222" y="0"/>
                          <a:pt x="222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9" name="AutoShape 189"/>
                  <p:cNvSpPr/>
                  <p:nvPr/>
                </p:nvSpPr>
                <p:spPr>
                  <a:xfrm>
                    <a:off x="-1330884" y="9493530"/>
                    <a:ext cx="364102" cy="796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" h="62">
                        <a:moveTo>
                          <a:pt x="175" y="0"/>
                        </a:moveTo>
                        <a:cubicBezTo>
                          <a:pt x="69" y="6"/>
                          <a:pt x="0" y="17"/>
                          <a:pt x="0" y="29"/>
                        </a:cubicBezTo>
                        <a:cubicBezTo>
                          <a:pt x="0" y="44"/>
                          <a:pt x="116" y="57"/>
                          <a:pt x="280" y="62"/>
                        </a:cubicBezTo>
                        <a:cubicBezTo>
                          <a:pt x="277" y="54"/>
                          <a:pt x="274" y="45"/>
                          <a:pt x="270" y="37"/>
                        </a:cubicBezTo>
                        <a:cubicBezTo>
                          <a:pt x="237" y="32"/>
                          <a:pt x="212" y="27"/>
                          <a:pt x="196" y="22"/>
                        </a:cubicBezTo>
                        <a:cubicBezTo>
                          <a:pt x="196" y="22"/>
                          <a:pt x="196" y="22"/>
                          <a:pt x="196" y="22"/>
                        </a:cubicBezTo>
                        <a:cubicBezTo>
                          <a:pt x="196" y="22"/>
                          <a:pt x="196" y="22"/>
                          <a:pt x="196" y="22"/>
                        </a:cubicBezTo>
                        <a:cubicBezTo>
                          <a:pt x="190" y="20"/>
                          <a:pt x="185" y="18"/>
                          <a:pt x="182" y="16"/>
                        </a:cubicBezTo>
                        <a:cubicBezTo>
                          <a:pt x="182" y="16"/>
                          <a:pt x="182" y="16"/>
                          <a:pt x="182" y="16"/>
                        </a:cubicBezTo>
                        <a:cubicBezTo>
                          <a:pt x="182" y="16"/>
                          <a:pt x="182" y="16"/>
                          <a:pt x="182" y="16"/>
                        </a:cubicBezTo>
                        <a:cubicBezTo>
                          <a:pt x="182" y="16"/>
                          <a:pt x="182" y="16"/>
                          <a:pt x="182" y="16"/>
                        </a:cubicBezTo>
                        <a:cubicBezTo>
                          <a:pt x="182" y="16"/>
                          <a:pt x="182" y="16"/>
                          <a:pt x="182" y="16"/>
                        </a:cubicBezTo>
                        <a:cubicBezTo>
                          <a:pt x="177" y="14"/>
                          <a:pt x="175" y="11"/>
                          <a:pt x="175" y="8"/>
                        </a:cubicBezTo>
                        <a:cubicBezTo>
                          <a:pt x="175" y="0"/>
                          <a:pt x="175" y="0"/>
                          <a:pt x="175" y="0"/>
                        </a:cubicBezTo>
                      </a:path>
                    </a:pathLst>
                  </a:custGeom>
                  <a:solidFill>
                    <a:srgbClr val="E1AD3A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0" name="AutoShape 190"/>
                  <p:cNvSpPr/>
                  <p:nvPr/>
                </p:nvSpPr>
                <p:spPr>
                  <a:xfrm>
                    <a:off x="-1097630" y="9510599"/>
                    <a:ext cx="22756" cy="11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" h="6">
                        <a:moveTo>
                          <a:pt x="14" y="6"/>
                        </a:moveTo>
                        <a:cubicBezTo>
                          <a:pt x="14" y="6"/>
                          <a:pt x="14" y="6"/>
                          <a:pt x="14" y="6"/>
                        </a:cubicBezTo>
                        <a:cubicBezTo>
                          <a:pt x="14" y="6"/>
                          <a:pt x="14" y="6"/>
                          <a:pt x="14" y="6"/>
                        </a:cubicBezTo>
                        <a:moveTo>
                          <a:pt x="0" y="0"/>
                        </a:moveTo>
                        <a:cubicBezTo>
                          <a:pt x="3" y="2"/>
                          <a:pt x="8" y="4"/>
                          <a:pt x="14" y="6"/>
                        </a:cubicBezTo>
                        <a:cubicBezTo>
                          <a:pt x="8" y="4"/>
                          <a:pt x="3" y="2"/>
                          <a:pt x="0" y="0"/>
                        </a:cubicBezTo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1" name="AutoShape 191"/>
                  <p:cNvSpPr/>
                  <p:nvPr/>
                </p:nvSpPr>
                <p:spPr>
                  <a:xfrm>
                    <a:off x="-1103321" y="9408195"/>
                    <a:ext cx="119473" cy="1308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" h="103">
                        <a:moveTo>
                          <a:pt x="0" y="0"/>
                        </a:moveTo>
                        <a:cubicBezTo>
                          <a:pt x="0" y="56"/>
                          <a:pt x="0" y="56"/>
                          <a:pt x="0" y="56"/>
                        </a:cubicBezTo>
                        <a:cubicBezTo>
                          <a:pt x="0" y="66"/>
                          <a:pt x="0" y="66"/>
                          <a:pt x="0" y="66"/>
                        </a:cubicBezTo>
                        <a:cubicBezTo>
                          <a:pt x="0" y="74"/>
                          <a:pt x="0" y="74"/>
                          <a:pt x="0" y="74"/>
                        </a:cubicBezTo>
                        <a:cubicBezTo>
                          <a:pt x="0" y="77"/>
                          <a:pt x="2" y="80"/>
                          <a:pt x="7" y="82"/>
                        </a:cubicBezTo>
                        <a:cubicBezTo>
                          <a:pt x="7" y="82"/>
                          <a:pt x="7" y="82"/>
                          <a:pt x="7" y="82"/>
                        </a:cubicBezTo>
                        <a:cubicBezTo>
                          <a:pt x="7" y="82"/>
                          <a:pt x="7" y="82"/>
                          <a:pt x="7" y="82"/>
                        </a:cubicBezTo>
                        <a:cubicBezTo>
                          <a:pt x="7" y="82"/>
                          <a:pt x="7" y="82"/>
                          <a:pt x="7" y="82"/>
                        </a:cubicBezTo>
                        <a:cubicBezTo>
                          <a:pt x="7" y="82"/>
                          <a:pt x="7" y="82"/>
                          <a:pt x="7" y="82"/>
                        </a:cubicBezTo>
                        <a:cubicBezTo>
                          <a:pt x="10" y="84"/>
                          <a:pt x="15" y="86"/>
                          <a:pt x="21" y="88"/>
                        </a:cubicBezTo>
                        <a:cubicBezTo>
                          <a:pt x="21" y="88"/>
                          <a:pt x="21" y="88"/>
                          <a:pt x="21" y="88"/>
                        </a:cubicBezTo>
                        <a:cubicBezTo>
                          <a:pt x="21" y="88"/>
                          <a:pt x="21" y="88"/>
                          <a:pt x="21" y="88"/>
                        </a:cubicBezTo>
                        <a:cubicBezTo>
                          <a:pt x="37" y="93"/>
                          <a:pt x="62" y="98"/>
                          <a:pt x="95" y="103"/>
                        </a:cubicBezTo>
                        <a:cubicBezTo>
                          <a:pt x="79" y="66"/>
                          <a:pt x="60" y="33"/>
                          <a:pt x="37" y="1"/>
                        </a:cubicBezTo>
                        <a:cubicBezTo>
                          <a:pt x="24" y="1"/>
                          <a:pt x="12" y="0"/>
                          <a:pt x="0" y="0"/>
                        </a:cubicBezTo>
                      </a:path>
                    </a:pathLst>
                  </a:custGeom>
                  <a:solidFill>
                    <a:srgbClr val="CEA05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2" name="AutoShape 192"/>
                  <p:cNvSpPr/>
                  <p:nvPr/>
                </p:nvSpPr>
                <p:spPr>
                  <a:xfrm>
                    <a:off x="-1444667" y="9356991"/>
                    <a:ext cx="22756" cy="11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" h="9">
                        <a:moveTo>
                          <a:pt x="0" y="1"/>
                        </a:moveTo>
                        <a:cubicBezTo>
                          <a:pt x="4" y="3"/>
                          <a:pt x="11" y="6"/>
                          <a:pt x="20" y="9"/>
                        </a:cubicBezTo>
                        <a:cubicBezTo>
                          <a:pt x="11" y="6"/>
                          <a:pt x="4" y="3"/>
                          <a:pt x="0" y="1"/>
                        </a:cubicBezTo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3" name="AutoShape 193"/>
                  <p:cNvSpPr/>
                  <p:nvPr/>
                </p:nvSpPr>
                <p:spPr>
                  <a:xfrm>
                    <a:off x="-1450354" y="9214766"/>
                    <a:ext cx="392549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6" h="149"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"/>
                          <a:pt x="0" y="21"/>
                          <a:pt x="0" y="21"/>
                        </a:cubicBezTo>
                        <a:cubicBezTo>
                          <a:pt x="0" y="95"/>
                          <a:pt x="0" y="95"/>
                          <a:pt x="0" y="95"/>
                        </a:cubicBez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07"/>
                          <a:pt x="1" y="109"/>
                          <a:pt x="4" y="111"/>
                        </a:cubicBezTo>
                        <a:cubicBezTo>
                          <a:pt x="4" y="111"/>
                          <a:pt x="4" y="111"/>
                          <a:pt x="4" y="111"/>
                        </a:cubicBezTo>
                        <a:cubicBezTo>
                          <a:pt x="4" y="112"/>
                          <a:pt x="4" y="112"/>
                          <a:pt x="4" y="112"/>
                        </a:cubicBezTo>
                        <a:cubicBezTo>
                          <a:pt x="8" y="114"/>
                          <a:pt x="15" y="117"/>
                          <a:pt x="24" y="120"/>
                        </a:cubicBezTo>
                        <a:cubicBezTo>
                          <a:pt x="25" y="120"/>
                          <a:pt x="25" y="120"/>
                          <a:pt x="25" y="120"/>
                        </a:cubicBezTo>
                        <a:cubicBezTo>
                          <a:pt x="43" y="125"/>
                          <a:pt x="70" y="130"/>
                          <a:pt x="104" y="134"/>
                        </a:cubicBezTo>
                        <a:cubicBezTo>
                          <a:pt x="138" y="139"/>
                          <a:pt x="179" y="142"/>
                          <a:pt x="225" y="145"/>
                        </a:cubicBezTo>
                        <a:cubicBezTo>
                          <a:pt x="239" y="146"/>
                          <a:pt x="254" y="147"/>
                          <a:pt x="269" y="148"/>
                        </a:cubicBezTo>
                        <a:cubicBezTo>
                          <a:pt x="281" y="148"/>
                          <a:pt x="293" y="149"/>
                          <a:pt x="306" y="149"/>
                        </a:cubicBezTo>
                        <a:cubicBezTo>
                          <a:pt x="276" y="109"/>
                          <a:pt x="241" y="74"/>
                          <a:pt x="201" y="44"/>
                        </a:cubicBezTo>
                        <a:cubicBezTo>
                          <a:pt x="79" y="35"/>
                          <a:pt x="0" y="21"/>
                          <a:pt x="0" y="5"/>
                        </a:cubicBezTo>
                        <a:cubicBezTo>
                          <a:pt x="0" y="4"/>
                          <a:pt x="0" y="4"/>
                          <a:pt x="1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CEA05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4" name="AutoShape 194"/>
                  <p:cNvSpPr/>
                  <p:nvPr/>
                </p:nvSpPr>
                <p:spPr>
                  <a:xfrm>
                    <a:off x="-1450354" y="9220453"/>
                    <a:ext cx="256010" cy="512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41">
                        <a:moveTo>
                          <a:pt x="1" y="0"/>
                        </a:move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0" y="18"/>
                          <a:pt x="79" y="32"/>
                          <a:pt x="201" y="41"/>
                        </a:cubicBezTo>
                        <a:cubicBezTo>
                          <a:pt x="198" y="39"/>
                          <a:pt x="195" y="37"/>
                          <a:pt x="193" y="35"/>
                        </a:cubicBezTo>
                        <a:cubicBezTo>
                          <a:pt x="83" y="27"/>
                          <a:pt x="9" y="14"/>
                          <a:pt x="1" y="0"/>
                        </a:cubicBezTo>
                      </a:path>
                    </a:pathLst>
                  </a:custGeom>
                  <a:solidFill>
                    <a:srgbClr val="CFA667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5" name="AutoShape 195"/>
                  <p:cNvSpPr/>
                  <p:nvPr/>
                </p:nvSpPr>
                <p:spPr>
                  <a:xfrm>
                    <a:off x="-1450354" y="9180631"/>
                    <a:ext cx="250320" cy="853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" h="64">
                        <a:moveTo>
                          <a:pt x="101" y="11"/>
                        </a:moveTo>
                        <a:cubicBezTo>
                          <a:pt x="89" y="13"/>
                          <a:pt x="79" y="15"/>
                          <a:pt x="72" y="17"/>
                        </a:cubicBezTo>
                        <a:cubicBezTo>
                          <a:pt x="63" y="19"/>
                          <a:pt x="57" y="21"/>
                          <a:pt x="54" y="23"/>
                        </a:cubicBezTo>
                        <a:cubicBezTo>
                          <a:pt x="52" y="23"/>
                          <a:pt x="51" y="24"/>
                          <a:pt x="51" y="24"/>
                        </a:cubicBezTo>
                        <a:cubicBezTo>
                          <a:pt x="51" y="25"/>
                          <a:pt x="51" y="25"/>
                          <a:pt x="52" y="25"/>
                        </a:cubicBezTo>
                        <a:cubicBezTo>
                          <a:pt x="53" y="26"/>
                          <a:pt x="55" y="27"/>
                          <a:pt x="57" y="28"/>
                        </a:cubicBezTo>
                        <a:cubicBezTo>
                          <a:pt x="63" y="30"/>
                          <a:pt x="71" y="32"/>
                          <a:pt x="82" y="35"/>
                        </a:cubicBezTo>
                        <a:cubicBezTo>
                          <a:pt x="102" y="38"/>
                          <a:pt x="130" y="42"/>
                          <a:pt x="164" y="45"/>
                        </a:cubicBezTo>
                        <a:cubicBezTo>
                          <a:pt x="144" y="32"/>
                          <a:pt x="123" y="21"/>
                          <a:pt x="101" y="11"/>
                        </a:cubicBezTo>
                        <a:moveTo>
                          <a:pt x="75" y="0"/>
                        </a:moveTo>
                        <a:cubicBezTo>
                          <a:pt x="27" y="8"/>
                          <a:pt x="0" y="16"/>
                          <a:pt x="0" y="26"/>
                        </a:cubicBezTo>
                        <a:cubicBezTo>
                          <a:pt x="0" y="26"/>
                          <a:pt x="0" y="26"/>
                          <a:pt x="0" y="26"/>
                        </a:cubicBezTo>
                        <a:cubicBezTo>
                          <a:pt x="0" y="27"/>
                          <a:pt x="0" y="28"/>
                          <a:pt x="1" y="29"/>
                        </a:cubicBezTo>
                        <a:cubicBezTo>
                          <a:pt x="9" y="43"/>
                          <a:pt x="83" y="56"/>
                          <a:pt x="193" y="64"/>
                        </a:cubicBezTo>
                        <a:cubicBezTo>
                          <a:pt x="188" y="60"/>
                          <a:pt x="183" y="57"/>
                          <a:pt x="179" y="54"/>
                        </a:cubicBezTo>
                        <a:cubicBezTo>
                          <a:pt x="130" y="50"/>
                          <a:pt x="93" y="45"/>
                          <a:pt x="70" y="40"/>
                        </a:cubicBezTo>
                        <a:cubicBezTo>
                          <a:pt x="61" y="38"/>
                          <a:pt x="54" y="36"/>
                          <a:pt x="50" y="33"/>
                        </a:cubicBezTo>
                        <a:cubicBezTo>
                          <a:pt x="47" y="32"/>
                          <a:pt x="45" y="31"/>
                          <a:pt x="44" y="28"/>
                        </a:cubicBezTo>
                        <a:cubicBezTo>
                          <a:pt x="43" y="27"/>
                          <a:pt x="43" y="26"/>
                          <a:pt x="43" y="24"/>
                        </a:cubicBezTo>
                        <a:cubicBezTo>
                          <a:pt x="43" y="23"/>
                          <a:pt x="43" y="22"/>
                          <a:pt x="44" y="20"/>
                        </a:cubicBezTo>
                        <a:cubicBezTo>
                          <a:pt x="45" y="19"/>
                          <a:pt x="46" y="18"/>
                          <a:pt x="47" y="18"/>
                        </a:cubicBezTo>
                        <a:cubicBezTo>
                          <a:pt x="49" y="16"/>
                          <a:pt x="51" y="15"/>
                          <a:pt x="54" y="13"/>
                        </a:cubicBezTo>
                        <a:cubicBezTo>
                          <a:pt x="61" y="11"/>
                          <a:pt x="70" y="9"/>
                          <a:pt x="81" y="6"/>
                        </a:cubicBezTo>
                        <a:cubicBezTo>
                          <a:pt x="83" y="6"/>
                          <a:pt x="85" y="6"/>
                          <a:pt x="87" y="5"/>
                        </a:cubicBezTo>
                        <a:cubicBezTo>
                          <a:pt x="83" y="4"/>
                          <a:pt x="79" y="2"/>
                          <a:pt x="75" y="0"/>
                        </a:cubicBezTo>
                      </a:path>
                    </a:pathLst>
                  </a:custGeom>
                  <a:solidFill>
                    <a:srgbClr val="E1AD3A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6" name="AutoShape 196"/>
                  <p:cNvSpPr/>
                  <p:nvPr/>
                </p:nvSpPr>
                <p:spPr>
                  <a:xfrm>
                    <a:off x="-1393463" y="9186319"/>
                    <a:ext cx="170672" cy="68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" h="49">
                        <a:moveTo>
                          <a:pt x="44" y="0"/>
                        </a:moveTo>
                        <a:cubicBezTo>
                          <a:pt x="42" y="1"/>
                          <a:pt x="40" y="1"/>
                          <a:pt x="38" y="1"/>
                        </a:cubicBezTo>
                        <a:cubicBezTo>
                          <a:pt x="27" y="4"/>
                          <a:pt x="18" y="6"/>
                          <a:pt x="11" y="8"/>
                        </a:cubicBezTo>
                        <a:cubicBezTo>
                          <a:pt x="8" y="10"/>
                          <a:pt x="6" y="11"/>
                          <a:pt x="4" y="13"/>
                        </a:cubicBezTo>
                        <a:cubicBezTo>
                          <a:pt x="3" y="13"/>
                          <a:pt x="2" y="14"/>
                          <a:pt x="1" y="15"/>
                        </a:cubicBezTo>
                        <a:cubicBezTo>
                          <a:pt x="0" y="17"/>
                          <a:pt x="0" y="18"/>
                          <a:pt x="0" y="19"/>
                        </a:cubicBezTo>
                        <a:cubicBezTo>
                          <a:pt x="0" y="21"/>
                          <a:pt x="0" y="22"/>
                          <a:pt x="1" y="23"/>
                        </a:cubicBezTo>
                        <a:cubicBezTo>
                          <a:pt x="2" y="26"/>
                          <a:pt x="4" y="27"/>
                          <a:pt x="7" y="28"/>
                        </a:cubicBezTo>
                        <a:cubicBezTo>
                          <a:pt x="11" y="31"/>
                          <a:pt x="18" y="33"/>
                          <a:pt x="27" y="35"/>
                        </a:cubicBezTo>
                        <a:cubicBezTo>
                          <a:pt x="50" y="40"/>
                          <a:pt x="87" y="45"/>
                          <a:pt x="136" y="49"/>
                        </a:cubicBezTo>
                        <a:cubicBezTo>
                          <a:pt x="131" y="46"/>
                          <a:pt x="126" y="43"/>
                          <a:pt x="121" y="40"/>
                        </a:cubicBezTo>
                        <a:cubicBezTo>
                          <a:pt x="87" y="37"/>
                          <a:pt x="59" y="33"/>
                          <a:pt x="39" y="30"/>
                        </a:cubicBezTo>
                        <a:cubicBezTo>
                          <a:pt x="28" y="27"/>
                          <a:pt x="20" y="25"/>
                          <a:pt x="14" y="23"/>
                        </a:cubicBezTo>
                        <a:cubicBezTo>
                          <a:pt x="12" y="22"/>
                          <a:pt x="10" y="21"/>
                          <a:pt x="9" y="20"/>
                        </a:cubicBezTo>
                        <a:cubicBezTo>
                          <a:pt x="8" y="20"/>
                          <a:pt x="8" y="20"/>
                          <a:pt x="8" y="19"/>
                        </a:cubicBezTo>
                        <a:cubicBezTo>
                          <a:pt x="8" y="19"/>
                          <a:pt x="9" y="18"/>
                          <a:pt x="11" y="18"/>
                        </a:cubicBezTo>
                        <a:cubicBezTo>
                          <a:pt x="14" y="16"/>
                          <a:pt x="20" y="14"/>
                          <a:pt x="29" y="12"/>
                        </a:cubicBezTo>
                        <a:cubicBezTo>
                          <a:pt x="36" y="10"/>
                          <a:pt x="46" y="8"/>
                          <a:pt x="58" y="6"/>
                        </a:cubicBezTo>
                        <a:cubicBezTo>
                          <a:pt x="53" y="4"/>
                          <a:pt x="49" y="2"/>
                          <a:pt x="44" y="0"/>
                        </a:cubicBezTo>
                      </a:path>
                    </a:pathLst>
                  </a:custGeom>
                  <a:solidFill>
                    <a:srgbClr val="E3C28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7" name="AutoShape 197"/>
                  <p:cNvSpPr/>
                  <p:nvPr/>
                </p:nvSpPr>
                <p:spPr>
                  <a:xfrm>
                    <a:off x="-2269582" y="9140806"/>
                    <a:ext cx="1319869" cy="1314182"/>
                  </a:xfrm>
                  <a:prstGeom prst="ellipse">
                    <a:avLst/>
                  </a:prstGeom>
                  <a:solidFill>
                    <a:srgbClr val="E2AF5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8" name="AutoShape 198"/>
                  <p:cNvSpPr/>
                  <p:nvPr/>
                </p:nvSpPr>
                <p:spPr>
                  <a:xfrm>
                    <a:off x="-2332164" y="9157875"/>
                    <a:ext cx="1319869" cy="1314182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9" name="AutoShape 199"/>
                  <p:cNvSpPr/>
                  <p:nvPr/>
                </p:nvSpPr>
                <p:spPr>
                  <a:xfrm>
                    <a:off x="-2292338" y="9192009"/>
                    <a:ext cx="1245912" cy="1251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970">
                        <a:moveTo>
                          <a:pt x="485" y="0"/>
                        </a:moveTo>
                        <a:cubicBezTo>
                          <a:pt x="217" y="0"/>
                          <a:pt x="0" y="217"/>
                          <a:pt x="0" y="485"/>
                        </a:cubicBezTo>
                        <a:cubicBezTo>
                          <a:pt x="0" y="753"/>
                          <a:pt x="217" y="970"/>
                          <a:pt x="485" y="970"/>
                        </a:cubicBezTo>
                        <a:cubicBezTo>
                          <a:pt x="753" y="970"/>
                          <a:pt x="970" y="753"/>
                          <a:pt x="970" y="485"/>
                        </a:cubicBezTo>
                        <a:cubicBezTo>
                          <a:pt x="970" y="217"/>
                          <a:pt x="753" y="0"/>
                          <a:pt x="485" y="0"/>
                        </a:cubicBezTo>
                        <a:close/>
                        <a:moveTo>
                          <a:pt x="485" y="952"/>
                        </a:moveTo>
                        <a:cubicBezTo>
                          <a:pt x="227" y="952"/>
                          <a:pt x="17" y="743"/>
                          <a:pt x="17" y="485"/>
                        </a:cubicBezTo>
                        <a:cubicBezTo>
                          <a:pt x="17" y="227"/>
                          <a:pt x="227" y="18"/>
                          <a:pt x="485" y="18"/>
                        </a:cubicBezTo>
                        <a:cubicBezTo>
                          <a:pt x="743" y="18"/>
                          <a:pt x="952" y="227"/>
                          <a:pt x="952" y="485"/>
                        </a:cubicBezTo>
                        <a:cubicBezTo>
                          <a:pt x="952" y="743"/>
                          <a:pt x="743" y="952"/>
                          <a:pt x="485" y="952"/>
                        </a:cubicBezTo>
                        <a:close/>
                      </a:path>
                    </a:pathLst>
                  </a:custGeom>
                  <a:solidFill>
                    <a:srgbClr val="FDEE99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200" name="AutoShape 200"/>
                  <p:cNvSpPr/>
                  <p:nvPr/>
                </p:nvSpPr>
                <p:spPr>
                  <a:xfrm>
                    <a:off x="-2121667" y="9368370"/>
                    <a:ext cx="898876" cy="898876"/>
                  </a:xfrm>
                  <a:prstGeom prst="ellipse">
                    <a:avLst/>
                  </a:prstGeom>
                  <a:solidFill>
                    <a:srgbClr val="E2AF5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201" name="AutoShape 201"/>
                  <p:cNvSpPr/>
                  <p:nvPr/>
                </p:nvSpPr>
                <p:spPr>
                  <a:xfrm>
                    <a:off x="-2076154" y="9396817"/>
                    <a:ext cx="847676" cy="841985"/>
                  </a:xfrm>
                  <a:prstGeom prst="ellipse">
                    <a:avLst/>
                  </a:prstGeom>
                  <a:solidFill>
                    <a:srgbClr val="FDEE99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202" name="AutoShape 202"/>
                  <p:cNvSpPr/>
                  <p:nvPr/>
                </p:nvSpPr>
                <p:spPr>
                  <a:xfrm>
                    <a:off x="-1848591" y="9504908"/>
                    <a:ext cx="369793" cy="62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" h="486">
                        <a:moveTo>
                          <a:pt x="110" y="414"/>
                        </a:moveTo>
                        <a:cubicBezTo>
                          <a:pt x="72" y="411"/>
                          <a:pt x="35" y="400"/>
                          <a:pt x="0" y="383"/>
                        </a:cubicBezTo>
                        <a:cubicBezTo>
                          <a:pt x="4" y="296"/>
                          <a:pt x="4" y="296"/>
                          <a:pt x="4" y="296"/>
                        </a:cubicBezTo>
                        <a:cubicBezTo>
                          <a:pt x="24" y="307"/>
                          <a:pt x="46" y="317"/>
                          <a:pt x="69" y="325"/>
                        </a:cubicBezTo>
                        <a:cubicBezTo>
                          <a:pt x="93" y="333"/>
                          <a:pt x="114" y="337"/>
                          <a:pt x="132" y="338"/>
                        </a:cubicBezTo>
                        <a:cubicBezTo>
                          <a:pt x="147" y="339"/>
                          <a:pt x="158" y="337"/>
                          <a:pt x="165" y="334"/>
                        </a:cubicBezTo>
                        <a:cubicBezTo>
                          <a:pt x="172" y="331"/>
                          <a:pt x="176" y="325"/>
                          <a:pt x="176" y="317"/>
                        </a:cubicBezTo>
                        <a:cubicBezTo>
                          <a:pt x="176" y="311"/>
                          <a:pt x="174" y="306"/>
                          <a:pt x="169" y="301"/>
                        </a:cubicBezTo>
                        <a:cubicBezTo>
                          <a:pt x="165" y="297"/>
                          <a:pt x="156" y="292"/>
                          <a:pt x="145" y="287"/>
                        </a:cubicBezTo>
                        <a:cubicBezTo>
                          <a:pt x="133" y="281"/>
                          <a:pt x="118" y="274"/>
                          <a:pt x="98" y="266"/>
                        </a:cubicBezTo>
                        <a:cubicBezTo>
                          <a:pt x="77" y="257"/>
                          <a:pt x="59" y="247"/>
                          <a:pt x="46" y="236"/>
                        </a:cubicBezTo>
                        <a:cubicBezTo>
                          <a:pt x="32" y="225"/>
                          <a:pt x="23" y="213"/>
                          <a:pt x="17" y="200"/>
                        </a:cubicBezTo>
                        <a:cubicBezTo>
                          <a:pt x="12" y="187"/>
                          <a:pt x="9" y="171"/>
                          <a:pt x="10" y="152"/>
                        </a:cubicBezTo>
                        <a:cubicBezTo>
                          <a:pt x="11" y="123"/>
                          <a:pt x="22" y="101"/>
                          <a:pt x="41" y="85"/>
                        </a:cubicBezTo>
                        <a:cubicBezTo>
                          <a:pt x="61" y="70"/>
                          <a:pt x="89" y="61"/>
                          <a:pt x="126" y="59"/>
                        </a:cubicBezTo>
                        <a:cubicBezTo>
                          <a:pt x="129" y="0"/>
                          <a:pt x="129" y="0"/>
                          <a:pt x="129" y="0"/>
                        </a:cubicBezTo>
                        <a:cubicBezTo>
                          <a:pt x="183" y="3"/>
                          <a:pt x="183" y="3"/>
                          <a:pt x="183" y="3"/>
                        </a:cubicBezTo>
                        <a:cubicBezTo>
                          <a:pt x="181" y="61"/>
                          <a:pt x="181" y="61"/>
                          <a:pt x="181" y="61"/>
                        </a:cubicBezTo>
                        <a:cubicBezTo>
                          <a:pt x="216" y="64"/>
                          <a:pt x="251" y="74"/>
                          <a:pt x="285" y="91"/>
                        </a:cubicBezTo>
                        <a:cubicBezTo>
                          <a:pt x="251" y="165"/>
                          <a:pt x="251" y="165"/>
                          <a:pt x="251" y="165"/>
                        </a:cubicBezTo>
                        <a:cubicBezTo>
                          <a:pt x="215" y="147"/>
                          <a:pt x="182" y="137"/>
                          <a:pt x="152" y="136"/>
                        </a:cubicBezTo>
                        <a:cubicBezTo>
                          <a:pt x="138" y="135"/>
                          <a:pt x="128" y="136"/>
                          <a:pt x="123" y="140"/>
                        </a:cubicBezTo>
                        <a:cubicBezTo>
                          <a:pt x="117" y="143"/>
                          <a:pt x="114" y="148"/>
                          <a:pt x="113" y="154"/>
                        </a:cubicBezTo>
                        <a:cubicBezTo>
                          <a:pt x="113" y="160"/>
                          <a:pt x="115" y="165"/>
                          <a:pt x="119" y="169"/>
                        </a:cubicBezTo>
                        <a:cubicBezTo>
                          <a:pt x="123" y="173"/>
                          <a:pt x="130" y="177"/>
                          <a:pt x="140" y="183"/>
                        </a:cubicBezTo>
                        <a:cubicBezTo>
                          <a:pt x="150" y="188"/>
                          <a:pt x="164" y="194"/>
                          <a:pt x="181" y="201"/>
                        </a:cubicBezTo>
                        <a:cubicBezTo>
                          <a:pt x="218" y="215"/>
                          <a:pt x="243" y="231"/>
                          <a:pt x="258" y="249"/>
                        </a:cubicBezTo>
                        <a:cubicBezTo>
                          <a:pt x="274" y="266"/>
                          <a:pt x="281" y="288"/>
                          <a:pt x="280" y="314"/>
                        </a:cubicBezTo>
                        <a:cubicBezTo>
                          <a:pt x="278" y="343"/>
                          <a:pt x="268" y="367"/>
                          <a:pt x="248" y="385"/>
                        </a:cubicBezTo>
                        <a:cubicBezTo>
                          <a:pt x="229" y="402"/>
                          <a:pt x="201" y="412"/>
                          <a:pt x="165" y="415"/>
                        </a:cubicBezTo>
                        <a:cubicBezTo>
                          <a:pt x="162" y="486"/>
                          <a:pt x="162" y="486"/>
                          <a:pt x="162" y="486"/>
                        </a:cubicBezTo>
                        <a:cubicBezTo>
                          <a:pt x="107" y="483"/>
                          <a:pt x="107" y="483"/>
                          <a:pt x="107" y="483"/>
                        </a:cubicBezTo>
                        <a:lnTo>
                          <a:pt x="110" y="414"/>
                        </a:lnTo>
                        <a:close/>
                      </a:path>
                    </a:pathLst>
                  </a:cu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</p:grpSp>
          </p:grpSp>
        </p:grpSp>
        <p:grpSp>
          <p:nvGrpSpPr>
            <p:cNvPr id="203" name="Group 203"/>
            <p:cNvGrpSpPr/>
            <p:nvPr/>
          </p:nvGrpSpPr>
          <p:grpSpPr>
            <a:xfrm rot="0">
              <a:off x="260348" y="5760629"/>
              <a:ext cx="1440008" cy="950142"/>
              <a:chOff x="-2332164" y="8827907"/>
              <a:chExt cx="2491821" cy="1644150"/>
            </a:xfrm>
          </p:grpSpPr>
          <p:sp>
            <p:nvSpPr>
              <p:cNvPr id="204" name="AutoShape 204"/>
              <p:cNvSpPr/>
              <p:nvPr/>
            </p:nvSpPr>
            <p:spPr>
              <a:xfrm>
                <a:off x="-1530001" y="9214766"/>
                <a:ext cx="216185" cy="210498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67">
                    <a:moveTo>
                      <a:pt x="10" y="10"/>
                    </a:moveTo>
                    <a:cubicBezTo>
                      <a:pt x="20" y="0"/>
                      <a:pt x="37" y="0"/>
                      <a:pt x="47" y="10"/>
                    </a:cubicBezTo>
                    <a:cubicBezTo>
                      <a:pt x="157" y="120"/>
                      <a:pt x="157" y="120"/>
                      <a:pt x="157" y="120"/>
                    </a:cubicBezTo>
                    <a:cubicBezTo>
                      <a:pt x="167" y="130"/>
                      <a:pt x="167" y="146"/>
                      <a:pt x="157" y="157"/>
                    </a:cubicBezTo>
                    <a:cubicBezTo>
                      <a:pt x="147" y="167"/>
                      <a:pt x="130" y="167"/>
                      <a:pt x="120" y="15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0" y="37"/>
                      <a:pt x="0" y="20"/>
                      <a:pt x="10" y="10"/>
                    </a:cubicBezTo>
                  </a:path>
                </a:pathLst>
              </a:custGeom>
              <a:solidFill>
                <a:srgbClr val="2E363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5" name="AutoShape 205"/>
              <p:cNvSpPr/>
              <p:nvPr/>
            </p:nvSpPr>
            <p:spPr>
              <a:xfrm>
                <a:off x="-2195627" y="9504908"/>
                <a:ext cx="68269" cy="267389"/>
              </a:xfrm>
              <a:custGeom>
                <a:avLst/>
                <a:gdLst/>
                <a:ahLst/>
                <a:cxnLst/>
                <a:rect l="l" t="t" r="r" b="b"/>
                <a:pathLst>
                  <a:path w="52" h="208">
                    <a:moveTo>
                      <a:pt x="27" y="0"/>
                    </a:moveTo>
                    <a:cubicBezTo>
                      <a:pt x="41" y="0"/>
                      <a:pt x="53" y="12"/>
                      <a:pt x="53" y="26"/>
                    </a:cubicBezTo>
                    <a:cubicBezTo>
                      <a:pt x="53" y="182"/>
                      <a:pt x="53" y="182"/>
                      <a:pt x="53" y="182"/>
                    </a:cubicBezTo>
                    <a:cubicBezTo>
                      <a:pt x="53" y="196"/>
                      <a:pt x="42" y="208"/>
                      <a:pt x="27" y="208"/>
                    </a:cubicBezTo>
                    <a:cubicBezTo>
                      <a:pt x="13" y="208"/>
                      <a:pt x="1" y="196"/>
                      <a:pt x="1" y="182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</a:path>
                </a:pathLst>
              </a:custGeom>
              <a:solidFill>
                <a:srgbClr val="2E363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6" name="AutoShape 206"/>
              <p:cNvSpPr/>
              <p:nvPr/>
            </p:nvSpPr>
            <p:spPr>
              <a:xfrm>
                <a:off x="-2195627" y="9504908"/>
                <a:ext cx="34134" cy="267389"/>
              </a:xfrm>
              <a:custGeom>
                <a:avLst/>
                <a:gdLst/>
                <a:ahLst/>
                <a:cxnLst/>
                <a:rect l="l" t="t" r="r" b="b"/>
                <a:pathLst>
                  <a:path w="28" h="208">
                    <a:moveTo>
                      <a:pt x="29" y="0"/>
                    </a:moveTo>
                    <a:cubicBezTo>
                      <a:pt x="29" y="207"/>
                      <a:pt x="29" y="207"/>
                      <a:pt x="29" y="207"/>
                    </a:cubicBezTo>
                    <a:cubicBezTo>
                      <a:pt x="29" y="208"/>
                      <a:pt x="28" y="206"/>
                      <a:pt x="27" y="206"/>
                    </a:cubicBezTo>
                    <a:cubicBezTo>
                      <a:pt x="27" y="206"/>
                      <a:pt x="27" y="206"/>
                      <a:pt x="27" y="206"/>
                    </a:cubicBezTo>
                    <a:cubicBezTo>
                      <a:pt x="12" y="206"/>
                      <a:pt x="1" y="195"/>
                      <a:pt x="1" y="181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11"/>
                      <a:pt x="11" y="0"/>
                      <a:pt x="26" y="0"/>
                    </a:cubicBezTo>
                    <a:cubicBezTo>
                      <a:pt x="27" y="0"/>
                      <a:pt x="29" y="0"/>
                      <a:pt x="29" y="0"/>
                    </a:cubicBezTo>
                  </a:path>
                </a:pathLst>
              </a:custGeom>
              <a:solidFill>
                <a:srgbClr val="5A6374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7" name="AutoShape 207"/>
              <p:cNvSpPr/>
              <p:nvPr/>
            </p:nvSpPr>
            <p:spPr>
              <a:xfrm>
                <a:off x="-1330884" y="9692649"/>
                <a:ext cx="1262978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8"/>
                      <a:pt x="822" y="146"/>
                      <a:pt x="608" y="152"/>
                    </a:cubicBezTo>
                    <a:cubicBezTo>
                      <a:pt x="570" y="153"/>
                      <a:pt x="531" y="153"/>
                      <a:pt x="490" y="153"/>
                    </a:cubicBezTo>
                    <a:cubicBezTo>
                      <a:pt x="220" y="153"/>
                      <a:pt x="0" y="132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8" name="AutoShape 208"/>
              <p:cNvSpPr/>
              <p:nvPr/>
            </p:nvSpPr>
            <p:spPr>
              <a:xfrm>
                <a:off x="-1330884" y="9692649"/>
                <a:ext cx="1262978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2"/>
                      <a:pt x="220" y="153"/>
                      <a:pt x="490" y="153"/>
                    </a:cubicBezTo>
                    <a:cubicBezTo>
                      <a:pt x="761" y="153"/>
                      <a:pt x="981" y="132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9" name="AutoShape 209"/>
              <p:cNvSpPr/>
              <p:nvPr/>
            </p:nvSpPr>
            <p:spPr>
              <a:xfrm>
                <a:off x="-1330884" y="9635759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0" name="AutoShape 210"/>
              <p:cNvSpPr/>
              <p:nvPr/>
            </p:nvSpPr>
            <p:spPr>
              <a:xfrm>
                <a:off x="-1330884" y="9630068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1" name="AutoShape 211"/>
              <p:cNvSpPr/>
              <p:nvPr/>
            </p:nvSpPr>
            <p:spPr>
              <a:xfrm>
                <a:off x="-932649" y="9675580"/>
                <a:ext cx="813542" cy="68269"/>
              </a:xfrm>
              <a:custGeom>
                <a:avLst/>
                <a:gdLst/>
                <a:ahLst/>
                <a:cxnLst/>
                <a:rect l="l" t="t" r="r" b="b"/>
                <a:pathLst>
                  <a:path w="630" h="51">
                    <a:moveTo>
                      <a:pt x="630" y="11"/>
                    </a:moveTo>
                    <a:cubicBezTo>
                      <a:pt x="630" y="11"/>
                      <a:pt x="630" y="11"/>
                      <a:pt x="630" y="11"/>
                    </a:cubicBezTo>
                    <a:cubicBezTo>
                      <a:pt x="630" y="11"/>
                      <a:pt x="630" y="11"/>
                      <a:pt x="630" y="11"/>
                    </a:cubicBezTo>
                    <a:moveTo>
                      <a:pt x="619" y="0"/>
                    </a:moveTo>
                    <a:cubicBezTo>
                      <a:pt x="617" y="2"/>
                      <a:pt x="613" y="3"/>
                      <a:pt x="609" y="5"/>
                    </a:cubicBezTo>
                    <a:cubicBezTo>
                      <a:pt x="611" y="6"/>
                      <a:pt x="613" y="6"/>
                      <a:pt x="615" y="7"/>
                    </a:cubicBezTo>
                    <a:cubicBezTo>
                      <a:pt x="618" y="8"/>
                      <a:pt x="620" y="9"/>
                      <a:pt x="621" y="10"/>
                    </a:cubicBezTo>
                    <a:cubicBezTo>
                      <a:pt x="621" y="10"/>
                      <a:pt x="621" y="10"/>
                      <a:pt x="622" y="11"/>
                    </a:cubicBezTo>
                    <a:cubicBezTo>
                      <a:pt x="621" y="11"/>
                      <a:pt x="620" y="12"/>
                      <a:pt x="619" y="12"/>
                    </a:cubicBezTo>
                    <a:cubicBezTo>
                      <a:pt x="616" y="14"/>
                      <a:pt x="609" y="16"/>
                      <a:pt x="601" y="18"/>
                    </a:cubicBezTo>
                    <a:cubicBezTo>
                      <a:pt x="572" y="25"/>
                      <a:pt x="516" y="32"/>
                      <a:pt x="443" y="36"/>
                    </a:cubicBezTo>
                    <a:cubicBezTo>
                      <a:pt x="370" y="40"/>
                      <a:pt x="280" y="43"/>
                      <a:pt x="182" y="43"/>
                    </a:cubicBezTo>
                    <a:cubicBezTo>
                      <a:pt x="118" y="43"/>
                      <a:pt x="56" y="42"/>
                      <a:pt x="0" y="40"/>
                    </a:cubicBezTo>
                    <a:cubicBezTo>
                      <a:pt x="1" y="42"/>
                      <a:pt x="1" y="45"/>
                      <a:pt x="1" y="48"/>
                    </a:cubicBezTo>
                    <a:cubicBezTo>
                      <a:pt x="57" y="50"/>
                      <a:pt x="118" y="51"/>
                      <a:pt x="182" y="51"/>
                    </a:cubicBezTo>
                    <a:cubicBezTo>
                      <a:pt x="305" y="51"/>
                      <a:pt x="416" y="47"/>
                      <a:pt x="496" y="40"/>
                    </a:cubicBezTo>
                    <a:cubicBezTo>
                      <a:pt x="536" y="37"/>
                      <a:pt x="569" y="33"/>
                      <a:pt x="592" y="29"/>
                    </a:cubicBezTo>
                    <a:cubicBezTo>
                      <a:pt x="603" y="26"/>
                      <a:pt x="612" y="24"/>
                      <a:pt x="618" y="22"/>
                    </a:cubicBezTo>
                    <a:cubicBezTo>
                      <a:pt x="621" y="20"/>
                      <a:pt x="624" y="19"/>
                      <a:pt x="626" y="17"/>
                    </a:cubicBezTo>
                    <a:cubicBezTo>
                      <a:pt x="627" y="17"/>
                      <a:pt x="628" y="16"/>
                      <a:pt x="629" y="15"/>
                    </a:cubicBezTo>
                    <a:cubicBezTo>
                      <a:pt x="629" y="13"/>
                      <a:pt x="630" y="12"/>
                      <a:pt x="630" y="11"/>
                    </a:cubicBezTo>
                    <a:cubicBezTo>
                      <a:pt x="626" y="11"/>
                      <a:pt x="626" y="11"/>
                      <a:pt x="626" y="11"/>
                    </a:cubicBezTo>
                    <a:cubicBezTo>
                      <a:pt x="623" y="11"/>
                      <a:pt x="623" y="11"/>
                      <a:pt x="623" y="11"/>
                    </a:cubicBezTo>
                    <a:cubicBezTo>
                      <a:pt x="626" y="11"/>
                      <a:pt x="626" y="11"/>
                      <a:pt x="626" y="11"/>
                    </a:cubicBezTo>
                    <a:cubicBezTo>
                      <a:pt x="630" y="11"/>
                      <a:pt x="630" y="11"/>
                      <a:pt x="630" y="11"/>
                    </a:cubicBezTo>
                    <a:cubicBezTo>
                      <a:pt x="630" y="11"/>
                      <a:pt x="630" y="11"/>
                      <a:pt x="630" y="11"/>
                    </a:cubicBezTo>
                    <a:cubicBezTo>
                      <a:pt x="630" y="9"/>
                      <a:pt x="629" y="8"/>
                      <a:pt x="629" y="7"/>
                    </a:cubicBezTo>
                    <a:cubicBezTo>
                      <a:pt x="627" y="4"/>
                      <a:pt x="625" y="3"/>
                      <a:pt x="623" y="2"/>
                    </a:cubicBezTo>
                    <a:cubicBezTo>
                      <a:pt x="622" y="1"/>
                      <a:pt x="621" y="1"/>
                      <a:pt x="619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2" name="AutoShape 212"/>
              <p:cNvSpPr/>
              <p:nvPr/>
            </p:nvSpPr>
            <p:spPr>
              <a:xfrm>
                <a:off x="-1387775" y="9527665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8"/>
                      <a:pt x="822" y="147"/>
                      <a:pt x="608" y="152"/>
                    </a:cubicBezTo>
                    <a:cubicBezTo>
                      <a:pt x="570" y="153"/>
                      <a:pt x="531" y="153"/>
                      <a:pt x="490" y="153"/>
                    </a:cubicBezTo>
                    <a:cubicBezTo>
                      <a:pt x="219" y="153"/>
                      <a:pt x="0" y="132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3" name="AutoShape 213"/>
              <p:cNvSpPr/>
              <p:nvPr/>
            </p:nvSpPr>
            <p:spPr>
              <a:xfrm>
                <a:off x="-1387775" y="9527665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2"/>
                      <a:pt x="219" y="153"/>
                      <a:pt x="490" y="153"/>
                    </a:cubicBezTo>
                    <a:cubicBezTo>
                      <a:pt x="761" y="153"/>
                      <a:pt x="981" y="132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4" name="AutoShape 214"/>
              <p:cNvSpPr/>
              <p:nvPr/>
            </p:nvSpPr>
            <p:spPr>
              <a:xfrm>
                <a:off x="-961092" y="9556111"/>
                <a:ext cx="807851" cy="39826"/>
              </a:xfrm>
              <a:custGeom>
                <a:avLst/>
                <a:gdLst/>
                <a:ahLst/>
                <a:cxnLst/>
                <a:rect l="l" t="t" r="r" b="b"/>
                <a:pathLst>
                  <a:path w="627" h="33">
                    <a:moveTo>
                      <a:pt x="627" y="0"/>
                    </a:moveTo>
                    <a:cubicBezTo>
                      <a:pt x="618" y="0"/>
                      <a:pt x="608" y="1"/>
                      <a:pt x="598" y="1"/>
                    </a:cubicBezTo>
                    <a:cubicBezTo>
                      <a:pt x="518" y="17"/>
                      <a:pt x="351" y="28"/>
                      <a:pt x="158" y="28"/>
                    </a:cubicBezTo>
                    <a:cubicBezTo>
                      <a:pt x="103" y="28"/>
                      <a:pt x="49" y="27"/>
                      <a:pt x="0" y="25"/>
                    </a:cubicBezTo>
                    <a:cubicBezTo>
                      <a:pt x="0" y="27"/>
                      <a:pt x="1" y="29"/>
                      <a:pt x="2" y="31"/>
                    </a:cubicBezTo>
                    <a:cubicBezTo>
                      <a:pt x="51" y="32"/>
                      <a:pt x="104" y="33"/>
                      <a:pt x="158" y="33"/>
                    </a:cubicBezTo>
                    <a:cubicBezTo>
                      <a:pt x="379" y="33"/>
                      <a:pt x="566" y="19"/>
                      <a:pt x="627" y="0"/>
                    </a:cubicBezTo>
                  </a:path>
                </a:pathLst>
              </a:custGeom>
              <a:solidFill>
                <a:srgbClr val="E5B76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5" name="AutoShape 215"/>
              <p:cNvSpPr/>
              <p:nvPr/>
            </p:nvSpPr>
            <p:spPr>
              <a:xfrm>
                <a:off x="-1387775" y="9470773"/>
                <a:ext cx="1262978" cy="119473"/>
              </a:xfrm>
              <a:prstGeom prst="ellipse">
                <a:avLst/>
              </a:pr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6" name="AutoShape 216"/>
              <p:cNvSpPr/>
              <p:nvPr/>
            </p:nvSpPr>
            <p:spPr>
              <a:xfrm>
                <a:off x="-1330884" y="9482151"/>
                <a:ext cx="1143509" cy="91026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7" name="AutoShape 217"/>
              <p:cNvSpPr/>
              <p:nvPr/>
            </p:nvSpPr>
            <p:spPr>
              <a:xfrm>
                <a:off x="-1103321" y="9368370"/>
                <a:ext cx="1262978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8"/>
                      <a:pt x="822" y="147"/>
                      <a:pt x="609" y="152"/>
                    </a:cubicBezTo>
                    <a:cubicBezTo>
                      <a:pt x="571" y="153"/>
                      <a:pt x="531" y="153"/>
                      <a:pt x="491" y="153"/>
                    </a:cubicBezTo>
                    <a:cubicBezTo>
                      <a:pt x="220" y="153"/>
                      <a:pt x="0" y="132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8" name="AutoShape 218"/>
              <p:cNvSpPr/>
              <p:nvPr/>
            </p:nvSpPr>
            <p:spPr>
              <a:xfrm>
                <a:off x="-1103321" y="9368370"/>
                <a:ext cx="1262978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2"/>
                      <a:pt x="220" y="153"/>
                      <a:pt x="491" y="153"/>
                    </a:cubicBezTo>
                    <a:cubicBezTo>
                      <a:pt x="761" y="153"/>
                      <a:pt x="981" y="132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9" name="AutoShape 219"/>
              <p:cNvSpPr/>
              <p:nvPr/>
            </p:nvSpPr>
            <p:spPr>
              <a:xfrm>
                <a:off x="-978160" y="9368370"/>
                <a:ext cx="1137817" cy="68269"/>
              </a:xfrm>
              <a:custGeom>
                <a:avLst/>
                <a:gdLst/>
                <a:ahLst/>
                <a:cxnLst/>
                <a:rect l="l" t="t" r="r" b="b"/>
                <a:pathLst>
                  <a:path w="882" h="50">
                    <a:moveTo>
                      <a:pt x="881" y="0"/>
                    </a:moveTo>
                    <a:cubicBezTo>
                      <a:pt x="866" y="25"/>
                      <a:pt x="653" y="45"/>
                      <a:pt x="392" y="45"/>
                    </a:cubicBezTo>
                    <a:cubicBezTo>
                      <a:pt x="265" y="45"/>
                      <a:pt x="150" y="40"/>
                      <a:pt x="63" y="32"/>
                    </a:cubicBezTo>
                    <a:cubicBezTo>
                      <a:pt x="41" y="32"/>
                      <a:pt x="20" y="32"/>
                      <a:pt x="0" y="31"/>
                    </a:cubicBezTo>
                    <a:cubicBezTo>
                      <a:pt x="89" y="43"/>
                      <a:pt x="231" y="50"/>
                      <a:pt x="392" y="50"/>
                    </a:cubicBezTo>
                    <a:cubicBezTo>
                      <a:pt x="662" y="50"/>
                      <a:pt x="882" y="29"/>
                      <a:pt x="882" y="3"/>
                    </a:cubicBezTo>
                    <a:cubicBezTo>
                      <a:pt x="882" y="3"/>
                      <a:pt x="882" y="3"/>
                      <a:pt x="882" y="3"/>
                    </a:cubicBezTo>
                    <a:cubicBezTo>
                      <a:pt x="882" y="2"/>
                      <a:pt x="882" y="1"/>
                      <a:pt x="881" y="0"/>
                    </a:cubicBezTo>
                  </a:path>
                </a:pathLst>
              </a:custGeom>
              <a:solidFill>
                <a:srgbClr val="E5B76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0" name="AutoShape 220"/>
              <p:cNvSpPr/>
              <p:nvPr/>
            </p:nvSpPr>
            <p:spPr>
              <a:xfrm>
                <a:off x="-1103321" y="9305792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1" name="AutoShape 221"/>
              <p:cNvSpPr/>
              <p:nvPr/>
            </p:nvSpPr>
            <p:spPr>
              <a:xfrm>
                <a:off x="-716463" y="9317170"/>
                <a:ext cx="819229" cy="10240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76">
                    <a:moveTo>
                      <a:pt x="639" y="36"/>
                    </a:moveTo>
                    <a:cubicBezTo>
                      <a:pt x="639" y="36"/>
                      <a:pt x="639" y="36"/>
                      <a:pt x="639" y="36"/>
                    </a:cubicBezTo>
                    <a:cubicBezTo>
                      <a:pt x="639" y="36"/>
                      <a:pt x="639" y="36"/>
                      <a:pt x="639" y="36"/>
                    </a:cubicBezTo>
                    <a:moveTo>
                      <a:pt x="413" y="0"/>
                    </a:moveTo>
                    <a:cubicBezTo>
                      <a:pt x="413" y="8"/>
                      <a:pt x="413" y="8"/>
                      <a:pt x="413" y="8"/>
                    </a:cubicBezTo>
                    <a:cubicBezTo>
                      <a:pt x="446" y="10"/>
                      <a:pt x="477" y="12"/>
                      <a:pt x="505" y="14"/>
                    </a:cubicBezTo>
                    <a:cubicBezTo>
                      <a:pt x="545" y="17"/>
                      <a:pt x="577" y="21"/>
                      <a:pt x="599" y="26"/>
                    </a:cubicBezTo>
                    <a:cubicBezTo>
                      <a:pt x="610" y="28"/>
                      <a:pt x="619" y="30"/>
                      <a:pt x="624" y="32"/>
                    </a:cubicBezTo>
                    <a:cubicBezTo>
                      <a:pt x="627" y="33"/>
                      <a:pt x="629" y="34"/>
                      <a:pt x="630" y="35"/>
                    </a:cubicBezTo>
                    <a:cubicBezTo>
                      <a:pt x="630" y="35"/>
                      <a:pt x="631" y="35"/>
                      <a:pt x="631" y="36"/>
                    </a:cubicBezTo>
                    <a:cubicBezTo>
                      <a:pt x="630" y="36"/>
                      <a:pt x="630" y="37"/>
                      <a:pt x="628" y="37"/>
                    </a:cubicBezTo>
                    <a:cubicBezTo>
                      <a:pt x="625" y="39"/>
                      <a:pt x="619" y="41"/>
                      <a:pt x="610" y="43"/>
                    </a:cubicBezTo>
                    <a:cubicBezTo>
                      <a:pt x="581" y="50"/>
                      <a:pt x="525" y="57"/>
                      <a:pt x="452" y="61"/>
                    </a:cubicBezTo>
                    <a:cubicBezTo>
                      <a:pt x="379" y="65"/>
                      <a:pt x="289" y="68"/>
                      <a:pt x="192" y="68"/>
                    </a:cubicBezTo>
                    <a:cubicBezTo>
                      <a:pt x="176" y="68"/>
                      <a:pt x="161" y="68"/>
                      <a:pt x="146" y="68"/>
                    </a:cubicBezTo>
                    <a:cubicBezTo>
                      <a:pt x="101" y="70"/>
                      <a:pt x="52" y="71"/>
                      <a:pt x="0" y="72"/>
                    </a:cubicBezTo>
                    <a:cubicBezTo>
                      <a:pt x="58" y="74"/>
                      <a:pt x="123" y="76"/>
                      <a:pt x="192" y="76"/>
                    </a:cubicBezTo>
                    <a:cubicBezTo>
                      <a:pt x="314" y="76"/>
                      <a:pt x="425" y="72"/>
                      <a:pt x="505" y="65"/>
                    </a:cubicBezTo>
                    <a:cubicBezTo>
                      <a:pt x="546" y="62"/>
                      <a:pt x="578" y="58"/>
                      <a:pt x="601" y="54"/>
                    </a:cubicBezTo>
                    <a:cubicBezTo>
                      <a:pt x="612" y="51"/>
                      <a:pt x="621" y="49"/>
                      <a:pt x="627" y="47"/>
                    </a:cubicBezTo>
                    <a:cubicBezTo>
                      <a:pt x="631" y="45"/>
                      <a:pt x="633" y="44"/>
                      <a:pt x="635" y="42"/>
                    </a:cubicBezTo>
                    <a:cubicBezTo>
                      <a:pt x="636" y="42"/>
                      <a:pt x="637" y="41"/>
                      <a:pt x="638" y="40"/>
                    </a:cubicBezTo>
                    <a:cubicBezTo>
                      <a:pt x="638" y="38"/>
                      <a:pt x="639" y="37"/>
                      <a:pt x="639" y="36"/>
                    </a:cubicBezTo>
                    <a:cubicBezTo>
                      <a:pt x="635" y="36"/>
                      <a:pt x="635" y="36"/>
                      <a:pt x="635" y="36"/>
                    </a:cubicBezTo>
                    <a:cubicBezTo>
                      <a:pt x="632" y="36"/>
                      <a:pt x="632" y="36"/>
                      <a:pt x="632" y="36"/>
                    </a:cubicBezTo>
                    <a:cubicBezTo>
                      <a:pt x="635" y="36"/>
                      <a:pt x="635" y="36"/>
                      <a:pt x="635" y="36"/>
                    </a:cubicBezTo>
                    <a:cubicBezTo>
                      <a:pt x="639" y="36"/>
                      <a:pt x="639" y="36"/>
                      <a:pt x="639" y="36"/>
                    </a:cubicBezTo>
                    <a:cubicBezTo>
                      <a:pt x="639" y="36"/>
                      <a:pt x="639" y="36"/>
                      <a:pt x="639" y="36"/>
                    </a:cubicBezTo>
                    <a:cubicBezTo>
                      <a:pt x="639" y="34"/>
                      <a:pt x="638" y="33"/>
                      <a:pt x="638" y="32"/>
                    </a:cubicBezTo>
                    <a:cubicBezTo>
                      <a:pt x="636" y="30"/>
                      <a:pt x="634" y="28"/>
                      <a:pt x="632" y="27"/>
                    </a:cubicBezTo>
                    <a:cubicBezTo>
                      <a:pt x="627" y="24"/>
                      <a:pt x="621" y="22"/>
                      <a:pt x="612" y="20"/>
                    </a:cubicBezTo>
                    <a:cubicBezTo>
                      <a:pt x="582" y="13"/>
                      <a:pt x="525" y="7"/>
                      <a:pt x="452" y="2"/>
                    </a:cubicBezTo>
                    <a:cubicBezTo>
                      <a:pt x="440" y="2"/>
                      <a:pt x="426" y="1"/>
                      <a:pt x="413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2" name="AutoShape 222"/>
              <p:cNvSpPr/>
              <p:nvPr/>
            </p:nvSpPr>
            <p:spPr>
              <a:xfrm>
                <a:off x="-1450354" y="9214766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7"/>
                      <a:pt x="822" y="146"/>
                      <a:pt x="608" y="151"/>
                    </a:cubicBezTo>
                    <a:cubicBezTo>
                      <a:pt x="570" y="152"/>
                      <a:pt x="531" y="153"/>
                      <a:pt x="490" y="153"/>
                    </a:cubicBezTo>
                    <a:cubicBezTo>
                      <a:pt x="219" y="153"/>
                      <a:pt x="0" y="131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3" name="AutoShape 223"/>
              <p:cNvSpPr/>
              <p:nvPr/>
            </p:nvSpPr>
            <p:spPr>
              <a:xfrm>
                <a:off x="-1450354" y="9214766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1"/>
                      <a:pt x="219" y="153"/>
                      <a:pt x="490" y="153"/>
                    </a:cubicBezTo>
                    <a:cubicBezTo>
                      <a:pt x="761" y="153"/>
                      <a:pt x="981" y="131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4" name="AutoShape 224"/>
              <p:cNvSpPr/>
              <p:nvPr/>
            </p:nvSpPr>
            <p:spPr>
              <a:xfrm>
                <a:off x="-1200034" y="9220453"/>
                <a:ext cx="1012658" cy="62582"/>
              </a:xfrm>
              <a:custGeom>
                <a:avLst/>
                <a:gdLst/>
                <a:ahLst/>
                <a:cxnLst/>
                <a:rect l="l" t="t" r="r" b="b"/>
                <a:pathLst>
                  <a:path w="788" h="50">
                    <a:moveTo>
                      <a:pt x="787" y="0"/>
                    </a:moveTo>
                    <a:cubicBezTo>
                      <a:pt x="772" y="25"/>
                      <a:pt x="558" y="44"/>
                      <a:pt x="297" y="44"/>
                    </a:cubicBezTo>
                    <a:cubicBezTo>
                      <a:pt x="185" y="44"/>
                      <a:pt x="82" y="41"/>
                      <a:pt x="0" y="35"/>
                    </a:cubicBezTo>
                    <a:cubicBezTo>
                      <a:pt x="2" y="37"/>
                      <a:pt x="5" y="39"/>
                      <a:pt x="8" y="41"/>
                    </a:cubicBezTo>
                    <a:cubicBezTo>
                      <a:pt x="89" y="47"/>
                      <a:pt x="189" y="50"/>
                      <a:pt x="297" y="50"/>
                    </a:cubicBezTo>
                    <a:cubicBezTo>
                      <a:pt x="568" y="50"/>
                      <a:pt x="788" y="29"/>
                      <a:pt x="788" y="2"/>
                    </a:cubicBezTo>
                    <a:cubicBezTo>
                      <a:pt x="788" y="2"/>
                      <a:pt x="788" y="2"/>
                      <a:pt x="788" y="2"/>
                    </a:cubicBezTo>
                    <a:cubicBezTo>
                      <a:pt x="788" y="1"/>
                      <a:pt x="787" y="1"/>
                      <a:pt x="787" y="0"/>
                    </a:cubicBezTo>
                  </a:path>
                </a:pathLst>
              </a:custGeom>
              <a:solidFill>
                <a:srgbClr val="E5B76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5" name="AutoShape 225"/>
              <p:cNvSpPr/>
              <p:nvPr/>
            </p:nvSpPr>
            <p:spPr>
              <a:xfrm>
                <a:off x="-1450354" y="9152184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6" name="AutoShape 226"/>
              <p:cNvSpPr/>
              <p:nvPr/>
            </p:nvSpPr>
            <p:spPr>
              <a:xfrm>
                <a:off x="-1336572" y="9186319"/>
                <a:ext cx="1086618" cy="79648"/>
              </a:xfrm>
              <a:custGeom>
                <a:avLst/>
                <a:gdLst/>
                <a:ahLst/>
                <a:cxnLst/>
                <a:rect l="l" t="t" r="r" b="b"/>
                <a:pathLst>
                  <a:path w="844" h="60">
                    <a:moveTo>
                      <a:pt x="844" y="29"/>
                    </a:moveTo>
                    <a:cubicBezTo>
                      <a:pt x="828" y="31"/>
                      <a:pt x="811" y="32"/>
                      <a:pt x="793" y="34"/>
                    </a:cubicBezTo>
                    <a:cubicBezTo>
                      <a:pt x="761" y="38"/>
                      <a:pt x="717" y="42"/>
                      <a:pt x="663" y="46"/>
                    </a:cubicBezTo>
                    <a:cubicBezTo>
                      <a:pt x="590" y="50"/>
                      <a:pt x="500" y="52"/>
                      <a:pt x="403" y="52"/>
                    </a:cubicBezTo>
                    <a:cubicBezTo>
                      <a:pt x="281" y="52"/>
                      <a:pt x="170" y="48"/>
                      <a:pt x="90" y="42"/>
                    </a:cubicBezTo>
                    <a:cubicBezTo>
                      <a:pt x="86" y="42"/>
                      <a:pt x="82" y="41"/>
                      <a:pt x="77" y="41"/>
                    </a:cubicBezTo>
                    <a:cubicBezTo>
                      <a:pt x="82" y="44"/>
                      <a:pt x="87" y="47"/>
                      <a:pt x="92" y="50"/>
                    </a:cubicBezTo>
                    <a:cubicBezTo>
                      <a:pt x="108" y="51"/>
                      <a:pt x="125" y="53"/>
                      <a:pt x="143" y="54"/>
                    </a:cubicBezTo>
                    <a:cubicBezTo>
                      <a:pt x="216" y="58"/>
                      <a:pt x="306" y="60"/>
                      <a:pt x="403" y="60"/>
                    </a:cubicBezTo>
                    <a:cubicBezTo>
                      <a:pt x="526" y="60"/>
                      <a:pt x="637" y="56"/>
                      <a:pt x="717" y="50"/>
                    </a:cubicBezTo>
                    <a:cubicBezTo>
                      <a:pt x="757" y="47"/>
                      <a:pt x="790" y="43"/>
                      <a:pt x="812" y="38"/>
                    </a:cubicBezTo>
                    <a:cubicBezTo>
                      <a:pt x="824" y="36"/>
                      <a:pt x="833" y="34"/>
                      <a:pt x="839" y="31"/>
                    </a:cubicBezTo>
                    <a:cubicBezTo>
                      <a:pt x="841" y="31"/>
                      <a:pt x="842" y="30"/>
                      <a:pt x="844" y="29"/>
                    </a:cubicBezTo>
                    <a:moveTo>
                      <a:pt x="9" y="0"/>
                    </a:moveTo>
                    <a:cubicBezTo>
                      <a:pt x="6" y="0"/>
                      <a:pt x="3" y="1"/>
                      <a:pt x="0" y="1"/>
                    </a:cubicBezTo>
                    <a:cubicBezTo>
                      <a:pt x="5" y="3"/>
                      <a:pt x="9" y="5"/>
                      <a:pt x="14" y="7"/>
                    </a:cubicBezTo>
                    <a:cubicBezTo>
                      <a:pt x="16" y="7"/>
                      <a:pt x="18" y="7"/>
                      <a:pt x="20" y="6"/>
                    </a:cubicBezTo>
                    <a:cubicBezTo>
                      <a:pt x="17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3"/>
                      <a:pt x="13" y="3"/>
                      <a:pt x="13" y="3"/>
                    </a:cubicBezTo>
                    <a:cubicBezTo>
                      <a:pt x="12" y="2"/>
                      <a:pt x="10" y="1"/>
                      <a:pt x="9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7" name="AutoShape 227"/>
              <p:cNvSpPr/>
              <p:nvPr/>
            </p:nvSpPr>
            <p:spPr>
              <a:xfrm>
                <a:off x="-1330884" y="9044093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6"/>
                      <a:pt x="981" y="106"/>
                      <a:pt x="981" y="106"/>
                    </a:cubicBezTo>
                    <a:cubicBezTo>
                      <a:pt x="981" y="128"/>
                      <a:pt x="822" y="147"/>
                      <a:pt x="608" y="152"/>
                    </a:cubicBezTo>
                    <a:cubicBezTo>
                      <a:pt x="570" y="153"/>
                      <a:pt x="531" y="153"/>
                      <a:pt x="490" y="153"/>
                    </a:cubicBezTo>
                    <a:cubicBezTo>
                      <a:pt x="220" y="153"/>
                      <a:pt x="0" y="132"/>
                      <a:pt x="0" y="10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8" name="AutoShape 228"/>
              <p:cNvSpPr/>
              <p:nvPr/>
            </p:nvSpPr>
            <p:spPr>
              <a:xfrm>
                <a:off x="-1330884" y="9044093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32"/>
                      <a:pt x="220" y="153"/>
                      <a:pt x="490" y="153"/>
                    </a:cubicBezTo>
                    <a:cubicBezTo>
                      <a:pt x="761" y="153"/>
                      <a:pt x="981" y="132"/>
                      <a:pt x="981" y="106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9" name="AutoShape 229"/>
              <p:cNvSpPr/>
              <p:nvPr/>
            </p:nvSpPr>
            <p:spPr>
              <a:xfrm>
                <a:off x="-1330884" y="8992889"/>
                <a:ext cx="1262978" cy="119473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0" name="AutoShape 230"/>
              <p:cNvSpPr/>
              <p:nvPr/>
            </p:nvSpPr>
            <p:spPr>
              <a:xfrm>
                <a:off x="-249958" y="8998580"/>
                <a:ext cx="187741" cy="56891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5">
                    <a:moveTo>
                      <a:pt x="145" y="37"/>
                    </a:moveTo>
                    <a:cubicBezTo>
                      <a:pt x="141" y="37"/>
                      <a:pt x="141" y="37"/>
                      <a:pt x="141" y="37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141" y="37"/>
                      <a:pt x="141" y="37"/>
                      <a:pt x="141" y="37"/>
                    </a:cubicBezTo>
                    <a:cubicBezTo>
                      <a:pt x="141" y="43"/>
                      <a:pt x="141" y="43"/>
                      <a:pt x="141" y="43"/>
                    </a:cubicBezTo>
                    <a:cubicBezTo>
                      <a:pt x="141" y="43"/>
                      <a:pt x="141" y="43"/>
                      <a:pt x="141" y="43"/>
                    </a:cubicBezTo>
                    <a:cubicBezTo>
                      <a:pt x="141" y="43"/>
                      <a:pt x="141" y="43"/>
                      <a:pt x="141" y="43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2" y="44"/>
                      <a:pt x="143" y="43"/>
                      <a:pt x="144" y="42"/>
                    </a:cubicBezTo>
                    <a:cubicBezTo>
                      <a:pt x="144" y="40"/>
                      <a:pt x="145" y="39"/>
                      <a:pt x="145" y="37"/>
                    </a:cubicBezTo>
                    <a:moveTo>
                      <a:pt x="145" y="37"/>
                    </a:moveTo>
                    <a:cubicBezTo>
                      <a:pt x="145" y="37"/>
                      <a:pt x="145" y="37"/>
                      <a:pt x="145" y="37"/>
                    </a:cubicBezTo>
                    <a:cubicBezTo>
                      <a:pt x="145" y="37"/>
                      <a:pt x="145" y="37"/>
                      <a:pt x="145" y="37"/>
                    </a:cubicBezTo>
                    <a:moveTo>
                      <a:pt x="0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43" y="12"/>
                      <a:pt x="77" y="17"/>
                      <a:pt x="101" y="23"/>
                    </a:cubicBezTo>
                    <a:cubicBezTo>
                      <a:pt x="114" y="25"/>
                      <a:pt x="123" y="28"/>
                      <a:pt x="129" y="31"/>
                    </a:cubicBezTo>
                    <a:cubicBezTo>
                      <a:pt x="132" y="33"/>
                      <a:pt x="134" y="34"/>
                      <a:pt x="135" y="35"/>
                    </a:cubicBezTo>
                    <a:cubicBezTo>
                      <a:pt x="136" y="36"/>
                      <a:pt x="136" y="36"/>
                      <a:pt x="137" y="36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141" y="37"/>
                      <a:pt x="141" y="37"/>
                      <a:pt x="141" y="37"/>
                    </a:cubicBezTo>
                    <a:cubicBezTo>
                      <a:pt x="145" y="37"/>
                      <a:pt x="145" y="37"/>
                      <a:pt x="145" y="37"/>
                    </a:cubicBezTo>
                    <a:cubicBezTo>
                      <a:pt x="145" y="37"/>
                      <a:pt x="145" y="37"/>
                      <a:pt x="145" y="37"/>
                    </a:cubicBezTo>
                    <a:cubicBezTo>
                      <a:pt x="145" y="36"/>
                      <a:pt x="144" y="34"/>
                      <a:pt x="144" y="33"/>
                    </a:cubicBezTo>
                    <a:cubicBezTo>
                      <a:pt x="142" y="30"/>
                      <a:pt x="140" y="28"/>
                      <a:pt x="138" y="27"/>
                    </a:cubicBezTo>
                    <a:cubicBezTo>
                      <a:pt x="132" y="23"/>
                      <a:pt x="125" y="21"/>
                      <a:pt x="116" y="18"/>
                    </a:cubicBezTo>
                    <a:cubicBezTo>
                      <a:pt x="99" y="13"/>
                      <a:pt x="75" y="9"/>
                      <a:pt x="45" y="5"/>
                    </a:cubicBezTo>
                    <a:cubicBezTo>
                      <a:pt x="31" y="3"/>
                      <a:pt x="16" y="1"/>
                      <a:pt x="0" y="0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1" name="AutoShape 231"/>
              <p:cNvSpPr/>
              <p:nvPr/>
            </p:nvSpPr>
            <p:spPr>
              <a:xfrm>
                <a:off x="-73594" y="9044093"/>
                <a:ext cx="5691" cy="11378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4" y="6"/>
                    </a:moveTo>
                    <a:cubicBezTo>
                      <a:pt x="4" y="7"/>
                      <a:pt x="3" y="8"/>
                      <a:pt x="2" y="9"/>
                    </a:cubicBezTo>
                    <a:cubicBezTo>
                      <a:pt x="3" y="9"/>
                      <a:pt x="3" y="9"/>
                      <a:pt x="4" y="8"/>
                    </a:cubicBezTo>
                    <a:cubicBezTo>
                      <a:pt x="4" y="6"/>
                      <a:pt x="4" y="6"/>
                      <a:pt x="4" y="6"/>
                    </a:cubicBezTo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2"/>
                      <a:pt x="4" y="4"/>
                      <a:pt x="4" y="6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EDCC9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2" name="AutoShape 232"/>
              <p:cNvSpPr/>
              <p:nvPr/>
            </p:nvSpPr>
            <p:spPr>
              <a:xfrm>
                <a:off x="-1285372" y="9044093"/>
                <a:ext cx="1217465" cy="68269"/>
              </a:xfrm>
              <a:custGeom>
                <a:avLst/>
                <a:gdLst/>
                <a:ahLst/>
                <a:cxnLst/>
                <a:rect l="l" t="t" r="r" b="b"/>
                <a:pathLst>
                  <a:path w="946" h="52">
                    <a:moveTo>
                      <a:pt x="943" y="1"/>
                    </a:moveTo>
                    <a:cubicBezTo>
                      <a:pt x="943" y="1"/>
                      <a:pt x="943" y="1"/>
                      <a:pt x="943" y="1"/>
                    </a:cubicBezTo>
                    <a:cubicBezTo>
                      <a:pt x="943" y="2"/>
                      <a:pt x="943" y="2"/>
                      <a:pt x="943" y="2"/>
                    </a:cubicBezTo>
                    <a:cubicBezTo>
                      <a:pt x="942" y="2"/>
                      <a:pt x="941" y="4"/>
                      <a:pt x="939" y="5"/>
                    </a:cubicBezTo>
                    <a:cubicBezTo>
                      <a:pt x="935" y="7"/>
                      <a:pt x="929" y="10"/>
                      <a:pt x="919" y="13"/>
                    </a:cubicBezTo>
                    <a:cubicBezTo>
                      <a:pt x="903" y="17"/>
                      <a:pt x="880" y="22"/>
                      <a:pt x="850" y="26"/>
                    </a:cubicBezTo>
                    <a:cubicBezTo>
                      <a:pt x="761" y="37"/>
                      <a:pt x="618" y="45"/>
                      <a:pt x="456" y="45"/>
                    </a:cubicBezTo>
                    <a:cubicBezTo>
                      <a:pt x="321" y="45"/>
                      <a:pt x="199" y="40"/>
                      <a:pt x="110" y="31"/>
                    </a:cubicBezTo>
                    <a:cubicBezTo>
                      <a:pt x="102" y="30"/>
                      <a:pt x="94" y="29"/>
                      <a:pt x="87" y="29"/>
                    </a:cubicBezTo>
                    <a:cubicBezTo>
                      <a:pt x="56" y="27"/>
                      <a:pt x="27" y="25"/>
                      <a:pt x="0" y="23"/>
                    </a:cubicBezTo>
                    <a:cubicBezTo>
                      <a:pt x="16" y="27"/>
                      <a:pt x="37" y="30"/>
                      <a:pt x="62" y="34"/>
                    </a:cubicBezTo>
                    <a:cubicBezTo>
                      <a:pt x="152" y="45"/>
                      <a:pt x="295" y="53"/>
                      <a:pt x="456" y="53"/>
                    </a:cubicBezTo>
                    <a:cubicBezTo>
                      <a:pt x="592" y="53"/>
                      <a:pt x="715" y="48"/>
                      <a:pt x="804" y="39"/>
                    </a:cubicBezTo>
                    <a:cubicBezTo>
                      <a:pt x="848" y="35"/>
                      <a:pt x="884" y="29"/>
                      <a:pt x="909" y="24"/>
                    </a:cubicBezTo>
                    <a:cubicBezTo>
                      <a:pt x="922" y="21"/>
                      <a:pt x="932" y="18"/>
                      <a:pt x="939" y="14"/>
                    </a:cubicBezTo>
                    <a:cubicBezTo>
                      <a:pt x="941" y="13"/>
                      <a:pt x="944" y="12"/>
                      <a:pt x="945" y="10"/>
                    </a:cubicBezTo>
                    <a:cubicBezTo>
                      <a:pt x="946" y="9"/>
                      <a:pt x="947" y="8"/>
                      <a:pt x="947" y="7"/>
                    </a:cubicBezTo>
                    <a:cubicBezTo>
                      <a:pt x="947" y="7"/>
                      <a:pt x="947" y="7"/>
                      <a:pt x="947" y="7"/>
                    </a:cubicBezTo>
                    <a:cubicBezTo>
                      <a:pt x="947" y="7"/>
                      <a:pt x="947" y="7"/>
                      <a:pt x="947" y="7"/>
                    </a:cubicBezTo>
                    <a:cubicBezTo>
                      <a:pt x="947" y="5"/>
                      <a:pt x="946" y="3"/>
                      <a:pt x="943" y="1"/>
                    </a:cubicBezTo>
                    <a:cubicBezTo>
                      <a:pt x="943" y="1"/>
                      <a:pt x="943" y="1"/>
                      <a:pt x="943" y="1"/>
                    </a:cubicBezTo>
                    <a:moveTo>
                      <a:pt x="943" y="0"/>
                    </a:moveTo>
                    <a:cubicBezTo>
                      <a:pt x="943" y="1"/>
                      <a:pt x="943" y="1"/>
                      <a:pt x="943" y="1"/>
                    </a:cubicBezTo>
                    <a:cubicBezTo>
                      <a:pt x="943" y="1"/>
                      <a:pt x="943" y="1"/>
                      <a:pt x="943" y="1"/>
                    </a:cubicBezTo>
                    <a:cubicBezTo>
                      <a:pt x="943" y="1"/>
                      <a:pt x="943" y="1"/>
                      <a:pt x="943" y="1"/>
                    </a:cubicBezTo>
                    <a:cubicBezTo>
                      <a:pt x="943" y="1"/>
                      <a:pt x="943" y="1"/>
                      <a:pt x="943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3" name="AutoShape 233"/>
              <p:cNvSpPr/>
              <p:nvPr/>
            </p:nvSpPr>
            <p:spPr>
              <a:xfrm>
                <a:off x="-1268302" y="8998580"/>
                <a:ext cx="1143509" cy="91026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4" name="AutoShape 234"/>
              <p:cNvSpPr/>
              <p:nvPr/>
            </p:nvSpPr>
            <p:spPr>
              <a:xfrm>
                <a:off x="-1512935" y="8890486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8"/>
                      <a:pt x="822" y="147"/>
                      <a:pt x="608" y="152"/>
                    </a:cubicBezTo>
                    <a:cubicBezTo>
                      <a:pt x="570" y="153"/>
                      <a:pt x="531" y="153"/>
                      <a:pt x="490" y="153"/>
                    </a:cubicBezTo>
                    <a:cubicBezTo>
                      <a:pt x="219" y="153"/>
                      <a:pt x="0" y="132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5" name="AutoShape 235"/>
              <p:cNvSpPr/>
              <p:nvPr/>
            </p:nvSpPr>
            <p:spPr>
              <a:xfrm>
                <a:off x="-1512935" y="8890486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2"/>
                      <a:pt x="219" y="153"/>
                      <a:pt x="490" y="153"/>
                    </a:cubicBezTo>
                    <a:cubicBezTo>
                      <a:pt x="761" y="153"/>
                      <a:pt x="981" y="132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6" name="AutoShape 236"/>
              <p:cNvSpPr/>
              <p:nvPr/>
            </p:nvSpPr>
            <p:spPr>
              <a:xfrm>
                <a:off x="-1512935" y="8896177"/>
                <a:ext cx="1262978" cy="62582"/>
              </a:xfrm>
              <a:custGeom>
                <a:avLst/>
                <a:gdLst/>
                <a:ahLst/>
                <a:cxnLst/>
                <a:rect l="l" t="t" r="r" b="b"/>
                <a:pathLst>
                  <a:path w="981" h="50">
                    <a:moveTo>
                      <a:pt x="980" y="0"/>
                    </a:moveTo>
                    <a:cubicBezTo>
                      <a:pt x="965" y="25"/>
                      <a:pt x="751" y="45"/>
                      <a:pt x="490" y="45"/>
                    </a:cubicBezTo>
                    <a:cubicBezTo>
                      <a:pt x="229" y="45"/>
                      <a:pt x="15" y="25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29"/>
                      <a:pt x="219" y="50"/>
                      <a:pt x="490" y="50"/>
                    </a:cubicBezTo>
                    <a:cubicBezTo>
                      <a:pt x="761" y="50"/>
                      <a:pt x="981" y="29"/>
                      <a:pt x="981" y="3"/>
                    </a:cubicBezTo>
                    <a:cubicBezTo>
                      <a:pt x="981" y="3"/>
                      <a:pt x="981" y="3"/>
                      <a:pt x="981" y="3"/>
                    </a:cubicBezTo>
                    <a:cubicBezTo>
                      <a:pt x="981" y="2"/>
                      <a:pt x="980" y="1"/>
                      <a:pt x="980" y="0"/>
                    </a:cubicBezTo>
                  </a:path>
                </a:pathLst>
              </a:custGeom>
              <a:solidFill>
                <a:srgbClr val="E5B76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7" name="AutoShape 237"/>
              <p:cNvSpPr/>
              <p:nvPr/>
            </p:nvSpPr>
            <p:spPr>
              <a:xfrm>
                <a:off x="-1512935" y="8827907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8" name="AutoShape 238"/>
              <p:cNvSpPr/>
              <p:nvPr/>
            </p:nvSpPr>
            <p:spPr>
              <a:xfrm>
                <a:off x="-1456045" y="8839286"/>
                <a:ext cx="1149196" cy="102404"/>
              </a:xfrm>
              <a:custGeom>
                <a:avLst/>
                <a:gdLst/>
                <a:ahLst/>
                <a:cxnLst/>
                <a:rect l="l" t="t" r="r" b="b"/>
                <a:pathLst>
                  <a:path w="894" h="80">
                    <a:moveTo>
                      <a:pt x="894" y="40"/>
                    </a:moveTo>
                    <a:cubicBezTo>
                      <a:pt x="894" y="40"/>
                      <a:pt x="894" y="40"/>
                      <a:pt x="894" y="40"/>
                    </a:cubicBezTo>
                    <a:cubicBezTo>
                      <a:pt x="894" y="40"/>
                      <a:pt x="894" y="40"/>
                      <a:pt x="894" y="40"/>
                    </a:cubicBezTo>
                    <a:moveTo>
                      <a:pt x="8" y="40"/>
                    </a:moveTo>
                    <a:cubicBezTo>
                      <a:pt x="8" y="39"/>
                      <a:pt x="9" y="38"/>
                      <a:pt x="11" y="38"/>
                    </a:cubicBezTo>
                    <a:cubicBezTo>
                      <a:pt x="14" y="36"/>
                      <a:pt x="20" y="34"/>
                      <a:pt x="28" y="32"/>
                    </a:cubicBezTo>
                    <a:cubicBezTo>
                      <a:pt x="58" y="25"/>
                      <a:pt x="114" y="19"/>
                      <a:pt x="187" y="14"/>
                    </a:cubicBezTo>
                    <a:cubicBezTo>
                      <a:pt x="260" y="10"/>
                      <a:pt x="350" y="8"/>
                      <a:pt x="447" y="8"/>
                    </a:cubicBezTo>
                    <a:cubicBezTo>
                      <a:pt x="569" y="8"/>
                      <a:pt x="680" y="12"/>
                      <a:pt x="760" y="18"/>
                    </a:cubicBezTo>
                    <a:cubicBezTo>
                      <a:pt x="800" y="21"/>
                      <a:pt x="833" y="25"/>
                      <a:pt x="855" y="29"/>
                    </a:cubicBezTo>
                    <a:cubicBezTo>
                      <a:pt x="866" y="32"/>
                      <a:pt x="875" y="34"/>
                      <a:pt x="880" y="36"/>
                    </a:cubicBezTo>
                    <a:cubicBezTo>
                      <a:pt x="883" y="37"/>
                      <a:pt x="885" y="38"/>
                      <a:pt x="886" y="39"/>
                    </a:cubicBezTo>
                    <a:cubicBezTo>
                      <a:pt x="886" y="39"/>
                      <a:pt x="886" y="39"/>
                      <a:pt x="886" y="40"/>
                    </a:cubicBezTo>
                    <a:cubicBezTo>
                      <a:pt x="886" y="40"/>
                      <a:pt x="885" y="41"/>
                      <a:pt x="884" y="41"/>
                    </a:cubicBezTo>
                    <a:cubicBezTo>
                      <a:pt x="880" y="43"/>
                      <a:pt x="874" y="45"/>
                      <a:pt x="866" y="47"/>
                    </a:cubicBezTo>
                    <a:cubicBezTo>
                      <a:pt x="837" y="54"/>
                      <a:pt x="780" y="61"/>
                      <a:pt x="707" y="65"/>
                    </a:cubicBezTo>
                    <a:cubicBezTo>
                      <a:pt x="634" y="69"/>
                      <a:pt x="544" y="72"/>
                      <a:pt x="447" y="72"/>
                    </a:cubicBezTo>
                    <a:cubicBezTo>
                      <a:pt x="325" y="72"/>
                      <a:pt x="214" y="68"/>
                      <a:pt x="134" y="61"/>
                    </a:cubicBezTo>
                    <a:cubicBezTo>
                      <a:pt x="94" y="58"/>
                      <a:pt x="62" y="54"/>
                      <a:pt x="39" y="50"/>
                    </a:cubicBezTo>
                    <a:cubicBezTo>
                      <a:pt x="28" y="48"/>
                      <a:pt x="20" y="45"/>
                      <a:pt x="14" y="43"/>
                    </a:cubicBezTo>
                    <a:cubicBezTo>
                      <a:pt x="12" y="42"/>
                      <a:pt x="10" y="41"/>
                      <a:pt x="9" y="40"/>
                    </a:cubicBezTo>
                    <a:cubicBezTo>
                      <a:pt x="8" y="40"/>
                      <a:pt x="8" y="40"/>
                      <a:pt x="8" y="40"/>
                    </a:cubicBezTo>
                    <a:moveTo>
                      <a:pt x="447" y="0"/>
                    </a:moveTo>
                    <a:cubicBezTo>
                      <a:pt x="325" y="0"/>
                      <a:pt x="214" y="4"/>
                      <a:pt x="133" y="10"/>
                    </a:cubicBezTo>
                    <a:cubicBezTo>
                      <a:pt x="93" y="13"/>
                      <a:pt x="61" y="17"/>
                      <a:pt x="38" y="22"/>
                    </a:cubicBezTo>
                    <a:cubicBezTo>
                      <a:pt x="27" y="24"/>
                      <a:pt x="18" y="26"/>
                      <a:pt x="11" y="29"/>
                    </a:cubicBezTo>
                    <a:cubicBezTo>
                      <a:pt x="8" y="30"/>
                      <a:pt x="6" y="31"/>
                      <a:pt x="4" y="33"/>
                    </a:cubicBezTo>
                    <a:cubicBezTo>
                      <a:pt x="3" y="34"/>
                      <a:pt x="2" y="35"/>
                      <a:pt x="1" y="36"/>
                    </a:cubicBezTo>
                    <a:cubicBezTo>
                      <a:pt x="0" y="37"/>
                      <a:pt x="0" y="38"/>
                      <a:pt x="0" y="40"/>
                    </a:cubicBezTo>
                    <a:cubicBezTo>
                      <a:pt x="0" y="41"/>
                      <a:pt x="0" y="42"/>
                      <a:pt x="1" y="44"/>
                    </a:cubicBezTo>
                    <a:cubicBezTo>
                      <a:pt x="2" y="46"/>
                      <a:pt x="4" y="47"/>
                      <a:pt x="7" y="49"/>
                    </a:cubicBezTo>
                    <a:cubicBezTo>
                      <a:pt x="11" y="51"/>
                      <a:pt x="18" y="53"/>
                      <a:pt x="27" y="55"/>
                    </a:cubicBezTo>
                    <a:cubicBezTo>
                      <a:pt x="57" y="62"/>
                      <a:pt x="113" y="68"/>
                      <a:pt x="187" y="73"/>
                    </a:cubicBezTo>
                    <a:cubicBezTo>
                      <a:pt x="260" y="77"/>
                      <a:pt x="350" y="80"/>
                      <a:pt x="447" y="80"/>
                    </a:cubicBezTo>
                    <a:cubicBezTo>
                      <a:pt x="570" y="80"/>
                      <a:pt x="681" y="76"/>
                      <a:pt x="761" y="69"/>
                    </a:cubicBezTo>
                    <a:cubicBezTo>
                      <a:pt x="801" y="66"/>
                      <a:pt x="834" y="62"/>
                      <a:pt x="856" y="58"/>
                    </a:cubicBezTo>
                    <a:cubicBezTo>
                      <a:pt x="868" y="55"/>
                      <a:pt x="877" y="53"/>
                      <a:pt x="883" y="51"/>
                    </a:cubicBezTo>
                    <a:cubicBezTo>
                      <a:pt x="886" y="49"/>
                      <a:pt x="889" y="48"/>
                      <a:pt x="891" y="46"/>
                    </a:cubicBezTo>
                    <a:cubicBezTo>
                      <a:pt x="892" y="46"/>
                      <a:pt x="893" y="45"/>
                      <a:pt x="893" y="44"/>
                    </a:cubicBezTo>
                    <a:cubicBezTo>
                      <a:pt x="894" y="42"/>
                      <a:pt x="894" y="41"/>
                      <a:pt x="894" y="40"/>
                    </a:cubicBezTo>
                    <a:cubicBezTo>
                      <a:pt x="890" y="40"/>
                      <a:pt x="890" y="40"/>
                      <a:pt x="890" y="40"/>
                    </a:cubicBezTo>
                    <a:cubicBezTo>
                      <a:pt x="887" y="40"/>
                      <a:pt x="887" y="40"/>
                      <a:pt x="887" y="40"/>
                    </a:cubicBezTo>
                    <a:cubicBezTo>
                      <a:pt x="887" y="40"/>
                      <a:pt x="887" y="40"/>
                      <a:pt x="887" y="40"/>
                    </a:cubicBezTo>
                    <a:cubicBezTo>
                      <a:pt x="890" y="40"/>
                      <a:pt x="890" y="40"/>
                      <a:pt x="890" y="40"/>
                    </a:cubicBezTo>
                    <a:cubicBezTo>
                      <a:pt x="894" y="40"/>
                      <a:pt x="894" y="40"/>
                      <a:pt x="894" y="40"/>
                    </a:cubicBezTo>
                    <a:cubicBezTo>
                      <a:pt x="894" y="40"/>
                      <a:pt x="894" y="40"/>
                      <a:pt x="894" y="40"/>
                    </a:cubicBezTo>
                    <a:cubicBezTo>
                      <a:pt x="894" y="38"/>
                      <a:pt x="894" y="37"/>
                      <a:pt x="893" y="36"/>
                    </a:cubicBezTo>
                    <a:cubicBezTo>
                      <a:pt x="892" y="33"/>
                      <a:pt x="890" y="32"/>
                      <a:pt x="887" y="31"/>
                    </a:cubicBezTo>
                    <a:cubicBezTo>
                      <a:pt x="883" y="28"/>
                      <a:pt x="876" y="26"/>
                      <a:pt x="868" y="24"/>
                    </a:cubicBezTo>
                    <a:cubicBezTo>
                      <a:pt x="837" y="17"/>
                      <a:pt x="781" y="11"/>
                      <a:pt x="708" y="6"/>
                    </a:cubicBezTo>
                    <a:cubicBezTo>
                      <a:pt x="635" y="2"/>
                      <a:pt x="544" y="0"/>
                      <a:pt x="447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9" name="AutoShape 239"/>
              <p:cNvSpPr/>
              <p:nvPr/>
            </p:nvSpPr>
            <p:spPr>
              <a:xfrm>
                <a:off x="-2212691" y="9721093"/>
                <a:ext cx="1280047" cy="73389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571">
                    <a:moveTo>
                      <a:pt x="686" y="0"/>
                    </a:moveTo>
                    <a:cubicBezTo>
                      <a:pt x="673" y="9"/>
                      <a:pt x="660" y="18"/>
                      <a:pt x="647" y="27"/>
                    </a:cubicBezTo>
                    <a:cubicBezTo>
                      <a:pt x="587" y="68"/>
                      <a:pt x="523" y="102"/>
                      <a:pt x="457" y="130"/>
                    </a:cubicBezTo>
                    <a:cubicBezTo>
                      <a:pt x="390" y="159"/>
                      <a:pt x="319" y="181"/>
                      <a:pt x="247" y="195"/>
                    </a:cubicBezTo>
                    <a:cubicBezTo>
                      <a:pt x="181" y="209"/>
                      <a:pt x="112" y="217"/>
                      <a:pt x="44" y="218"/>
                    </a:cubicBezTo>
                    <a:cubicBezTo>
                      <a:pt x="44" y="218"/>
                      <a:pt x="44" y="218"/>
                      <a:pt x="44" y="218"/>
                    </a:cubicBezTo>
                    <a:cubicBezTo>
                      <a:pt x="36" y="218"/>
                      <a:pt x="28" y="219"/>
                      <a:pt x="21" y="219"/>
                    </a:cubicBezTo>
                    <a:cubicBezTo>
                      <a:pt x="14" y="219"/>
                      <a:pt x="7" y="218"/>
                      <a:pt x="0" y="218"/>
                    </a:cubicBezTo>
                    <a:cubicBezTo>
                      <a:pt x="67" y="423"/>
                      <a:pt x="259" y="571"/>
                      <a:pt x="486" y="571"/>
                    </a:cubicBezTo>
                    <a:cubicBezTo>
                      <a:pt x="746" y="571"/>
                      <a:pt x="961" y="376"/>
                      <a:pt x="993" y="125"/>
                    </a:cubicBezTo>
                    <a:cubicBezTo>
                      <a:pt x="878" y="120"/>
                      <a:pt x="784" y="111"/>
                      <a:pt x="732" y="100"/>
                    </a:cubicBezTo>
                    <a:cubicBezTo>
                      <a:pt x="711" y="96"/>
                      <a:pt x="696" y="91"/>
                      <a:pt x="690" y="86"/>
                    </a:cubicBezTo>
                    <a:cubicBezTo>
                      <a:pt x="687" y="84"/>
                      <a:pt x="686" y="82"/>
                      <a:pt x="686" y="80"/>
                    </a:cubicBezTo>
                    <a:cubicBezTo>
                      <a:pt x="686" y="0"/>
                      <a:pt x="686" y="0"/>
                      <a:pt x="686" y="0"/>
                    </a:cubicBezTo>
                  </a:path>
                </a:pathLst>
              </a:custGeom>
              <a:solidFill>
                <a:srgbClr val="E2E0E0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0" name="AutoShape 240"/>
              <p:cNvSpPr/>
              <p:nvPr/>
            </p:nvSpPr>
            <p:spPr>
              <a:xfrm>
                <a:off x="-2161492" y="9140806"/>
                <a:ext cx="1001280" cy="745273"/>
              </a:xfrm>
              <a:custGeom>
                <a:avLst/>
                <a:gdLst/>
                <a:ahLst/>
                <a:cxnLst/>
                <a:rect l="l" t="t" r="r" b="b"/>
                <a:pathLst>
                  <a:path w="775" h="580">
                    <a:moveTo>
                      <a:pt x="444" y="0"/>
                    </a:moveTo>
                    <a:cubicBezTo>
                      <a:pt x="382" y="0"/>
                      <a:pt x="322" y="11"/>
                      <a:pt x="266" y="31"/>
                    </a:cubicBezTo>
                    <a:cubicBezTo>
                      <a:pt x="290" y="74"/>
                      <a:pt x="290" y="74"/>
                      <a:pt x="290" y="74"/>
                    </a:cubicBezTo>
                    <a:cubicBezTo>
                      <a:pt x="251" y="97"/>
                      <a:pt x="251" y="97"/>
                      <a:pt x="251" y="97"/>
                    </a:cubicBezTo>
                    <a:cubicBezTo>
                      <a:pt x="223" y="50"/>
                      <a:pt x="223" y="50"/>
                      <a:pt x="223" y="50"/>
                    </a:cubicBezTo>
                    <a:cubicBezTo>
                      <a:pt x="130" y="95"/>
                      <a:pt x="52" y="167"/>
                      <a:pt x="0" y="257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14" y="284"/>
                      <a:pt x="25" y="295"/>
                      <a:pt x="25" y="309"/>
                    </a:cubicBezTo>
                    <a:cubicBezTo>
                      <a:pt x="25" y="465"/>
                      <a:pt x="25" y="465"/>
                      <a:pt x="25" y="465"/>
                    </a:cubicBezTo>
                    <a:cubicBezTo>
                      <a:pt x="25" y="479"/>
                      <a:pt x="14" y="491"/>
                      <a:pt x="0" y="491"/>
                    </a:cubicBezTo>
                    <a:cubicBezTo>
                      <a:pt x="0" y="491"/>
                      <a:pt x="0" y="491"/>
                      <a:pt x="0" y="491"/>
                    </a:cubicBezTo>
                    <a:cubicBezTo>
                      <a:pt x="0" y="491"/>
                      <a:pt x="0" y="491"/>
                      <a:pt x="0" y="491"/>
                    </a:cubicBezTo>
                    <a:cubicBezTo>
                      <a:pt x="0" y="580"/>
                      <a:pt x="0" y="580"/>
                      <a:pt x="0" y="580"/>
                    </a:cubicBezTo>
                    <a:cubicBezTo>
                      <a:pt x="224" y="575"/>
                      <a:pt x="430" y="500"/>
                      <a:pt x="597" y="374"/>
                    </a:cubicBezTo>
                    <a:cubicBezTo>
                      <a:pt x="597" y="302"/>
                      <a:pt x="597" y="302"/>
                      <a:pt x="597" y="302"/>
                    </a:cubicBezTo>
                    <a:cubicBezTo>
                      <a:pt x="597" y="302"/>
                      <a:pt x="597" y="302"/>
                      <a:pt x="597" y="302"/>
                    </a:cubicBezTo>
                    <a:cubicBezTo>
                      <a:pt x="597" y="290"/>
                      <a:pt x="641" y="279"/>
                      <a:pt x="714" y="271"/>
                    </a:cubicBezTo>
                    <a:cubicBezTo>
                      <a:pt x="735" y="249"/>
                      <a:pt x="756" y="227"/>
                      <a:pt x="775" y="203"/>
                    </a:cubicBezTo>
                    <a:cubicBezTo>
                      <a:pt x="729" y="200"/>
                      <a:pt x="688" y="197"/>
                      <a:pt x="654" y="192"/>
                    </a:cubicBezTo>
                    <a:cubicBezTo>
                      <a:pt x="654" y="199"/>
                      <a:pt x="651" y="206"/>
                      <a:pt x="646" y="212"/>
                    </a:cubicBezTo>
                    <a:cubicBezTo>
                      <a:pt x="641" y="217"/>
                      <a:pt x="634" y="219"/>
                      <a:pt x="627" y="219"/>
                    </a:cubicBezTo>
                    <a:cubicBezTo>
                      <a:pt x="621" y="219"/>
                      <a:pt x="614" y="217"/>
                      <a:pt x="609" y="212"/>
                    </a:cubicBezTo>
                    <a:cubicBezTo>
                      <a:pt x="575" y="178"/>
                      <a:pt x="575" y="178"/>
                      <a:pt x="575" y="178"/>
                    </a:cubicBezTo>
                    <a:cubicBezTo>
                      <a:pt x="575" y="178"/>
                      <a:pt x="575" y="178"/>
                      <a:pt x="574" y="178"/>
                    </a:cubicBezTo>
                    <a:cubicBezTo>
                      <a:pt x="565" y="175"/>
                      <a:pt x="558" y="172"/>
                      <a:pt x="554" y="170"/>
                    </a:cubicBezTo>
                    <a:cubicBezTo>
                      <a:pt x="554" y="170"/>
                      <a:pt x="554" y="170"/>
                      <a:pt x="554" y="169"/>
                    </a:cubicBezTo>
                    <a:cubicBezTo>
                      <a:pt x="554" y="169"/>
                      <a:pt x="554" y="169"/>
                      <a:pt x="554" y="169"/>
                    </a:cubicBezTo>
                    <a:cubicBezTo>
                      <a:pt x="551" y="167"/>
                      <a:pt x="550" y="165"/>
                      <a:pt x="550" y="163"/>
                    </a:cubicBezTo>
                    <a:cubicBezTo>
                      <a:pt x="550" y="153"/>
                      <a:pt x="550" y="153"/>
                      <a:pt x="550" y="153"/>
                    </a:cubicBezTo>
                    <a:cubicBezTo>
                      <a:pt x="499" y="102"/>
                      <a:pt x="499" y="102"/>
                      <a:pt x="499" y="102"/>
                    </a:cubicBezTo>
                    <a:cubicBezTo>
                      <a:pt x="489" y="92"/>
                      <a:pt x="489" y="75"/>
                      <a:pt x="499" y="65"/>
                    </a:cubicBezTo>
                    <a:cubicBezTo>
                      <a:pt x="504" y="60"/>
                      <a:pt x="511" y="57"/>
                      <a:pt x="517" y="57"/>
                    </a:cubicBezTo>
                    <a:cubicBezTo>
                      <a:pt x="524" y="57"/>
                      <a:pt x="531" y="60"/>
                      <a:pt x="536" y="65"/>
                    </a:cubicBezTo>
                    <a:cubicBezTo>
                      <a:pt x="550" y="79"/>
                      <a:pt x="550" y="79"/>
                      <a:pt x="550" y="79"/>
                    </a:cubicBezTo>
                    <a:cubicBezTo>
                      <a:pt x="550" y="58"/>
                      <a:pt x="550" y="58"/>
                      <a:pt x="550" y="58"/>
                    </a:cubicBezTo>
                    <a:cubicBezTo>
                      <a:pt x="550" y="58"/>
                      <a:pt x="550" y="58"/>
                      <a:pt x="550" y="58"/>
                    </a:cubicBezTo>
                    <a:cubicBezTo>
                      <a:pt x="550" y="48"/>
                      <a:pt x="577" y="40"/>
                      <a:pt x="625" y="32"/>
                    </a:cubicBezTo>
                    <a:cubicBezTo>
                      <a:pt x="569" y="11"/>
                      <a:pt x="508" y="0"/>
                      <a:pt x="444" y="0"/>
                    </a:cubicBezTo>
                  </a:path>
                </a:pathLst>
              </a:custGeom>
              <a:solidFill>
                <a:srgbClr val="CECDC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1" name="AutoShape 241"/>
              <p:cNvSpPr/>
              <p:nvPr/>
            </p:nvSpPr>
            <p:spPr>
              <a:xfrm>
                <a:off x="-2161492" y="9402504"/>
                <a:ext cx="1058171" cy="603044"/>
              </a:xfrm>
              <a:custGeom>
                <a:avLst/>
                <a:gdLst/>
                <a:ahLst/>
                <a:cxnLst/>
                <a:rect l="l" t="t" r="r" b="b"/>
                <a:pathLst>
                  <a:path w="820" h="467">
                    <a:moveTo>
                      <a:pt x="598" y="171"/>
                    </a:moveTo>
                    <a:cubicBezTo>
                      <a:pt x="431" y="297"/>
                      <a:pt x="225" y="372"/>
                      <a:pt x="1" y="377"/>
                    </a:cubicBezTo>
                    <a:cubicBezTo>
                      <a:pt x="1" y="377"/>
                      <a:pt x="1" y="377"/>
                      <a:pt x="1" y="377"/>
                    </a:cubicBezTo>
                    <a:cubicBezTo>
                      <a:pt x="0" y="377"/>
                      <a:pt x="0" y="377"/>
                      <a:pt x="0" y="377"/>
                    </a:cubicBezTo>
                    <a:cubicBezTo>
                      <a:pt x="1" y="377"/>
                      <a:pt x="2" y="377"/>
                      <a:pt x="3" y="377"/>
                    </a:cubicBezTo>
                    <a:cubicBezTo>
                      <a:pt x="3" y="467"/>
                      <a:pt x="3" y="467"/>
                      <a:pt x="3" y="467"/>
                    </a:cubicBezTo>
                    <a:cubicBezTo>
                      <a:pt x="71" y="466"/>
                      <a:pt x="140" y="458"/>
                      <a:pt x="206" y="444"/>
                    </a:cubicBezTo>
                    <a:cubicBezTo>
                      <a:pt x="278" y="430"/>
                      <a:pt x="349" y="408"/>
                      <a:pt x="416" y="379"/>
                    </a:cubicBezTo>
                    <a:cubicBezTo>
                      <a:pt x="482" y="351"/>
                      <a:pt x="546" y="317"/>
                      <a:pt x="606" y="276"/>
                    </a:cubicBezTo>
                    <a:cubicBezTo>
                      <a:pt x="619" y="267"/>
                      <a:pt x="632" y="258"/>
                      <a:pt x="645" y="249"/>
                    </a:cubicBezTo>
                    <a:cubicBezTo>
                      <a:pt x="645" y="225"/>
                      <a:pt x="645" y="225"/>
                      <a:pt x="645" y="225"/>
                    </a:cubicBezTo>
                    <a:cubicBezTo>
                      <a:pt x="645" y="225"/>
                      <a:pt x="644" y="225"/>
                      <a:pt x="644" y="225"/>
                    </a:cubicBezTo>
                    <a:cubicBezTo>
                      <a:pt x="623" y="220"/>
                      <a:pt x="608" y="215"/>
                      <a:pt x="602" y="210"/>
                    </a:cubicBezTo>
                    <a:cubicBezTo>
                      <a:pt x="599" y="208"/>
                      <a:pt x="598" y="206"/>
                      <a:pt x="598" y="204"/>
                    </a:cubicBezTo>
                    <a:cubicBezTo>
                      <a:pt x="598" y="171"/>
                      <a:pt x="598" y="171"/>
                      <a:pt x="598" y="171"/>
                    </a:cubicBezTo>
                    <a:moveTo>
                      <a:pt x="776" y="0"/>
                    </a:moveTo>
                    <a:cubicBezTo>
                      <a:pt x="757" y="24"/>
                      <a:pt x="736" y="46"/>
                      <a:pt x="715" y="68"/>
                    </a:cubicBezTo>
                    <a:cubicBezTo>
                      <a:pt x="746" y="65"/>
                      <a:pt x="781" y="62"/>
                      <a:pt x="820" y="59"/>
                    </a:cubicBezTo>
                    <a:cubicBezTo>
                      <a:pt x="820" y="3"/>
                      <a:pt x="820" y="3"/>
                      <a:pt x="820" y="3"/>
                    </a:cubicBezTo>
                    <a:cubicBezTo>
                      <a:pt x="805" y="2"/>
                      <a:pt x="790" y="1"/>
                      <a:pt x="776" y="0"/>
                    </a:cubicBezTo>
                  </a:path>
                </a:pathLst>
              </a:custGeom>
              <a:solidFill>
                <a:srgbClr val="2E353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2" name="AutoShape 242"/>
              <p:cNvSpPr/>
              <p:nvPr/>
            </p:nvSpPr>
            <p:spPr>
              <a:xfrm>
                <a:off x="-1871347" y="9180631"/>
                <a:ext cx="85338" cy="85338"/>
              </a:xfrm>
              <a:custGeom>
                <a:avLst/>
                <a:gdLst/>
                <a:ahLst/>
                <a:cxnLst/>
                <a:rect l="l" t="t" r="r" b="b"/>
                <a:pathLst>
                  <a:path w="67" h="66">
                    <a:moveTo>
                      <a:pt x="43" y="0"/>
                    </a:moveTo>
                    <a:cubicBezTo>
                      <a:pt x="29" y="6"/>
                      <a:pt x="14" y="12"/>
                      <a:pt x="0" y="19"/>
                    </a:cubicBezTo>
                    <a:cubicBezTo>
                      <a:pt x="28" y="66"/>
                      <a:pt x="28" y="66"/>
                      <a:pt x="28" y="66"/>
                    </a:cubicBezTo>
                    <a:cubicBezTo>
                      <a:pt x="67" y="43"/>
                      <a:pt x="67" y="43"/>
                      <a:pt x="67" y="4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D77B53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3" name="AutoShape 243"/>
              <p:cNvSpPr/>
              <p:nvPr/>
            </p:nvSpPr>
            <p:spPr>
              <a:xfrm>
                <a:off x="-1530001" y="9214766"/>
                <a:ext cx="210498" cy="210498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62">
                    <a:moveTo>
                      <a:pt x="86" y="121"/>
                    </a:moveTo>
                    <a:cubicBezTo>
                      <a:pt x="120" y="155"/>
                      <a:pt x="120" y="155"/>
                      <a:pt x="120" y="155"/>
                    </a:cubicBezTo>
                    <a:cubicBezTo>
                      <a:pt x="125" y="160"/>
                      <a:pt x="132" y="162"/>
                      <a:pt x="138" y="162"/>
                    </a:cubicBezTo>
                    <a:cubicBezTo>
                      <a:pt x="145" y="162"/>
                      <a:pt x="152" y="160"/>
                      <a:pt x="157" y="155"/>
                    </a:cubicBezTo>
                    <a:cubicBezTo>
                      <a:pt x="162" y="149"/>
                      <a:pt x="165" y="142"/>
                      <a:pt x="165" y="135"/>
                    </a:cubicBezTo>
                    <a:cubicBezTo>
                      <a:pt x="131" y="131"/>
                      <a:pt x="104" y="126"/>
                      <a:pt x="86" y="121"/>
                    </a:cubicBezTo>
                    <a:moveTo>
                      <a:pt x="28" y="0"/>
                    </a:moveTo>
                    <a:cubicBezTo>
                      <a:pt x="22" y="0"/>
                      <a:pt x="15" y="3"/>
                      <a:pt x="10" y="8"/>
                    </a:cubicBezTo>
                    <a:cubicBezTo>
                      <a:pt x="0" y="18"/>
                      <a:pt x="0" y="35"/>
                      <a:pt x="10" y="45"/>
                    </a:cubicBezTo>
                    <a:cubicBezTo>
                      <a:pt x="61" y="96"/>
                      <a:pt x="61" y="96"/>
                      <a:pt x="61" y="96"/>
                    </a:cubicBezTo>
                    <a:cubicBezTo>
                      <a:pt x="61" y="22"/>
                      <a:pt x="61" y="22"/>
                      <a:pt x="61" y="22"/>
                    </a:cubicBezTo>
                    <a:cubicBezTo>
                      <a:pt x="47" y="8"/>
                      <a:pt x="47" y="8"/>
                      <a:pt x="47" y="8"/>
                    </a:cubicBezTo>
                    <a:cubicBezTo>
                      <a:pt x="42" y="3"/>
                      <a:pt x="35" y="0"/>
                      <a:pt x="28" y="0"/>
                    </a:cubicBezTo>
                  </a:path>
                </a:pathLst>
              </a:custGeom>
              <a:solidFill>
                <a:srgbClr val="2E353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4" name="AutoShape 244"/>
              <p:cNvSpPr/>
              <p:nvPr/>
            </p:nvSpPr>
            <p:spPr>
              <a:xfrm>
                <a:off x="-2161492" y="9504908"/>
                <a:ext cx="34134" cy="267389"/>
              </a:xfrm>
              <a:custGeom>
                <a:avLst/>
                <a:gdLst/>
                <a:ahLst/>
                <a:cxnLst/>
                <a:rect l="l" t="t" r="r" b="b"/>
                <a:pathLst>
                  <a:path w="25" h="208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08"/>
                      <a:pt x="0" y="208"/>
                      <a:pt x="0" y="208"/>
                    </a:cubicBezTo>
                    <a:cubicBezTo>
                      <a:pt x="14" y="208"/>
                      <a:pt x="25" y="196"/>
                      <a:pt x="25" y="182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12"/>
                      <a:pt x="14" y="1"/>
                      <a:pt x="0" y="0"/>
                    </a:cubicBezTo>
                  </a:path>
                </a:pathLst>
              </a:custGeom>
              <a:solidFill>
                <a:srgbClr val="2E353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5" name="AutoShape 245"/>
              <p:cNvSpPr/>
              <p:nvPr/>
            </p:nvSpPr>
            <p:spPr>
              <a:xfrm>
                <a:off x="-2246826" y="9470773"/>
                <a:ext cx="85338" cy="415306"/>
              </a:xfrm>
              <a:custGeom>
                <a:avLst/>
                <a:gdLst/>
                <a:ahLst/>
                <a:cxnLst/>
                <a:rect l="l" t="t" r="r" b="b"/>
                <a:pathLst>
                  <a:path w="67" h="323">
                    <a:moveTo>
                      <a:pt x="38" y="59"/>
                    </a:moveTo>
                    <a:cubicBezTo>
                      <a:pt x="13" y="119"/>
                      <a:pt x="0" y="185"/>
                      <a:pt x="0" y="254"/>
                    </a:cubicBezTo>
                    <a:cubicBezTo>
                      <a:pt x="0" y="277"/>
                      <a:pt x="1" y="300"/>
                      <a:pt x="4" y="322"/>
                    </a:cubicBezTo>
                    <a:cubicBezTo>
                      <a:pt x="9" y="323"/>
                      <a:pt x="14" y="323"/>
                      <a:pt x="19" y="323"/>
                    </a:cubicBezTo>
                    <a:cubicBezTo>
                      <a:pt x="28" y="323"/>
                      <a:pt x="37" y="323"/>
                      <a:pt x="46" y="323"/>
                    </a:cubicBezTo>
                    <a:cubicBezTo>
                      <a:pt x="51" y="323"/>
                      <a:pt x="55" y="323"/>
                      <a:pt x="60" y="323"/>
                    </a:cubicBezTo>
                    <a:cubicBezTo>
                      <a:pt x="62" y="323"/>
                      <a:pt x="63" y="323"/>
                      <a:pt x="64" y="323"/>
                    </a:cubicBezTo>
                    <a:cubicBezTo>
                      <a:pt x="65" y="323"/>
                      <a:pt x="65" y="323"/>
                      <a:pt x="66" y="323"/>
                    </a:cubicBezTo>
                    <a:cubicBezTo>
                      <a:pt x="66" y="323"/>
                      <a:pt x="66" y="323"/>
                      <a:pt x="66" y="323"/>
                    </a:cubicBezTo>
                    <a:cubicBezTo>
                      <a:pt x="67" y="323"/>
                      <a:pt x="67" y="323"/>
                      <a:pt x="67" y="323"/>
                    </a:cubicBezTo>
                    <a:cubicBezTo>
                      <a:pt x="67" y="323"/>
                      <a:pt x="67" y="323"/>
                      <a:pt x="67" y="323"/>
                    </a:cubicBezTo>
                    <a:cubicBezTo>
                      <a:pt x="67" y="234"/>
                      <a:pt x="67" y="234"/>
                      <a:pt x="67" y="234"/>
                    </a:cubicBezTo>
                    <a:cubicBezTo>
                      <a:pt x="67" y="234"/>
                      <a:pt x="67" y="234"/>
                      <a:pt x="67" y="234"/>
                    </a:cubicBezTo>
                    <a:cubicBezTo>
                      <a:pt x="67" y="234"/>
                      <a:pt x="66" y="233"/>
                      <a:pt x="65" y="233"/>
                    </a:cubicBezTo>
                    <a:cubicBezTo>
                      <a:pt x="65" y="233"/>
                      <a:pt x="65" y="233"/>
                      <a:pt x="65" y="233"/>
                    </a:cubicBezTo>
                    <a:cubicBezTo>
                      <a:pt x="50" y="233"/>
                      <a:pt x="39" y="222"/>
                      <a:pt x="39" y="208"/>
                    </a:cubicBezTo>
                    <a:cubicBezTo>
                      <a:pt x="38" y="59"/>
                      <a:pt x="38" y="59"/>
                      <a:pt x="38" y="59"/>
                    </a:cubicBezTo>
                    <a:moveTo>
                      <a:pt x="67" y="0"/>
                    </a:moveTo>
                    <a:cubicBezTo>
                      <a:pt x="62" y="10"/>
                      <a:pt x="56" y="20"/>
                      <a:pt x="51" y="30"/>
                    </a:cubicBezTo>
                    <a:cubicBezTo>
                      <a:pt x="55" y="28"/>
                      <a:pt x="59" y="27"/>
                      <a:pt x="64" y="27"/>
                    </a:cubicBezTo>
                    <a:cubicBezTo>
                      <a:pt x="65" y="27"/>
                      <a:pt x="67" y="27"/>
                      <a:pt x="67" y="27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E3E0E0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6" name="AutoShape 246"/>
              <p:cNvSpPr/>
              <p:nvPr/>
            </p:nvSpPr>
            <p:spPr>
              <a:xfrm>
                <a:off x="-2241138" y="9886079"/>
                <a:ext cx="85338" cy="119473"/>
              </a:xfrm>
              <a:custGeom>
                <a:avLst/>
                <a:gdLst/>
                <a:ahLst/>
                <a:cxnLst/>
                <a:rect l="l" t="t" r="r" b="b"/>
                <a:pathLst>
                  <a:path w="65" h="92">
                    <a:moveTo>
                      <a:pt x="0" y="0"/>
                    </a:moveTo>
                    <a:cubicBezTo>
                      <a:pt x="4" y="32"/>
                      <a:pt x="11" y="62"/>
                      <a:pt x="21" y="91"/>
                    </a:cubicBezTo>
                    <a:cubicBezTo>
                      <a:pt x="28" y="91"/>
                      <a:pt x="35" y="92"/>
                      <a:pt x="42" y="92"/>
                    </a:cubicBezTo>
                    <a:cubicBezTo>
                      <a:pt x="49" y="92"/>
                      <a:pt x="57" y="91"/>
                      <a:pt x="65" y="91"/>
                    </a:cubicBezTo>
                    <a:cubicBezTo>
                      <a:pt x="65" y="91"/>
                      <a:pt x="65" y="91"/>
                      <a:pt x="65" y="9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4" y="1"/>
                      <a:pt x="63" y="1"/>
                      <a:pt x="62" y="1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1" y="1"/>
                      <a:pt x="61" y="1"/>
                      <a:pt x="60" y="1"/>
                    </a:cubicBezTo>
                    <a:cubicBezTo>
                      <a:pt x="59" y="1"/>
                      <a:pt x="58" y="1"/>
                      <a:pt x="56" y="1"/>
                    </a:cubicBezTo>
                    <a:cubicBezTo>
                      <a:pt x="51" y="1"/>
                      <a:pt x="47" y="1"/>
                      <a:pt x="42" y="1"/>
                    </a:cubicBezTo>
                    <a:cubicBezTo>
                      <a:pt x="33" y="1"/>
                      <a:pt x="24" y="1"/>
                      <a:pt x="15" y="1"/>
                    </a:cubicBezTo>
                    <a:cubicBezTo>
                      <a:pt x="10" y="1"/>
                      <a:pt x="5" y="1"/>
                      <a:pt x="0" y="0"/>
                    </a:cubicBezTo>
                  </a:path>
                </a:pathLst>
              </a:custGeom>
              <a:solidFill>
                <a:srgbClr val="575E6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7" name="AutoShape 247"/>
              <p:cNvSpPr/>
              <p:nvPr/>
            </p:nvSpPr>
            <p:spPr>
              <a:xfrm>
                <a:off x="-2195627" y="9504908"/>
                <a:ext cx="34134" cy="267389"/>
              </a:xfrm>
              <a:custGeom>
                <a:avLst/>
                <a:gdLst/>
                <a:ahLst/>
                <a:cxnLst/>
                <a:rect l="l" t="t" r="r" b="b"/>
                <a:pathLst>
                  <a:path w="28" h="206">
                    <a:moveTo>
                      <a:pt x="26" y="0"/>
                    </a:moveTo>
                    <a:cubicBezTo>
                      <a:pt x="21" y="0"/>
                      <a:pt x="17" y="1"/>
                      <a:pt x="13" y="3"/>
                    </a:cubicBezTo>
                    <a:cubicBezTo>
                      <a:pt x="9" y="12"/>
                      <a:pt x="4" y="22"/>
                      <a:pt x="0" y="32"/>
                    </a:cubicBezTo>
                    <a:cubicBezTo>
                      <a:pt x="1" y="181"/>
                      <a:pt x="1" y="181"/>
                      <a:pt x="1" y="181"/>
                    </a:cubicBezTo>
                    <a:cubicBezTo>
                      <a:pt x="1" y="195"/>
                      <a:pt x="12" y="206"/>
                      <a:pt x="27" y="206"/>
                    </a:cubicBezTo>
                    <a:cubicBezTo>
                      <a:pt x="27" y="206"/>
                      <a:pt x="27" y="206"/>
                      <a:pt x="27" y="206"/>
                    </a:cubicBezTo>
                    <a:cubicBezTo>
                      <a:pt x="28" y="206"/>
                      <a:pt x="29" y="207"/>
                      <a:pt x="29" y="207"/>
                    </a:cubicBezTo>
                    <a:cubicBezTo>
                      <a:pt x="29" y="207"/>
                      <a:pt x="29" y="207"/>
                      <a:pt x="29" y="207"/>
                    </a:cubicBezTo>
                    <a:cubicBezTo>
                      <a:pt x="29" y="207"/>
                      <a:pt x="29" y="207"/>
                      <a:pt x="29" y="207"/>
                    </a:cubicBezTo>
                    <a:cubicBezTo>
                      <a:pt x="29" y="207"/>
                      <a:pt x="29" y="207"/>
                      <a:pt x="29" y="207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7" y="0"/>
                      <a:pt x="26" y="0"/>
                    </a:cubicBezTo>
                  </a:path>
                </a:pathLst>
              </a:custGeom>
              <a:solidFill>
                <a:srgbClr val="575E6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8" name="AutoShape 248"/>
              <p:cNvSpPr/>
              <p:nvPr/>
            </p:nvSpPr>
            <p:spPr>
              <a:xfrm>
                <a:off x="-1325194" y="9834875"/>
                <a:ext cx="56891" cy="17069"/>
              </a:xfrm>
              <a:custGeom>
                <a:avLst/>
                <a:gdLst/>
                <a:ahLst/>
                <a:cxnLst/>
                <a:rect l="l" t="t" r="r" b="b"/>
                <a:pathLst>
                  <a:path w="42" h="14">
                    <a:moveTo>
                      <a:pt x="0" y="0"/>
                    </a:moveTo>
                    <a:cubicBezTo>
                      <a:pt x="6" y="5"/>
                      <a:pt x="21" y="10"/>
                      <a:pt x="42" y="14"/>
                    </a:cubicBezTo>
                    <a:cubicBezTo>
                      <a:pt x="21" y="10"/>
                      <a:pt x="6" y="5"/>
                      <a:pt x="0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9" name="AutoShape 249"/>
              <p:cNvSpPr/>
              <p:nvPr/>
            </p:nvSpPr>
            <p:spPr>
              <a:xfrm>
                <a:off x="-1330884" y="9692649"/>
                <a:ext cx="403927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49">
                    <a:moveTo>
                      <a:pt x="0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0" y="106"/>
                      <a:pt x="1" y="108"/>
                      <a:pt x="4" y="110"/>
                    </a:cubicBezTo>
                    <a:cubicBezTo>
                      <a:pt x="10" y="115"/>
                      <a:pt x="25" y="120"/>
                      <a:pt x="46" y="124"/>
                    </a:cubicBezTo>
                    <a:cubicBezTo>
                      <a:pt x="98" y="135"/>
                      <a:pt x="192" y="144"/>
                      <a:pt x="307" y="149"/>
                    </a:cubicBezTo>
                    <a:cubicBezTo>
                      <a:pt x="310" y="127"/>
                      <a:pt x="312" y="105"/>
                      <a:pt x="312" y="83"/>
                    </a:cubicBezTo>
                    <a:cubicBezTo>
                      <a:pt x="312" y="72"/>
                      <a:pt x="311" y="60"/>
                      <a:pt x="310" y="49"/>
                    </a:cubicBezTo>
                    <a:cubicBezTo>
                      <a:pt x="129" y="42"/>
                      <a:pt x="0" y="2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EA05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0" name="AutoShape 250"/>
              <p:cNvSpPr/>
              <p:nvPr/>
            </p:nvSpPr>
            <p:spPr>
              <a:xfrm>
                <a:off x="-1330884" y="9692649"/>
                <a:ext cx="398236" cy="62582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7">
                    <a:moveTo>
                      <a:pt x="1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23"/>
                      <a:pt x="129" y="40"/>
                      <a:pt x="310" y="47"/>
                    </a:cubicBezTo>
                    <a:cubicBezTo>
                      <a:pt x="310" y="45"/>
                      <a:pt x="310" y="43"/>
                      <a:pt x="310" y="41"/>
                    </a:cubicBezTo>
                    <a:cubicBezTo>
                      <a:pt x="137" y="35"/>
                      <a:pt x="12" y="19"/>
                      <a:pt x="1" y="0"/>
                    </a:cubicBezTo>
                  </a:path>
                </a:pathLst>
              </a:custGeom>
              <a:solidFill>
                <a:srgbClr val="E1AD3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1" name="AutoShape 251"/>
              <p:cNvSpPr/>
              <p:nvPr/>
            </p:nvSpPr>
            <p:spPr>
              <a:xfrm>
                <a:off x="-1330884" y="9692649"/>
                <a:ext cx="398236" cy="56891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3">
                    <a:moveTo>
                      <a:pt x="193" y="20"/>
                    </a:moveTo>
                    <a:cubicBezTo>
                      <a:pt x="227" y="23"/>
                      <a:pt x="266" y="25"/>
                      <a:pt x="308" y="27"/>
                    </a:cubicBezTo>
                    <a:cubicBezTo>
                      <a:pt x="308" y="26"/>
                      <a:pt x="308" y="26"/>
                      <a:pt x="308" y="25"/>
                    </a:cubicBezTo>
                    <a:cubicBezTo>
                      <a:pt x="268" y="24"/>
                      <a:pt x="229" y="22"/>
                      <a:pt x="193" y="20"/>
                    </a:cubicBezTo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cubicBezTo>
                      <a:pt x="12" y="21"/>
                      <a:pt x="137" y="37"/>
                      <a:pt x="310" y="43"/>
                    </a:cubicBezTo>
                    <a:cubicBezTo>
                      <a:pt x="310" y="40"/>
                      <a:pt x="310" y="38"/>
                      <a:pt x="309" y="35"/>
                    </a:cubicBezTo>
                    <a:cubicBezTo>
                      <a:pt x="281" y="34"/>
                      <a:pt x="254" y="32"/>
                      <a:pt x="230" y="31"/>
                    </a:cubicBezTo>
                    <a:cubicBezTo>
                      <a:pt x="157" y="26"/>
                      <a:pt x="100" y="20"/>
                      <a:pt x="70" y="13"/>
                    </a:cubicBezTo>
                    <a:cubicBezTo>
                      <a:pt x="63" y="12"/>
                      <a:pt x="58" y="10"/>
                      <a:pt x="54" y="8"/>
                    </a:cubicBezTo>
                    <a:cubicBezTo>
                      <a:pt x="33" y="6"/>
                      <a:pt x="15" y="3"/>
                      <a:pt x="0" y="0"/>
                    </a:cubicBezTo>
                  </a:path>
                </a:pathLst>
              </a:custGeom>
              <a:solidFill>
                <a:srgbClr val="E1AD3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2" name="AutoShape 252"/>
              <p:cNvSpPr/>
              <p:nvPr/>
            </p:nvSpPr>
            <p:spPr>
              <a:xfrm>
                <a:off x="-1262616" y="9704028"/>
                <a:ext cx="329968" cy="34134"/>
              </a:xfrm>
              <a:custGeom>
                <a:avLst/>
                <a:gdLst/>
                <a:ahLst/>
                <a:cxnLst/>
                <a:rect l="l" t="t" r="r" b="b"/>
                <a:pathLst>
                  <a:path w="255" h="27">
                    <a:moveTo>
                      <a:pt x="0" y="0"/>
                    </a:moveTo>
                    <a:cubicBezTo>
                      <a:pt x="4" y="2"/>
                      <a:pt x="9" y="4"/>
                      <a:pt x="16" y="5"/>
                    </a:cubicBezTo>
                    <a:cubicBezTo>
                      <a:pt x="46" y="12"/>
                      <a:pt x="103" y="18"/>
                      <a:pt x="176" y="23"/>
                    </a:cubicBezTo>
                    <a:cubicBezTo>
                      <a:pt x="200" y="24"/>
                      <a:pt x="227" y="26"/>
                      <a:pt x="255" y="27"/>
                    </a:cubicBezTo>
                    <a:cubicBezTo>
                      <a:pt x="255" y="24"/>
                      <a:pt x="255" y="21"/>
                      <a:pt x="254" y="19"/>
                    </a:cubicBezTo>
                    <a:cubicBezTo>
                      <a:pt x="212" y="17"/>
                      <a:pt x="173" y="15"/>
                      <a:pt x="139" y="12"/>
                    </a:cubicBezTo>
                    <a:cubicBezTo>
                      <a:pt x="85" y="9"/>
                      <a:pt x="38" y="5"/>
                      <a:pt x="0" y="0"/>
                    </a:cubicBezTo>
                  </a:path>
                </a:pathLst>
              </a:custGeom>
              <a:solidFill>
                <a:srgbClr val="E3C28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3" name="AutoShape 253"/>
              <p:cNvSpPr/>
              <p:nvPr/>
            </p:nvSpPr>
            <p:spPr>
              <a:xfrm>
                <a:off x="-1387775" y="9675580"/>
                <a:ext cx="56891" cy="17069"/>
              </a:xfrm>
              <a:custGeom>
                <a:avLst/>
                <a:gdLst/>
                <a:ahLst/>
                <a:cxnLst/>
                <a:rect l="l" t="t" r="r" b="b"/>
                <a:pathLst>
                  <a:path w="42" h="15">
                    <a:moveTo>
                      <a:pt x="0" y="0"/>
                    </a:moveTo>
                    <a:cubicBezTo>
                      <a:pt x="6" y="5"/>
                      <a:pt x="21" y="10"/>
                      <a:pt x="42" y="15"/>
                    </a:cubicBezTo>
                    <a:cubicBezTo>
                      <a:pt x="21" y="10"/>
                      <a:pt x="6" y="5"/>
                      <a:pt x="0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4" name="AutoShape 254"/>
              <p:cNvSpPr/>
              <p:nvPr/>
            </p:nvSpPr>
            <p:spPr>
              <a:xfrm>
                <a:off x="-1387775" y="9527665"/>
                <a:ext cx="455127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15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7"/>
                      <a:pt x="1" y="109"/>
                      <a:pt x="4" y="111"/>
                    </a:cubicBezTo>
                    <a:cubicBezTo>
                      <a:pt x="10" y="116"/>
                      <a:pt x="25" y="121"/>
                      <a:pt x="46" y="126"/>
                    </a:cubicBezTo>
                    <a:cubicBezTo>
                      <a:pt x="46" y="126"/>
                      <a:pt x="47" y="126"/>
                      <a:pt x="47" y="126"/>
                    </a:cubicBezTo>
                    <a:cubicBezTo>
                      <a:pt x="47" y="126"/>
                      <a:pt x="47" y="126"/>
                      <a:pt x="47" y="126"/>
                    </a:cubicBezTo>
                    <a:cubicBezTo>
                      <a:pt x="62" y="129"/>
                      <a:pt x="80" y="132"/>
                      <a:pt x="101" y="134"/>
                    </a:cubicBezTo>
                    <a:cubicBezTo>
                      <a:pt x="139" y="139"/>
                      <a:pt x="186" y="143"/>
                      <a:pt x="240" y="146"/>
                    </a:cubicBezTo>
                    <a:cubicBezTo>
                      <a:pt x="276" y="148"/>
                      <a:pt x="315" y="150"/>
                      <a:pt x="355" y="151"/>
                    </a:cubicBezTo>
                    <a:cubicBezTo>
                      <a:pt x="351" y="117"/>
                      <a:pt x="344" y="83"/>
                      <a:pt x="334" y="51"/>
                    </a:cubicBezTo>
                    <a:cubicBezTo>
                      <a:pt x="140" y="44"/>
                      <a:pt x="0" y="27"/>
                      <a:pt x="0" y="6"/>
                    </a:cubicBezTo>
                    <a:cubicBezTo>
                      <a:pt x="0" y="5"/>
                      <a:pt x="0" y="4"/>
                      <a:pt x="1" y="3"/>
                    </a:cubicBez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CEA05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5" name="AutoShape 255"/>
              <p:cNvSpPr/>
              <p:nvPr/>
            </p:nvSpPr>
            <p:spPr>
              <a:xfrm>
                <a:off x="-1387775" y="9533355"/>
                <a:ext cx="426684" cy="6258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48">
                    <a:moveTo>
                      <a:pt x="1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24"/>
                      <a:pt x="140" y="41"/>
                      <a:pt x="334" y="48"/>
                    </a:cubicBezTo>
                    <a:cubicBezTo>
                      <a:pt x="333" y="46"/>
                      <a:pt x="332" y="44"/>
                      <a:pt x="332" y="42"/>
                    </a:cubicBezTo>
                    <a:cubicBezTo>
                      <a:pt x="147" y="36"/>
                      <a:pt x="12" y="20"/>
                      <a:pt x="1" y="0"/>
                    </a:cubicBezTo>
                  </a:path>
                </a:pathLst>
              </a:custGeom>
              <a:solidFill>
                <a:srgbClr val="CFA667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6" name="AutoShape 256"/>
              <p:cNvSpPr/>
              <p:nvPr/>
            </p:nvSpPr>
            <p:spPr>
              <a:xfrm>
                <a:off x="-1387775" y="9476464"/>
                <a:ext cx="426684" cy="113782"/>
              </a:xfrm>
              <a:custGeom>
                <a:avLst/>
                <a:gdLst/>
                <a:ahLst/>
                <a:cxnLst/>
                <a:rect l="l" t="t" r="r" b="b"/>
                <a:pathLst>
                  <a:path w="332" h="85">
                    <a:moveTo>
                      <a:pt x="222" y="0"/>
                    </a:moveTo>
                    <a:cubicBezTo>
                      <a:pt x="183" y="3"/>
                      <a:pt x="148" y="6"/>
                      <a:pt x="117" y="9"/>
                    </a:cubicBezTo>
                    <a:cubicBezTo>
                      <a:pt x="44" y="17"/>
                      <a:pt x="0" y="28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1"/>
                      <a:pt x="0" y="42"/>
                      <a:pt x="1" y="43"/>
                    </a:cubicBezTo>
                    <a:cubicBezTo>
                      <a:pt x="12" y="63"/>
                      <a:pt x="147" y="79"/>
                      <a:pt x="332" y="85"/>
                    </a:cubicBezTo>
                    <a:cubicBezTo>
                      <a:pt x="330" y="81"/>
                      <a:pt x="329" y="77"/>
                      <a:pt x="327" y="72"/>
                    </a:cubicBezTo>
                    <a:cubicBezTo>
                      <a:pt x="163" y="67"/>
                      <a:pt x="47" y="54"/>
                      <a:pt x="47" y="39"/>
                    </a:cubicBezTo>
                    <a:cubicBezTo>
                      <a:pt x="47" y="27"/>
                      <a:pt x="116" y="16"/>
                      <a:pt x="222" y="10"/>
                    </a:cubicBezTo>
                    <a:cubicBezTo>
                      <a:pt x="222" y="0"/>
                      <a:pt x="222" y="0"/>
                      <a:pt x="222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7" name="AutoShape 257"/>
              <p:cNvSpPr/>
              <p:nvPr/>
            </p:nvSpPr>
            <p:spPr>
              <a:xfrm>
                <a:off x="-1330884" y="9493530"/>
                <a:ext cx="364102" cy="79648"/>
              </a:xfrm>
              <a:custGeom>
                <a:avLst/>
                <a:gdLst/>
                <a:ahLst/>
                <a:cxnLst/>
                <a:rect l="l" t="t" r="r" b="b"/>
                <a:pathLst>
                  <a:path w="280" h="62">
                    <a:moveTo>
                      <a:pt x="175" y="0"/>
                    </a:moveTo>
                    <a:cubicBezTo>
                      <a:pt x="69" y="6"/>
                      <a:pt x="0" y="17"/>
                      <a:pt x="0" y="29"/>
                    </a:cubicBezTo>
                    <a:cubicBezTo>
                      <a:pt x="0" y="44"/>
                      <a:pt x="116" y="57"/>
                      <a:pt x="280" y="62"/>
                    </a:cubicBezTo>
                    <a:cubicBezTo>
                      <a:pt x="277" y="54"/>
                      <a:pt x="274" y="45"/>
                      <a:pt x="270" y="37"/>
                    </a:cubicBezTo>
                    <a:cubicBezTo>
                      <a:pt x="237" y="32"/>
                      <a:pt x="212" y="27"/>
                      <a:pt x="196" y="22"/>
                    </a:cubicBezTo>
                    <a:cubicBezTo>
                      <a:pt x="196" y="22"/>
                      <a:pt x="196" y="22"/>
                      <a:pt x="196" y="22"/>
                    </a:cubicBezTo>
                    <a:cubicBezTo>
                      <a:pt x="196" y="22"/>
                      <a:pt x="196" y="22"/>
                      <a:pt x="196" y="22"/>
                    </a:cubicBezTo>
                    <a:cubicBezTo>
                      <a:pt x="190" y="20"/>
                      <a:pt x="185" y="18"/>
                      <a:pt x="182" y="16"/>
                    </a:cubicBezTo>
                    <a:cubicBezTo>
                      <a:pt x="182" y="16"/>
                      <a:pt x="182" y="16"/>
                      <a:pt x="182" y="16"/>
                    </a:cubicBezTo>
                    <a:cubicBezTo>
                      <a:pt x="182" y="16"/>
                      <a:pt x="182" y="16"/>
                      <a:pt x="182" y="16"/>
                    </a:cubicBezTo>
                    <a:cubicBezTo>
                      <a:pt x="182" y="16"/>
                      <a:pt x="182" y="16"/>
                      <a:pt x="182" y="16"/>
                    </a:cubicBezTo>
                    <a:cubicBezTo>
                      <a:pt x="182" y="16"/>
                      <a:pt x="182" y="16"/>
                      <a:pt x="182" y="16"/>
                    </a:cubicBezTo>
                    <a:cubicBezTo>
                      <a:pt x="177" y="14"/>
                      <a:pt x="175" y="11"/>
                      <a:pt x="175" y="8"/>
                    </a:cubicBezTo>
                    <a:cubicBezTo>
                      <a:pt x="175" y="0"/>
                      <a:pt x="175" y="0"/>
                      <a:pt x="175" y="0"/>
                    </a:cubicBezTo>
                  </a:path>
                </a:pathLst>
              </a:custGeom>
              <a:solidFill>
                <a:srgbClr val="E1AD3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8" name="AutoShape 258"/>
              <p:cNvSpPr/>
              <p:nvPr/>
            </p:nvSpPr>
            <p:spPr>
              <a:xfrm>
                <a:off x="-1097630" y="9510599"/>
                <a:ext cx="22756" cy="11378"/>
              </a:xfrm>
              <a:custGeom>
                <a:avLst/>
                <a:gdLst/>
                <a:ahLst/>
                <a:cxnLst/>
                <a:rect l="l" t="t" r="r" b="b"/>
                <a:pathLst>
                  <a:path w="14" h="6">
                    <a:moveTo>
                      <a:pt x="14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moveTo>
                      <a:pt x="0" y="0"/>
                    </a:moveTo>
                    <a:cubicBezTo>
                      <a:pt x="3" y="2"/>
                      <a:pt x="8" y="4"/>
                      <a:pt x="14" y="6"/>
                    </a:cubicBezTo>
                    <a:cubicBezTo>
                      <a:pt x="8" y="4"/>
                      <a:pt x="3" y="2"/>
                      <a:pt x="0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9" name="AutoShape 259"/>
              <p:cNvSpPr/>
              <p:nvPr/>
            </p:nvSpPr>
            <p:spPr>
              <a:xfrm>
                <a:off x="-1103321" y="9408195"/>
                <a:ext cx="119473" cy="130851"/>
              </a:xfrm>
              <a:custGeom>
                <a:avLst/>
                <a:gdLst/>
                <a:ahLst/>
                <a:cxnLst/>
                <a:rect l="l" t="t" r="r" b="b"/>
                <a:pathLst>
                  <a:path w="95" h="103">
                    <a:moveTo>
                      <a:pt x="0" y="0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7"/>
                      <a:pt x="2" y="80"/>
                      <a:pt x="7" y="82"/>
                    </a:cubicBezTo>
                    <a:cubicBezTo>
                      <a:pt x="7" y="82"/>
                      <a:pt x="7" y="82"/>
                      <a:pt x="7" y="82"/>
                    </a:cubicBezTo>
                    <a:cubicBezTo>
                      <a:pt x="7" y="82"/>
                      <a:pt x="7" y="82"/>
                      <a:pt x="7" y="82"/>
                    </a:cubicBezTo>
                    <a:cubicBezTo>
                      <a:pt x="7" y="82"/>
                      <a:pt x="7" y="82"/>
                      <a:pt x="7" y="82"/>
                    </a:cubicBezTo>
                    <a:cubicBezTo>
                      <a:pt x="7" y="82"/>
                      <a:pt x="7" y="82"/>
                      <a:pt x="7" y="82"/>
                    </a:cubicBezTo>
                    <a:cubicBezTo>
                      <a:pt x="10" y="84"/>
                      <a:pt x="15" y="86"/>
                      <a:pt x="21" y="88"/>
                    </a:cubicBezTo>
                    <a:cubicBezTo>
                      <a:pt x="21" y="88"/>
                      <a:pt x="21" y="88"/>
                      <a:pt x="21" y="88"/>
                    </a:cubicBezTo>
                    <a:cubicBezTo>
                      <a:pt x="21" y="88"/>
                      <a:pt x="21" y="88"/>
                      <a:pt x="21" y="88"/>
                    </a:cubicBezTo>
                    <a:cubicBezTo>
                      <a:pt x="37" y="93"/>
                      <a:pt x="62" y="98"/>
                      <a:pt x="95" y="103"/>
                    </a:cubicBezTo>
                    <a:cubicBezTo>
                      <a:pt x="79" y="66"/>
                      <a:pt x="60" y="33"/>
                      <a:pt x="37" y="1"/>
                    </a:cubicBezTo>
                    <a:cubicBezTo>
                      <a:pt x="24" y="1"/>
                      <a:pt x="12" y="0"/>
                      <a:pt x="0" y="0"/>
                    </a:cubicBezTo>
                  </a:path>
                </a:pathLst>
              </a:custGeom>
              <a:solidFill>
                <a:srgbClr val="CEA05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0" name="AutoShape 260"/>
              <p:cNvSpPr/>
              <p:nvPr/>
            </p:nvSpPr>
            <p:spPr>
              <a:xfrm>
                <a:off x="-1444667" y="9356991"/>
                <a:ext cx="22756" cy="11378"/>
              </a:xfrm>
              <a:custGeom>
                <a:avLst/>
                <a:gdLst/>
                <a:ahLst/>
                <a:cxnLst/>
                <a:rect l="l" t="t" r="r" b="b"/>
                <a:pathLst>
                  <a:path w="20" h="9">
                    <a:moveTo>
                      <a:pt x="0" y="1"/>
                    </a:moveTo>
                    <a:cubicBezTo>
                      <a:pt x="4" y="3"/>
                      <a:pt x="11" y="6"/>
                      <a:pt x="20" y="9"/>
                    </a:cubicBezTo>
                    <a:cubicBezTo>
                      <a:pt x="11" y="6"/>
                      <a:pt x="4" y="3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1" name="AutoShape 261"/>
              <p:cNvSpPr/>
              <p:nvPr/>
            </p:nvSpPr>
            <p:spPr>
              <a:xfrm>
                <a:off x="-1450354" y="9214766"/>
                <a:ext cx="392549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306" h="14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7"/>
                      <a:pt x="1" y="109"/>
                      <a:pt x="4" y="111"/>
                    </a:cubicBezTo>
                    <a:cubicBezTo>
                      <a:pt x="4" y="111"/>
                      <a:pt x="4" y="111"/>
                      <a:pt x="4" y="111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8" y="114"/>
                      <a:pt x="15" y="117"/>
                      <a:pt x="24" y="120"/>
                    </a:cubicBezTo>
                    <a:cubicBezTo>
                      <a:pt x="25" y="120"/>
                      <a:pt x="25" y="120"/>
                      <a:pt x="25" y="120"/>
                    </a:cubicBezTo>
                    <a:cubicBezTo>
                      <a:pt x="43" y="125"/>
                      <a:pt x="70" y="130"/>
                      <a:pt x="104" y="134"/>
                    </a:cubicBezTo>
                    <a:cubicBezTo>
                      <a:pt x="138" y="139"/>
                      <a:pt x="179" y="142"/>
                      <a:pt x="225" y="145"/>
                    </a:cubicBezTo>
                    <a:cubicBezTo>
                      <a:pt x="239" y="146"/>
                      <a:pt x="254" y="147"/>
                      <a:pt x="269" y="148"/>
                    </a:cubicBezTo>
                    <a:cubicBezTo>
                      <a:pt x="281" y="148"/>
                      <a:pt x="293" y="149"/>
                      <a:pt x="306" y="149"/>
                    </a:cubicBezTo>
                    <a:cubicBezTo>
                      <a:pt x="276" y="109"/>
                      <a:pt x="241" y="74"/>
                      <a:pt x="201" y="44"/>
                    </a:cubicBezTo>
                    <a:cubicBezTo>
                      <a:pt x="79" y="35"/>
                      <a:pt x="0" y="21"/>
                      <a:pt x="0" y="5"/>
                    </a:cubicBezTo>
                    <a:cubicBezTo>
                      <a:pt x="0" y="4"/>
                      <a:pt x="0" y="4"/>
                      <a:pt x="1" y="3"/>
                    </a:cubicBez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CEA05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2" name="AutoShape 262"/>
              <p:cNvSpPr/>
              <p:nvPr/>
            </p:nvSpPr>
            <p:spPr>
              <a:xfrm>
                <a:off x="-1450354" y="9220453"/>
                <a:ext cx="256010" cy="51204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1">
                    <a:moveTo>
                      <a:pt x="1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18"/>
                      <a:pt x="79" y="32"/>
                      <a:pt x="201" y="41"/>
                    </a:cubicBezTo>
                    <a:cubicBezTo>
                      <a:pt x="198" y="39"/>
                      <a:pt x="195" y="37"/>
                      <a:pt x="193" y="35"/>
                    </a:cubicBezTo>
                    <a:cubicBezTo>
                      <a:pt x="83" y="27"/>
                      <a:pt x="9" y="14"/>
                      <a:pt x="1" y="0"/>
                    </a:cubicBezTo>
                  </a:path>
                </a:pathLst>
              </a:custGeom>
              <a:solidFill>
                <a:srgbClr val="CFA667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3" name="AutoShape 263"/>
              <p:cNvSpPr/>
              <p:nvPr/>
            </p:nvSpPr>
            <p:spPr>
              <a:xfrm>
                <a:off x="-1450354" y="9180631"/>
                <a:ext cx="250320" cy="85338"/>
              </a:xfrm>
              <a:custGeom>
                <a:avLst/>
                <a:gdLst/>
                <a:ahLst/>
                <a:cxnLst/>
                <a:rect l="l" t="t" r="r" b="b"/>
                <a:pathLst>
                  <a:path w="193" h="64">
                    <a:moveTo>
                      <a:pt x="101" y="11"/>
                    </a:moveTo>
                    <a:cubicBezTo>
                      <a:pt x="89" y="13"/>
                      <a:pt x="79" y="15"/>
                      <a:pt x="72" y="17"/>
                    </a:cubicBezTo>
                    <a:cubicBezTo>
                      <a:pt x="63" y="19"/>
                      <a:pt x="57" y="21"/>
                      <a:pt x="54" y="23"/>
                    </a:cubicBezTo>
                    <a:cubicBezTo>
                      <a:pt x="52" y="23"/>
                      <a:pt x="51" y="24"/>
                      <a:pt x="51" y="24"/>
                    </a:cubicBezTo>
                    <a:cubicBezTo>
                      <a:pt x="51" y="25"/>
                      <a:pt x="51" y="25"/>
                      <a:pt x="52" y="25"/>
                    </a:cubicBezTo>
                    <a:cubicBezTo>
                      <a:pt x="53" y="26"/>
                      <a:pt x="55" y="27"/>
                      <a:pt x="57" y="28"/>
                    </a:cubicBezTo>
                    <a:cubicBezTo>
                      <a:pt x="63" y="30"/>
                      <a:pt x="71" y="32"/>
                      <a:pt x="82" y="35"/>
                    </a:cubicBezTo>
                    <a:cubicBezTo>
                      <a:pt x="102" y="38"/>
                      <a:pt x="130" y="42"/>
                      <a:pt x="164" y="45"/>
                    </a:cubicBezTo>
                    <a:cubicBezTo>
                      <a:pt x="144" y="32"/>
                      <a:pt x="123" y="21"/>
                      <a:pt x="101" y="11"/>
                    </a:cubicBezTo>
                    <a:moveTo>
                      <a:pt x="75" y="0"/>
                    </a:moveTo>
                    <a:cubicBezTo>
                      <a:pt x="27" y="8"/>
                      <a:pt x="0" y="16"/>
                      <a:pt x="0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7"/>
                      <a:pt x="0" y="28"/>
                      <a:pt x="1" y="29"/>
                    </a:cubicBezTo>
                    <a:cubicBezTo>
                      <a:pt x="9" y="43"/>
                      <a:pt x="83" y="56"/>
                      <a:pt x="193" y="64"/>
                    </a:cubicBezTo>
                    <a:cubicBezTo>
                      <a:pt x="188" y="60"/>
                      <a:pt x="183" y="57"/>
                      <a:pt x="179" y="54"/>
                    </a:cubicBezTo>
                    <a:cubicBezTo>
                      <a:pt x="130" y="50"/>
                      <a:pt x="93" y="45"/>
                      <a:pt x="70" y="40"/>
                    </a:cubicBezTo>
                    <a:cubicBezTo>
                      <a:pt x="61" y="38"/>
                      <a:pt x="54" y="36"/>
                      <a:pt x="50" y="33"/>
                    </a:cubicBezTo>
                    <a:cubicBezTo>
                      <a:pt x="47" y="32"/>
                      <a:pt x="45" y="31"/>
                      <a:pt x="44" y="28"/>
                    </a:cubicBezTo>
                    <a:cubicBezTo>
                      <a:pt x="43" y="27"/>
                      <a:pt x="43" y="26"/>
                      <a:pt x="43" y="24"/>
                    </a:cubicBezTo>
                    <a:cubicBezTo>
                      <a:pt x="43" y="23"/>
                      <a:pt x="43" y="22"/>
                      <a:pt x="44" y="20"/>
                    </a:cubicBezTo>
                    <a:cubicBezTo>
                      <a:pt x="45" y="19"/>
                      <a:pt x="46" y="18"/>
                      <a:pt x="47" y="18"/>
                    </a:cubicBezTo>
                    <a:cubicBezTo>
                      <a:pt x="49" y="16"/>
                      <a:pt x="51" y="15"/>
                      <a:pt x="54" y="13"/>
                    </a:cubicBezTo>
                    <a:cubicBezTo>
                      <a:pt x="61" y="11"/>
                      <a:pt x="70" y="9"/>
                      <a:pt x="81" y="6"/>
                    </a:cubicBezTo>
                    <a:cubicBezTo>
                      <a:pt x="83" y="6"/>
                      <a:pt x="85" y="6"/>
                      <a:pt x="87" y="5"/>
                    </a:cubicBezTo>
                    <a:cubicBezTo>
                      <a:pt x="83" y="4"/>
                      <a:pt x="79" y="2"/>
                      <a:pt x="75" y="0"/>
                    </a:cubicBezTo>
                  </a:path>
                </a:pathLst>
              </a:custGeom>
              <a:solidFill>
                <a:srgbClr val="E1AD3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4" name="AutoShape 264"/>
              <p:cNvSpPr/>
              <p:nvPr/>
            </p:nvSpPr>
            <p:spPr>
              <a:xfrm>
                <a:off x="-1393463" y="9186319"/>
                <a:ext cx="170672" cy="68269"/>
              </a:xfrm>
              <a:custGeom>
                <a:avLst/>
                <a:gdLst/>
                <a:ahLst/>
                <a:cxnLst/>
                <a:rect l="l" t="t" r="r" b="b"/>
                <a:pathLst>
                  <a:path w="136" h="49">
                    <a:moveTo>
                      <a:pt x="44" y="0"/>
                    </a:moveTo>
                    <a:cubicBezTo>
                      <a:pt x="42" y="1"/>
                      <a:pt x="40" y="1"/>
                      <a:pt x="38" y="1"/>
                    </a:cubicBezTo>
                    <a:cubicBezTo>
                      <a:pt x="27" y="4"/>
                      <a:pt x="18" y="6"/>
                      <a:pt x="11" y="8"/>
                    </a:cubicBezTo>
                    <a:cubicBezTo>
                      <a:pt x="8" y="10"/>
                      <a:pt x="6" y="11"/>
                      <a:pt x="4" y="13"/>
                    </a:cubicBezTo>
                    <a:cubicBezTo>
                      <a:pt x="3" y="13"/>
                      <a:pt x="2" y="14"/>
                      <a:pt x="1" y="15"/>
                    </a:cubicBezTo>
                    <a:cubicBezTo>
                      <a:pt x="0" y="17"/>
                      <a:pt x="0" y="18"/>
                      <a:pt x="0" y="19"/>
                    </a:cubicBezTo>
                    <a:cubicBezTo>
                      <a:pt x="0" y="21"/>
                      <a:pt x="0" y="22"/>
                      <a:pt x="1" y="23"/>
                    </a:cubicBezTo>
                    <a:cubicBezTo>
                      <a:pt x="2" y="26"/>
                      <a:pt x="4" y="27"/>
                      <a:pt x="7" y="28"/>
                    </a:cubicBezTo>
                    <a:cubicBezTo>
                      <a:pt x="11" y="31"/>
                      <a:pt x="18" y="33"/>
                      <a:pt x="27" y="35"/>
                    </a:cubicBezTo>
                    <a:cubicBezTo>
                      <a:pt x="50" y="40"/>
                      <a:pt x="87" y="45"/>
                      <a:pt x="136" y="49"/>
                    </a:cubicBezTo>
                    <a:cubicBezTo>
                      <a:pt x="131" y="46"/>
                      <a:pt x="126" y="43"/>
                      <a:pt x="121" y="40"/>
                    </a:cubicBezTo>
                    <a:cubicBezTo>
                      <a:pt x="87" y="37"/>
                      <a:pt x="59" y="33"/>
                      <a:pt x="39" y="30"/>
                    </a:cubicBezTo>
                    <a:cubicBezTo>
                      <a:pt x="28" y="27"/>
                      <a:pt x="20" y="25"/>
                      <a:pt x="14" y="23"/>
                    </a:cubicBezTo>
                    <a:cubicBezTo>
                      <a:pt x="12" y="22"/>
                      <a:pt x="10" y="21"/>
                      <a:pt x="9" y="20"/>
                    </a:cubicBezTo>
                    <a:cubicBezTo>
                      <a:pt x="8" y="20"/>
                      <a:pt x="8" y="20"/>
                      <a:pt x="8" y="19"/>
                    </a:cubicBezTo>
                    <a:cubicBezTo>
                      <a:pt x="8" y="19"/>
                      <a:pt x="9" y="18"/>
                      <a:pt x="11" y="18"/>
                    </a:cubicBezTo>
                    <a:cubicBezTo>
                      <a:pt x="14" y="16"/>
                      <a:pt x="20" y="14"/>
                      <a:pt x="29" y="12"/>
                    </a:cubicBezTo>
                    <a:cubicBezTo>
                      <a:pt x="36" y="10"/>
                      <a:pt x="46" y="8"/>
                      <a:pt x="58" y="6"/>
                    </a:cubicBezTo>
                    <a:cubicBezTo>
                      <a:pt x="53" y="4"/>
                      <a:pt x="49" y="2"/>
                      <a:pt x="44" y="0"/>
                    </a:cubicBezTo>
                  </a:path>
                </a:pathLst>
              </a:custGeom>
              <a:solidFill>
                <a:srgbClr val="E3C28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5" name="AutoShape 265"/>
              <p:cNvSpPr/>
              <p:nvPr/>
            </p:nvSpPr>
            <p:spPr>
              <a:xfrm>
                <a:off x="-2269582" y="9140806"/>
                <a:ext cx="1319869" cy="1314182"/>
              </a:xfrm>
              <a:prstGeom prst="ellipse">
                <a:avLst/>
              </a:prstGeom>
              <a:solidFill>
                <a:srgbClr val="E2AF5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6" name="AutoShape 266"/>
              <p:cNvSpPr/>
              <p:nvPr/>
            </p:nvSpPr>
            <p:spPr>
              <a:xfrm>
                <a:off x="-2332164" y="9157875"/>
                <a:ext cx="1319869" cy="1314182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7" name="AutoShape 267"/>
              <p:cNvSpPr/>
              <p:nvPr/>
            </p:nvSpPr>
            <p:spPr>
              <a:xfrm>
                <a:off x="-2292338" y="9192009"/>
                <a:ext cx="1245912" cy="125160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970">
                    <a:moveTo>
                      <a:pt x="485" y="0"/>
                    </a:moveTo>
                    <a:cubicBezTo>
                      <a:pt x="217" y="0"/>
                      <a:pt x="0" y="217"/>
                      <a:pt x="0" y="485"/>
                    </a:cubicBezTo>
                    <a:cubicBezTo>
                      <a:pt x="0" y="753"/>
                      <a:pt x="217" y="970"/>
                      <a:pt x="485" y="970"/>
                    </a:cubicBezTo>
                    <a:cubicBezTo>
                      <a:pt x="753" y="970"/>
                      <a:pt x="970" y="753"/>
                      <a:pt x="970" y="485"/>
                    </a:cubicBezTo>
                    <a:cubicBezTo>
                      <a:pt x="970" y="217"/>
                      <a:pt x="753" y="0"/>
                      <a:pt x="485" y="0"/>
                    </a:cubicBezTo>
                    <a:close/>
                    <a:moveTo>
                      <a:pt x="485" y="952"/>
                    </a:moveTo>
                    <a:cubicBezTo>
                      <a:pt x="227" y="952"/>
                      <a:pt x="17" y="743"/>
                      <a:pt x="17" y="485"/>
                    </a:cubicBezTo>
                    <a:cubicBezTo>
                      <a:pt x="17" y="227"/>
                      <a:pt x="227" y="18"/>
                      <a:pt x="485" y="18"/>
                    </a:cubicBezTo>
                    <a:cubicBezTo>
                      <a:pt x="743" y="18"/>
                      <a:pt x="952" y="227"/>
                      <a:pt x="952" y="485"/>
                    </a:cubicBezTo>
                    <a:cubicBezTo>
                      <a:pt x="952" y="743"/>
                      <a:pt x="743" y="952"/>
                      <a:pt x="485" y="952"/>
                    </a:cubicBezTo>
                    <a:close/>
                  </a:path>
                </a:pathLst>
              </a:custGeom>
              <a:solidFill>
                <a:srgbClr val="FDEE99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8" name="AutoShape 268"/>
              <p:cNvSpPr/>
              <p:nvPr/>
            </p:nvSpPr>
            <p:spPr>
              <a:xfrm>
                <a:off x="-2121667" y="9368370"/>
                <a:ext cx="898876" cy="898876"/>
              </a:xfrm>
              <a:prstGeom prst="ellipse">
                <a:avLst/>
              </a:prstGeom>
              <a:solidFill>
                <a:srgbClr val="E2AF5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9" name="AutoShape 269"/>
              <p:cNvSpPr/>
              <p:nvPr/>
            </p:nvSpPr>
            <p:spPr>
              <a:xfrm>
                <a:off x="-2076154" y="9396817"/>
                <a:ext cx="847676" cy="841985"/>
              </a:xfrm>
              <a:prstGeom prst="ellipse">
                <a:avLst/>
              </a:prstGeom>
              <a:solidFill>
                <a:srgbClr val="FDEE99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70" name="AutoShape 270"/>
              <p:cNvSpPr/>
              <p:nvPr/>
            </p:nvSpPr>
            <p:spPr>
              <a:xfrm>
                <a:off x="-1848591" y="9504908"/>
                <a:ext cx="369793" cy="6258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486">
                    <a:moveTo>
                      <a:pt x="110" y="414"/>
                    </a:moveTo>
                    <a:cubicBezTo>
                      <a:pt x="72" y="411"/>
                      <a:pt x="35" y="400"/>
                      <a:pt x="0" y="383"/>
                    </a:cubicBezTo>
                    <a:cubicBezTo>
                      <a:pt x="4" y="296"/>
                      <a:pt x="4" y="296"/>
                      <a:pt x="4" y="296"/>
                    </a:cubicBezTo>
                    <a:cubicBezTo>
                      <a:pt x="24" y="307"/>
                      <a:pt x="46" y="317"/>
                      <a:pt x="69" y="325"/>
                    </a:cubicBezTo>
                    <a:cubicBezTo>
                      <a:pt x="93" y="333"/>
                      <a:pt x="114" y="337"/>
                      <a:pt x="132" y="338"/>
                    </a:cubicBezTo>
                    <a:cubicBezTo>
                      <a:pt x="147" y="339"/>
                      <a:pt x="158" y="337"/>
                      <a:pt x="165" y="334"/>
                    </a:cubicBezTo>
                    <a:cubicBezTo>
                      <a:pt x="172" y="331"/>
                      <a:pt x="176" y="325"/>
                      <a:pt x="176" y="317"/>
                    </a:cubicBezTo>
                    <a:cubicBezTo>
                      <a:pt x="176" y="311"/>
                      <a:pt x="174" y="306"/>
                      <a:pt x="169" y="301"/>
                    </a:cubicBezTo>
                    <a:cubicBezTo>
                      <a:pt x="165" y="297"/>
                      <a:pt x="156" y="292"/>
                      <a:pt x="145" y="287"/>
                    </a:cubicBezTo>
                    <a:cubicBezTo>
                      <a:pt x="133" y="281"/>
                      <a:pt x="118" y="274"/>
                      <a:pt x="98" y="266"/>
                    </a:cubicBezTo>
                    <a:cubicBezTo>
                      <a:pt x="77" y="257"/>
                      <a:pt x="59" y="247"/>
                      <a:pt x="46" y="236"/>
                    </a:cubicBezTo>
                    <a:cubicBezTo>
                      <a:pt x="32" y="225"/>
                      <a:pt x="23" y="213"/>
                      <a:pt x="17" y="200"/>
                    </a:cubicBezTo>
                    <a:cubicBezTo>
                      <a:pt x="12" y="187"/>
                      <a:pt x="9" y="171"/>
                      <a:pt x="10" y="152"/>
                    </a:cubicBezTo>
                    <a:cubicBezTo>
                      <a:pt x="11" y="123"/>
                      <a:pt x="22" y="101"/>
                      <a:pt x="41" y="85"/>
                    </a:cubicBezTo>
                    <a:cubicBezTo>
                      <a:pt x="61" y="70"/>
                      <a:pt x="89" y="61"/>
                      <a:pt x="126" y="59"/>
                    </a:cubicBezTo>
                    <a:cubicBezTo>
                      <a:pt x="129" y="0"/>
                      <a:pt x="129" y="0"/>
                      <a:pt x="129" y="0"/>
                    </a:cubicBezTo>
                    <a:cubicBezTo>
                      <a:pt x="183" y="3"/>
                      <a:pt x="183" y="3"/>
                      <a:pt x="183" y="3"/>
                    </a:cubicBezTo>
                    <a:cubicBezTo>
                      <a:pt x="181" y="61"/>
                      <a:pt x="181" y="61"/>
                      <a:pt x="181" y="61"/>
                    </a:cubicBezTo>
                    <a:cubicBezTo>
                      <a:pt x="216" y="64"/>
                      <a:pt x="251" y="74"/>
                      <a:pt x="285" y="91"/>
                    </a:cubicBezTo>
                    <a:cubicBezTo>
                      <a:pt x="251" y="165"/>
                      <a:pt x="251" y="165"/>
                      <a:pt x="251" y="165"/>
                    </a:cubicBezTo>
                    <a:cubicBezTo>
                      <a:pt x="215" y="147"/>
                      <a:pt x="182" y="137"/>
                      <a:pt x="152" y="136"/>
                    </a:cubicBezTo>
                    <a:cubicBezTo>
                      <a:pt x="138" y="135"/>
                      <a:pt x="128" y="136"/>
                      <a:pt x="123" y="140"/>
                    </a:cubicBezTo>
                    <a:cubicBezTo>
                      <a:pt x="117" y="143"/>
                      <a:pt x="114" y="148"/>
                      <a:pt x="113" y="154"/>
                    </a:cubicBezTo>
                    <a:cubicBezTo>
                      <a:pt x="113" y="160"/>
                      <a:pt x="115" y="165"/>
                      <a:pt x="119" y="169"/>
                    </a:cubicBezTo>
                    <a:cubicBezTo>
                      <a:pt x="123" y="173"/>
                      <a:pt x="130" y="177"/>
                      <a:pt x="140" y="183"/>
                    </a:cubicBezTo>
                    <a:cubicBezTo>
                      <a:pt x="150" y="188"/>
                      <a:pt x="164" y="194"/>
                      <a:pt x="181" y="201"/>
                    </a:cubicBezTo>
                    <a:cubicBezTo>
                      <a:pt x="218" y="215"/>
                      <a:pt x="243" y="231"/>
                      <a:pt x="258" y="249"/>
                    </a:cubicBezTo>
                    <a:cubicBezTo>
                      <a:pt x="274" y="266"/>
                      <a:pt x="281" y="288"/>
                      <a:pt x="280" y="314"/>
                    </a:cubicBezTo>
                    <a:cubicBezTo>
                      <a:pt x="278" y="343"/>
                      <a:pt x="268" y="367"/>
                      <a:pt x="248" y="385"/>
                    </a:cubicBezTo>
                    <a:cubicBezTo>
                      <a:pt x="229" y="402"/>
                      <a:pt x="201" y="412"/>
                      <a:pt x="165" y="415"/>
                    </a:cubicBezTo>
                    <a:cubicBezTo>
                      <a:pt x="162" y="486"/>
                      <a:pt x="162" y="486"/>
                      <a:pt x="162" y="486"/>
                    </a:cubicBezTo>
                    <a:cubicBezTo>
                      <a:pt x="107" y="483"/>
                      <a:pt x="107" y="483"/>
                      <a:pt x="107" y="483"/>
                    </a:cubicBezTo>
                    <a:lnTo>
                      <a:pt x="110" y="414"/>
                    </a:lnTo>
                    <a:close/>
                  </a:path>
                </a:pathLst>
              </a:cu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>
          <a:gsLst>
            <a:gs pos="0">
              <a:srgbClr val="2F6FFD">
                <a:alpha val="100000"/>
              </a:srgbClr>
            </a:gs>
            <a:gs pos="100000">
              <a:srgbClr val="2F6FFD">
                <a:alpha val="100000"/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0" y="1130979"/>
            <a:ext cx="8423276" cy="5727021"/>
          </a:xfrm>
          <a:custGeom>
            <a:avLst/>
            <a:gdLst/>
            <a:ahLst/>
            <a:cxnLst/>
            <a:rect l="l" t="t" r="r" b="b"/>
            <a:pathLst>
              <a:path w="8423276" h="5727021">
                <a:moveTo>
                  <a:pt x="4838700" y="0"/>
                </a:moveTo>
                <a:cubicBezTo>
                  <a:pt x="6258381" y="0"/>
                  <a:pt x="7535260" y="611405"/>
                  <a:pt x="8420393" y="1585268"/>
                </a:cubicBezTo>
                <a:lnTo>
                  <a:pt x="8423276" y="1588596"/>
                </a:lnTo>
                <a:lnTo>
                  <a:pt x="8423276" y="5727021"/>
                </a:lnTo>
                <a:lnTo>
                  <a:pt x="82797" y="5727021"/>
                </a:lnTo>
                <a:lnTo>
                  <a:pt x="55753" y="5575586"/>
                </a:lnTo>
                <a:cubicBezTo>
                  <a:pt x="19041" y="5335317"/>
                  <a:pt x="0" y="5089232"/>
                  <a:pt x="0" y="4838700"/>
                </a:cubicBezTo>
                <a:cubicBezTo>
                  <a:pt x="0" y="2166360"/>
                  <a:pt x="2166360" y="0"/>
                  <a:pt x="4838700" y="0"/>
                </a:cubicBezTo>
                <a:close/>
              </a:path>
            </a:pathLst>
          </a:custGeom>
          <a:gradFill>
            <a:gsLst>
              <a:gs pos="0">
                <a:srgbClr val="1AC9FF">
                  <a:alpha val="43137"/>
                </a:srgbClr>
              </a:gs>
              <a:gs pos="100000">
                <a:srgbClr val="1AC9FF">
                  <a:alpha val="0"/>
                </a:srgbClr>
              </a:gs>
            </a:gsLst>
            <a:lin ang="2700000"/>
          </a:gra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1">
            <a:off x="0" y="0"/>
            <a:ext cx="12192000" cy="6459794"/>
          </a:xfrm>
          <a:custGeom>
            <a:avLst/>
            <a:gdLst/>
            <a:ahLst/>
            <a:cxnLst/>
            <a:rect l="l" t="t" r="r" b="b"/>
            <a:pathLst>
              <a:path w="6362699" h="6858000">
                <a:moveTo>
                  <a:pt x="0" y="0"/>
                </a:moveTo>
                <a:lnTo>
                  <a:pt x="6362699" y="0"/>
                </a:lnTo>
                <a:lnTo>
                  <a:pt x="6362699" y="6858000"/>
                </a:lnTo>
                <a:lnTo>
                  <a:pt x="0" y="6858000"/>
                </a:lnTo>
                <a:close/>
              </a:path>
            </a:pathLst>
          </a:custGeom>
          <a:blipFill rotWithShape="1">
            <a:blip r:embed="rId2">
              <a:alphaModFix amt="12941"/>
              <a:alphaModFix amt="12941"/>
            </a:blip>
            <a:stretch>
              <a:fillRect l="-11660" t="-41838" r="-11660" b="-74268"/>
            </a:stretch>
          </a:blipFill>
          <a:ln>
            <a:prstDash val="solid"/>
            <a:headEnd type="none"/>
            <a:tailEnd type="none"/>
          </a:ln>
        </p:spPr>
      </p:sp>
      <p:grpSp>
        <p:nvGrpSpPr>
          <p:cNvPr id="4" name="Group 4"/>
          <p:cNvGrpSpPr/>
          <p:nvPr/>
        </p:nvGrpSpPr>
        <p:grpSpPr>
          <a:xfrm rot="0">
            <a:off x="660400" y="619345"/>
            <a:ext cx="1241478" cy="409355"/>
            <a:chOff x="6096000" y="5551476"/>
            <a:chExt cx="1241478" cy="409355"/>
          </a:xfrm>
        </p:grpSpPr>
        <p:sp>
          <p:nvSpPr>
            <p:cNvPr id="5" name="AutoShape 5"/>
            <p:cNvSpPr/>
            <p:nvPr/>
          </p:nvSpPr>
          <p:spPr>
            <a:xfrm>
              <a:off x="7039777" y="5551476"/>
              <a:ext cx="297701" cy="409354"/>
            </a:xfrm>
            <a:custGeom>
              <a:avLst/>
              <a:gdLst/>
              <a:ahLst/>
              <a:cxnLst/>
              <a:rect l="l" t="t" r="r" b="b"/>
              <a:pathLst>
                <a:path w="297701" h="409353">
                  <a:moveTo>
                    <a:pt x="58004" y="339"/>
                  </a:moveTo>
                  <a:cubicBezTo>
                    <a:pt x="74447" y="-1346"/>
                    <a:pt x="91531" y="3242"/>
                    <a:pt x="105362" y="14502"/>
                  </a:cubicBezTo>
                  <a:lnTo>
                    <a:pt x="274147" y="151914"/>
                  </a:lnTo>
                  <a:cubicBezTo>
                    <a:pt x="287978" y="163174"/>
                    <a:pt x="295936" y="178974"/>
                    <a:pt x="297620" y="195416"/>
                  </a:cubicBezTo>
                  <a:lnTo>
                    <a:pt x="297658" y="201322"/>
                  </a:lnTo>
                  <a:lnTo>
                    <a:pt x="297701" y="201548"/>
                  </a:lnTo>
                  <a:lnTo>
                    <a:pt x="297681" y="204678"/>
                  </a:lnTo>
                  <a:lnTo>
                    <a:pt x="297701" y="207807"/>
                  </a:lnTo>
                  <a:lnTo>
                    <a:pt x="297658" y="208033"/>
                  </a:lnTo>
                  <a:lnTo>
                    <a:pt x="297619" y="213940"/>
                  </a:lnTo>
                  <a:cubicBezTo>
                    <a:pt x="295935" y="230382"/>
                    <a:pt x="287978" y="246182"/>
                    <a:pt x="274147" y="257442"/>
                  </a:cubicBezTo>
                  <a:lnTo>
                    <a:pt x="105363" y="394854"/>
                  </a:lnTo>
                  <a:cubicBezTo>
                    <a:pt x="77701" y="417373"/>
                    <a:pt x="37022" y="413205"/>
                    <a:pt x="14502" y="385543"/>
                  </a:cubicBezTo>
                  <a:cubicBezTo>
                    <a:pt x="-8017" y="357883"/>
                    <a:pt x="-3850" y="317203"/>
                    <a:pt x="23812" y="294684"/>
                  </a:cubicBezTo>
                  <a:lnTo>
                    <a:pt x="134367" y="204678"/>
                  </a:lnTo>
                  <a:lnTo>
                    <a:pt x="23812" y="114673"/>
                  </a:lnTo>
                  <a:cubicBezTo>
                    <a:pt x="-3849" y="92153"/>
                    <a:pt x="-8018" y="51472"/>
                    <a:pt x="14502" y="23811"/>
                  </a:cubicBezTo>
                  <a:cubicBezTo>
                    <a:pt x="25762" y="9981"/>
                    <a:pt x="41562" y="2024"/>
                    <a:pt x="58004" y="339"/>
                  </a:cubicBezTo>
                  <a:close/>
                </a:path>
              </a:pathLst>
            </a:custGeom>
            <a:ln w="12700">
              <a:solidFill>
                <a:srgbClr val="1AC9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6096000" y="5551477"/>
              <a:ext cx="297700" cy="409354"/>
            </a:xfrm>
            <a:custGeom>
              <a:avLst/>
              <a:gdLst/>
              <a:ahLst/>
              <a:cxnLst/>
              <a:rect l="l" t="t" r="r" b="b"/>
              <a:pathLst>
                <a:path w="297700" h="409353">
                  <a:moveTo>
                    <a:pt x="58003" y="339"/>
                  </a:moveTo>
                  <a:cubicBezTo>
                    <a:pt x="74446" y="-1346"/>
                    <a:pt x="91531" y="3242"/>
                    <a:pt x="105361" y="14502"/>
                  </a:cubicBezTo>
                  <a:lnTo>
                    <a:pt x="274146" y="151914"/>
                  </a:lnTo>
                  <a:cubicBezTo>
                    <a:pt x="287977" y="163174"/>
                    <a:pt x="295934" y="178974"/>
                    <a:pt x="297619" y="195416"/>
                  </a:cubicBezTo>
                  <a:lnTo>
                    <a:pt x="297658" y="201323"/>
                  </a:lnTo>
                  <a:lnTo>
                    <a:pt x="297700" y="201548"/>
                  </a:lnTo>
                  <a:lnTo>
                    <a:pt x="297680" y="204678"/>
                  </a:lnTo>
                  <a:lnTo>
                    <a:pt x="297700" y="207808"/>
                  </a:lnTo>
                  <a:lnTo>
                    <a:pt x="297658" y="208033"/>
                  </a:lnTo>
                  <a:lnTo>
                    <a:pt x="297619" y="213940"/>
                  </a:lnTo>
                  <a:cubicBezTo>
                    <a:pt x="295934" y="230382"/>
                    <a:pt x="287977" y="246182"/>
                    <a:pt x="274146" y="257442"/>
                  </a:cubicBezTo>
                  <a:lnTo>
                    <a:pt x="105362" y="394854"/>
                  </a:lnTo>
                  <a:cubicBezTo>
                    <a:pt x="77701" y="417373"/>
                    <a:pt x="37021" y="413205"/>
                    <a:pt x="14501" y="385544"/>
                  </a:cubicBezTo>
                  <a:cubicBezTo>
                    <a:pt x="-8018" y="357883"/>
                    <a:pt x="-3850" y="317203"/>
                    <a:pt x="23811" y="294683"/>
                  </a:cubicBezTo>
                  <a:lnTo>
                    <a:pt x="134366" y="204678"/>
                  </a:lnTo>
                  <a:lnTo>
                    <a:pt x="23811" y="114672"/>
                  </a:lnTo>
                  <a:cubicBezTo>
                    <a:pt x="-3850" y="92152"/>
                    <a:pt x="-8018" y="51472"/>
                    <a:pt x="14501" y="23811"/>
                  </a:cubicBezTo>
                  <a:cubicBezTo>
                    <a:pt x="25761" y="9981"/>
                    <a:pt x="41561" y="2024"/>
                    <a:pt x="58003" y="339"/>
                  </a:cubicBezTo>
                  <a:close/>
                </a:path>
              </a:pathLst>
            </a:custGeom>
            <a:solidFill>
              <a:srgbClr val="1AC9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6567888" y="5551477"/>
              <a:ext cx="297701" cy="409354"/>
            </a:xfrm>
            <a:custGeom>
              <a:avLst/>
              <a:gdLst/>
              <a:ahLst/>
              <a:cxnLst/>
              <a:rect l="l" t="t" r="r" b="b"/>
              <a:pathLst>
                <a:path w="297701" h="409353">
                  <a:moveTo>
                    <a:pt x="58004" y="339"/>
                  </a:moveTo>
                  <a:cubicBezTo>
                    <a:pt x="74447" y="-1346"/>
                    <a:pt x="91532" y="3242"/>
                    <a:pt x="105362" y="14502"/>
                  </a:cubicBezTo>
                  <a:lnTo>
                    <a:pt x="274147" y="151914"/>
                  </a:lnTo>
                  <a:cubicBezTo>
                    <a:pt x="287978" y="163174"/>
                    <a:pt x="295936" y="178974"/>
                    <a:pt x="297620" y="195416"/>
                  </a:cubicBezTo>
                  <a:lnTo>
                    <a:pt x="297658" y="201322"/>
                  </a:lnTo>
                  <a:lnTo>
                    <a:pt x="297701" y="201548"/>
                  </a:lnTo>
                  <a:lnTo>
                    <a:pt x="297681" y="204678"/>
                  </a:lnTo>
                  <a:lnTo>
                    <a:pt x="297701" y="207807"/>
                  </a:lnTo>
                  <a:lnTo>
                    <a:pt x="297658" y="208033"/>
                  </a:lnTo>
                  <a:lnTo>
                    <a:pt x="297619" y="213940"/>
                  </a:lnTo>
                  <a:cubicBezTo>
                    <a:pt x="295935" y="230382"/>
                    <a:pt x="287978" y="246182"/>
                    <a:pt x="274147" y="257442"/>
                  </a:cubicBezTo>
                  <a:lnTo>
                    <a:pt x="105363" y="394854"/>
                  </a:lnTo>
                  <a:cubicBezTo>
                    <a:pt x="77702" y="417373"/>
                    <a:pt x="37022" y="413205"/>
                    <a:pt x="14502" y="385543"/>
                  </a:cubicBezTo>
                  <a:cubicBezTo>
                    <a:pt x="-8017" y="357883"/>
                    <a:pt x="-3850" y="317203"/>
                    <a:pt x="23812" y="294684"/>
                  </a:cubicBezTo>
                  <a:lnTo>
                    <a:pt x="134367" y="204678"/>
                  </a:lnTo>
                  <a:lnTo>
                    <a:pt x="23812" y="114673"/>
                  </a:lnTo>
                  <a:cubicBezTo>
                    <a:pt x="-3849" y="92153"/>
                    <a:pt x="-8018" y="51472"/>
                    <a:pt x="14502" y="23811"/>
                  </a:cubicBezTo>
                  <a:cubicBezTo>
                    <a:pt x="25762" y="9981"/>
                    <a:pt x="41562" y="2024"/>
                    <a:pt x="58004" y="339"/>
                  </a:cubicBezTo>
                  <a:close/>
                </a:path>
              </a:pathLst>
            </a:custGeom>
            <a:ln w="12700">
              <a:solidFill>
                <a:srgbClr val="1AC9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sp>
        <p:nvSpPr>
          <p:cNvPr id="8" name="AutoShape 8"/>
          <p:cNvSpPr/>
          <p:nvPr/>
        </p:nvSpPr>
        <p:spPr>
          <a:xfrm flipH="1">
            <a:off x="609600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6362699" h="6858000">
                <a:moveTo>
                  <a:pt x="0" y="0"/>
                </a:moveTo>
                <a:lnTo>
                  <a:pt x="6362699" y="0"/>
                </a:lnTo>
                <a:lnTo>
                  <a:pt x="6362699" y="6858000"/>
                </a:lnTo>
                <a:lnTo>
                  <a:pt x="0" y="6858000"/>
                </a:lnTo>
                <a:close/>
              </a:path>
            </a:pathLst>
          </a:custGeom>
          <a:blipFill rotWithShape="1">
            <a:blip r:embed="rId3">
              <a:alphaModFix amt="100000"/>
              <a:alphaModFix amt="100000"/>
            </a:blip>
            <a:stretch>
              <a:fillRect l="-53688" t="-22022" r="-33654" b="-42922"/>
            </a:stretch>
          </a:blipFill>
          <a:ln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1">
            <a:off x="6896100" y="1560828"/>
            <a:ext cx="5295900" cy="5297172"/>
          </a:xfrm>
          <a:custGeom>
            <a:avLst/>
            <a:gdLst/>
            <a:ahLst/>
            <a:cxnLst/>
            <a:rect l="l" t="t" r="r" b="b"/>
            <a:pathLst>
              <a:path w="3314700" h="3315496">
                <a:moveTo>
                  <a:pt x="621504" y="0"/>
                </a:moveTo>
                <a:cubicBezTo>
                  <a:pt x="2108915" y="0"/>
                  <a:pt x="3314700" y="1205785"/>
                  <a:pt x="3314700" y="2693196"/>
                </a:cubicBezTo>
                <a:cubicBezTo>
                  <a:pt x="3314700" y="2879123"/>
                  <a:pt x="3295860" y="3060649"/>
                  <a:pt x="3259984" y="3235969"/>
                </a:cubicBezTo>
                <a:lnTo>
                  <a:pt x="3239536" y="3315496"/>
                </a:lnTo>
                <a:lnTo>
                  <a:pt x="0" y="3315496"/>
                </a:lnTo>
                <a:lnTo>
                  <a:pt x="0" y="73228"/>
                </a:lnTo>
                <a:lnTo>
                  <a:pt x="111676" y="48190"/>
                </a:lnTo>
                <a:cubicBezTo>
                  <a:pt x="276760" y="16559"/>
                  <a:pt x="447198" y="0"/>
                  <a:pt x="621504" y="0"/>
                </a:cubicBezTo>
                <a:close/>
              </a:path>
            </a:pathLst>
          </a:custGeom>
          <a:gradFill>
            <a:gsLst>
              <a:gs pos="63999">
                <a:srgbClr val="1AC9FF">
                  <a:alpha val="0"/>
                  <a:lumMod val="20000"/>
                  <a:lumOff val="80000"/>
                </a:srgbClr>
              </a:gs>
              <a:gs pos="100000">
                <a:srgbClr val="1AC9FF">
                  <a:alpha val="100000"/>
                  <a:lumMod val="40000"/>
                  <a:lumOff val="60000"/>
                </a:srgbClr>
              </a:gs>
            </a:gsLst>
            <a:lin ang="0"/>
          </a:grad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2F6FFD">
                <a:alpha val="100000"/>
                <a:lumMod val="20000"/>
                <a:lumOff val="80000"/>
              </a:srgbClr>
            </a:gs>
            <a:gs pos="100000">
              <a:srgbClr val="1AC9FF">
                <a:alpha val="16862"/>
                <a:lumMod val="20000"/>
                <a:lumOff val="8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60348" y="165798"/>
            <a:ext cx="11931652" cy="6700515"/>
            <a:chOff x="260348" y="165798"/>
            <a:chExt cx="11931652" cy="6700515"/>
          </a:xfrm>
        </p:grpSpPr>
        <p:sp>
          <p:nvSpPr>
            <p:cNvPr id="3" name="AutoShape 3"/>
            <p:cNvSpPr/>
            <p:nvPr/>
          </p:nvSpPr>
          <p:spPr>
            <a:xfrm flipH="1">
              <a:off x="2215494" y="379932"/>
              <a:ext cx="9976506" cy="6486381"/>
            </a:xfrm>
            <a:custGeom>
              <a:avLst/>
              <a:gdLst/>
              <a:ahLst/>
              <a:cxnLst/>
              <a:rect l="l" t="t" r="r" b="b"/>
              <a:pathLst>
                <a:path w="6362699" h="6858000">
                  <a:moveTo>
                    <a:pt x="0" y="0"/>
                  </a:moveTo>
                  <a:lnTo>
                    <a:pt x="6362699" y="0"/>
                  </a:lnTo>
                  <a:lnTo>
                    <a:pt x="6362699" y="6858000"/>
                  </a:lnTo>
                  <a:lnTo>
                    <a:pt x="0" y="6858000"/>
                  </a:lnTo>
                  <a:close/>
                </a:path>
              </a:pathLst>
            </a:custGeom>
            <a:blipFill rotWithShape="1">
              <a:blip r:embed="rId2">
                <a:alphaModFix amt="4705"/>
                <a:alphaModFix amt="4705"/>
              </a:blip>
              <a:stretch>
                <a:fillRect l="-58570" t="-28505" r="-17063" b="-139067"/>
              </a:stretch>
            </a:blip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 rot="0">
              <a:off x="660399" y="165798"/>
              <a:ext cx="11322051" cy="1153943"/>
              <a:chOff x="660399" y="165798"/>
              <a:chExt cx="11322051" cy="1153943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399" y="370113"/>
                <a:ext cx="10871317" cy="745315"/>
              </a:xfrm>
              <a:prstGeom prst="roundRect">
                <a:avLst/>
              </a:prstGeom>
              <a:gradFill>
                <a:gsLst>
                  <a:gs pos="999">
                    <a:srgbClr val="2F6FFD">
                      <a:alpha val="50196"/>
                    </a:srgbClr>
                  </a:gs>
                  <a:gs pos="100000">
                    <a:srgbClr val="1AC9FF">
                      <a:alpha val="36862"/>
                      <a:lumMod val="40000"/>
                      <a:lumOff val="6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6" name="Group 6"/>
              <p:cNvGrpSpPr/>
              <p:nvPr/>
            </p:nvGrpSpPr>
            <p:grpSpPr>
              <a:xfrm rot="0">
                <a:off x="10696804" y="165798"/>
                <a:ext cx="1285646" cy="1153943"/>
                <a:chOff x="10569804" y="233388"/>
                <a:chExt cx="1285646" cy="1153943"/>
              </a:xfrm>
            </p:grpSpPr>
            <p:grpSp>
              <p:nvGrpSpPr>
                <p:cNvPr id="7" name="Group 7"/>
                <p:cNvGrpSpPr/>
                <p:nvPr/>
              </p:nvGrpSpPr>
              <p:grpSpPr>
                <a:xfrm rot="0">
                  <a:off x="10846920" y="233388"/>
                  <a:ext cx="1008530" cy="1127517"/>
                  <a:chOff x="10846920" y="233388"/>
                  <a:chExt cx="1008530" cy="1127517"/>
                </a:xfrm>
              </p:grpSpPr>
              <p:grpSp>
                <p:nvGrpSpPr>
                  <p:cNvPr id="8" name="Group 8"/>
                  <p:cNvGrpSpPr/>
                  <p:nvPr/>
                </p:nvGrpSpPr>
                <p:grpSpPr>
                  <a:xfrm rot="0">
                    <a:off x="10978772" y="269402"/>
                    <a:ext cx="750414" cy="1052878"/>
                    <a:chOff x="5308187" y="2209800"/>
                    <a:chExt cx="1587746" cy="2227707"/>
                  </a:xfrm>
                </p:grpSpPr>
                <p:sp>
                  <p:nvSpPr>
                    <p:cNvPr id="9" name="AutoShape 9"/>
                    <p:cNvSpPr/>
                    <p:nvPr/>
                  </p:nvSpPr>
                  <p:spPr>
                    <a:xfrm>
                      <a:off x="6521958" y="3753135"/>
                      <a:ext cx="1238" cy="112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8" h="11239">
                          <a:moveTo>
                            <a:pt x="1238" y="0"/>
                          </a:moveTo>
                          <a:cubicBezTo>
                            <a:pt x="857" y="3810"/>
                            <a:pt x="476" y="7525"/>
                            <a:pt x="0" y="11240"/>
                          </a:cubicBezTo>
                          <a:cubicBezTo>
                            <a:pt x="286" y="8858"/>
                            <a:pt x="667" y="6667"/>
                            <a:pt x="953" y="4191"/>
                          </a:cubicBezTo>
                          <a:cubicBezTo>
                            <a:pt x="1048" y="2762"/>
                            <a:pt x="1048" y="1333"/>
                            <a:pt x="1238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" name="AutoShape 10"/>
                    <p:cNvSpPr/>
                    <p:nvPr/>
                  </p:nvSpPr>
                  <p:spPr>
                    <a:xfrm>
                      <a:off x="6525767" y="3683412"/>
                      <a:ext cx="500" cy="314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" h="31432">
                          <a:moveTo>
                            <a:pt x="476" y="0"/>
                          </a:moveTo>
                          <a:cubicBezTo>
                            <a:pt x="571" y="10668"/>
                            <a:pt x="381" y="21145"/>
                            <a:pt x="0" y="31432"/>
                          </a:cubicBezTo>
                          <a:cubicBezTo>
                            <a:pt x="0" y="31242"/>
                            <a:pt x="0" y="31051"/>
                            <a:pt x="0" y="30861"/>
                          </a:cubicBezTo>
                          <a:cubicBezTo>
                            <a:pt x="381" y="20764"/>
                            <a:pt x="476" y="10477"/>
                            <a:pt x="476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" name="AutoShape 11"/>
                    <p:cNvSpPr/>
                    <p:nvPr/>
                  </p:nvSpPr>
                  <p:spPr>
                    <a:xfrm>
                      <a:off x="6521862" y="3609212"/>
                      <a:ext cx="1428" cy="1400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28" h="14001">
                          <a:moveTo>
                            <a:pt x="0" y="0"/>
                          </a:moveTo>
                          <a:cubicBezTo>
                            <a:pt x="571" y="4572"/>
                            <a:pt x="1048" y="9334"/>
                            <a:pt x="1429" y="14002"/>
                          </a:cubicBezTo>
                          <a:cubicBezTo>
                            <a:pt x="1143" y="11335"/>
                            <a:pt x="1048" y="8477"/>
                            <a:pt x="762" y="5810"/>
                          </a:cubicBezTo>
                          <a:cubicBezTo>
                            <a:pt x="476" y="3905"/>
                            <a:pt x="190" y="2000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" name="AutoShape 12"/>
                    <p:cNvSpPr/>
                    <p:nvPr/>
                  </p:nvSpPr>
                  <p:spPr>
                    <a:xfrm>
                      <a:off x="6511004" y="3816858"/>
                      <a:ext cx="2476" cy="113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6" h="11334">
                          <a:moveTo>
                            <a:pt x="2476" y="0"/>
                          </a:moveTo>
                          <a:cubicBezTo>
                            <a:pt x="1619" y="3810"/>
                            <a:pt x="857" y="7620"/>
                            <a:pt x="0" y="11335"/>
                          </a:cubicBezTo>
                          <a:cubicBezTo>
                            <a:pt x="286" y="10192"/>
                            <a:pt x="571" y="9144"/>
                            <a:pt x="857" y="8001"/>
                          </a:cubicBezTo>
                          <a:cubicBezTo>
                            <a:pt x="1429" y="5429"/>
                            <a:pt x="1905" y="2572"/>
                            <a:pt x="2476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" name="AutoShape 13"/>
                    <p:cNvSpPr/>
                    <p:nvPr/>
                  </p:nvSpPr>
                  <p:spPr>
                    <a:xfrm>
                      <a:off x="6525672" y="3659314"/>
                      <a:ext cx="571" cy="240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1" h="24098">
                          <a:moveTo>
                            <a:pt x="0" y="0"/>
                          </a:moveTo>
                          <a:cubicBezTo>
                            <a:pt x="286" y="7906"/>
                            <a:pt x="476" y="15907"/>
                            <a:pt x="571" y="24098"/>
                          </a:cubicBezTo>
                          <a:cubicBezTo>
                            <a:pt x="571" y="17145"/>
                            <a:pt x="381" y="10382"/>
                            <a:pt x="191" y="3620"/>
                          </a:cubicBezTo>
                          <a:cubicBezTo>
                            <a:pt x="95" y="2381"/>
                            <a:pt x="0" y="1143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" name="AutoShape 14"/>
                    <p:cNvSpPr/>
                    <p:nvPr/>
                  </p:nvSpPr>
                  <p:spPr>
                    <a:xfrm>
                      <a:off x="6514528" y="3563683"/>
                      <a:ext cx="2381" cy="122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81" h="12287">
                          <a:moveTo>
                            <a:pt x="0" y="0"/>
                          </a:moveTo>
                          <a:cubicBezTo>
                            <a:pt x="857" y="4096"/>
                            <a:pt x="1619" y="8096"/>
                            <a:pt x="2381" y="12287"/>
                          </a:cubicBezTo>
                          <a:cubicBezTo>
                            <a:pt x="2096" y="10668"/>
                            <a:pt x="1905" y="8954"/>
                            <a:pt x="1524" y="7429"/>
                          </a:cubicBezTo>
                          <a:cubicBezTo>
                            <a:pt x="1143" y="4858"/>
                            <a:pt x="571" y="247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5" name="AutoShape 15"/>
                    <p:cNvSpPr/>
                    <p:nvPr/>
                  </p:nvSpPr>
                  <p:spPr>
                    <a:xfrm>
                      <a:off x="6517100" y="3786758"/>
                      <a:ext cx="1904" cy="1162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04" h="11620">
                          <a:moveTo>
                            <a:pt x="1905" y="0"/>
                          </a:moveTo>
                          <a:cubicBezTo>
                            <a:pt x="1333" y="3905"/>
                            <a:pt x="667" y="7811"/>
                            <a:pt x="0" y="11621"/>
                          </a:cubicBezTo>
                          <a:cubicBezTo>
                            <a:pt x="286" y="9906"/>
                            <a:pt x="667" y="8382"/>
                            <a:pt x="952" y="6667"/>
                          </a:cubicBezTo>
                          <a:cubicBezTo>
                            <a:pt x="1333" y="4477"/>
                            <a:pt x="1524" y="2191"/>
                            <a:pt x="1905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6" name="AutoShape 16"/>
                    <p:cNvSpPr/>
                    <p:nvPr/>
                  </p:nvSpPr>
                  <p:spPr>
                    <a:xfrm>
                      <a:off x="6503574" y="3844194"/>
                      <a:ext cx="3143" cy="111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43" h="11144">
                          <a:moveTo>
                            <a:pt x="3143" y="0"/>
                          </a:moveTo>
                          <a:cubicBezTo>
                            <a:pt x="2096" y="3715"/>
                            <a:pt x="1143" y="7525"/>
                            <a:pt x="0" y="11144"/>
                          </a:cubicBezTo>
                          <a:cubicBezTo>
                            <a:pt x="286" y="10382"/>
                            <a:pt x="572" y="9620"/>
                            <a:pt x="762" y="8858"/>
                          </a:cubicBezTo>
                          <a:cubicBezTo>
                            <a:pt x="1619" y="6001"/>
                            <a:pt x="2286" y="2953"/>
                            <a:pt x="3143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7" name="AutoShape 17"/>
                    <p:cNvSpPr/>
                    <p:nvPr/>
                  </p:nvSpPr>
                  <p:spPr>
                    <a:xfrm>
                      <a:off x="6376892" y="3334226"/>
                      <a:ext cx="6000" cy="50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00" h="5048">
                          <a:moveTo>
                            <a:pt x="6001" y="5048"/>
                          </a:moveTo>
                          <a:cubicBezTo>
                            <a:pt x="4000" y="3334"/>
                            <a:pt x="2000" y="1715"/>
                            <a:pt x="0" y="0"/>
                          </a:cubicBezTo>
                          <a:cubicBezTo>
                            <a:pt x="2000" y="1619"/>
                            <a:pt x="4000" y="3334"/>
                            <a:pt x="6001" y="5048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8" name="AutoShape 18"/>
                    <p:cNvSpPr/>
                    <p:nvPr/>
                  </p:nvSpPr>
                  <p:spPr>
                    <a:xfrm>
                      <a:off x="6504432" y="3523773"/>
                      <a:ext cx="2190" cy="714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90" h="7143">
                          <a:moveTo>
                            <a:pt x="0" y="0"/>
                          </a:moveTo>
                          <a:cubicBezTo>
                            <a:pt x="762" y="2381"/>
                            <a:pt x="1524" y="4763"/>
                            <a:pt x="2191" y="7144"/>
                          </a:cubicBezTo>
                          <a:cubicBezTo>
                            <a:pt x="1810" y="5906"/>
                            <a:pt x="1524" y="4667"/>
                            <a:pt x="1238" y="3429"/>
                          </a:cubicBezTo>
                          <a:cubicBezTo>
                            <a:pt x="762" y="2191"/>
                            <a:pt x="286" y="1143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" name="AutoShape 19"/>
                    <p:cNvSpPr/>
                    <p:nvPr/>
                  </p:nvSpPr>
                  <p:spPr>
                    <a:xfrm>
                      <a:off x="6422516" y="3377850"/>
                      <a:ext cx="4095" cy="46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95" h="4667">
                          <a:moveTo>
                            <a:pt x="4096" y="4667"/>
                          </a:moveTo>
                          <a:cubicBezTo>
                            <a:pt x="2762" y="3143"/>
                            <a:pt x="1333" y="1524"/>
                            <a:pt x="0" y="0"/>
                          </a:cubicBezTo>
                          <a:cubicBezTo>
                            <a:pt x="1333" y="1524"/>
                            <a:pt x="2762" y="3143"/>
                            <a:pt x="4096" y="466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0" name="AutoShape 20"/>
                    <p:cNvSpPr/>
                    <p:nvPr/>
                  </p:nvSpPr>
                  <p:spPr>
                    <a:xfrm>
                      <a:off x="6494811" y="3870007"/>
                      <a:ext cx="3810" cy="107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10" h="10763">
                          <a:moveTo>
                            <a:pt x="3810" y="0"/>
                          </a:moveTo>
                          <a:cubicBezTo>
                            <a:pt x="2572" y="3619"/>
                            <a:pt x="1333" y="7239"/>
                            <a:pt x="0" y="10763"/>
                          </a:cubicBezTo>
                          <a:cubicBezTo>
                            <a:pt x="191" y="10192"/>
                            <a:pt x="476" y="9716"/>
                            <a:pt x="667" y="9144"/>
                          </a:cubicBezTo>
                          <a:cubicBezTo>
                            <a:pt x="1905" y="6096"/>
                            <a:pt x="2762" y="2953"/>
                            <a:pt x="381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1" name="AutoShape 21"/>
                    <p:cNvSpPr/>
                    <p:nvPr/>
                  </p:nvSpPr>
                  <p:spPr>
                    <a:xfrm>
                      <a:off x="6462617" y="3431476"/>
                      <a:ext cx="2095" cy="33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5" h="3332">
                          <a:moveTo>
                            <a:pt x="2096" y="3334"/>
                          </a:moveTo>
                          <a:cubicBezTo>
                            <a:pt x="1429" y="2191"/>
                            <a:pt x="667" y="1143"/>
                            <a:pt x="0" y="0"/>
                          </a:cubicBezTo>
                          <a:cubicBezTo>
                            <a:pt x="667" y="1143"/>
                            <a:pt x="1429" y="2191"/>
                            <a:pt x="2096" y="3334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2" name="AutoShape 22"/>
                    <p:cNvSpPr/>
                    <p:nvPr/>
                  </p:nvSpPr>
                  <p:spPr>
                    <a:xfrm>
                      <a:off x="6337268" y="3303746"/>
                      <a:ext cx="2381" cy="17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81" h="1714">
                          <a:moveTo>
                            <a:pt x="2381" y="1715"/>
                          </a:moveTo>
                          <a:cubicBezTo>
                            <a:pt x="1524" y="1143"/>
                            <a:pt x="762" y="572"/>
                            <a:pt x="0" y="0"/>
                          </a:cubicBezTo>
                          <a:cubicBezTo>
                            <a:pt x="762" y="572"/>
                            <a:pt x="1524" y="1143"/>
                            <a:pt x="2381" y="1715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" name="AutoShape 23"/>
                    <p:cNvSpPr/>
                    <p:nvPr/>
                  </p:nvSpPr>
                  <p:spPr>
                    <a:xfrm>
                      <a:off x="6463760" y="3933539"/>
                      <a:ext cx="6286" cy="11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86" h="11049">
                          <a:moveTo>
                            <a:pt x="4572" y="3334"/>
                          </a:moveTo>
                          <a:cubicBezTo>
                            <a:pt x="5143" y="2286"/>
                            <a:pt x="5715" y="1048"/>
                            <a:pt x="6287" y="0"/>
                          </a:cubicBezTo>
                          <a:cubicBezTo>
                            <a:pt x="4191" y="3715"/>
                            <a:pt x="2191" y="7429"/>
                            <a:pt x="0" y="11049"/>
                          </a:cubicBezTo>
                          <a:cubicBezTo>
                            <a:pt x="1524" y="8477"/>
                            <a:pt x="3143" y="6001"/>
                            <a:pt x="4572" y="3334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4" name="AutoShape 24"/>
                    <p:cNvSpPr/>
                    <p:nvPr/>
                  </p:nvSpPr>
                  <p:spPr>
                    <a:xfrm>
                      <a:off x="6450711" y="3951446"/>
                      <a:ext cx="9048" cy="141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48" h="14191">
                          <a:moveTo>
                            <a:pt x="9049" y="0"/>
                          </a:moveTo>
                          <a:cubicBezTo>
                            <a:pt x="6096" y="4858"/>
                            <a:pt x="3048" y="9525"/>
                            <a:pt x="0" y="14192"/>
                          </a:cubicBezTo>
                          <a:cubicBezTo>
                            <a:pt x="3143" y="9430"/>
                            <a:pt x="6096" y="4763"/>
                            <a:pt x="9049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5" name="AutoShape 25"/>
                    <p:cNvSpPr/>
                    <p:nvPr/>
                  </p:nvSpPr>
                  <p:spPr>
                    <a:xfrm>
                      <a:off x="6440900" y="3970020"/>
                      <a:ext cx="6857" cy="9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857" h="9525">
                          <a:moveTo>
                            <a:pt x="6286" y="857"/>
                          </a:moveTo>
                          <a:cubicBezTo>
                            <a:pt x="6477" y="571"/>
                            <a:pt x="6667" y="286"/>
                            <a:pt x="6858" y="0"/>
                          </a:cubicBezTo>
                          <a:cubicBezTo>
                            <a:pt x="4667" y="3238"/>
                            <a:pt x="2286" y="6382"/>
                            <a:pt x="0" y="9525"/>
                          </a:cubicBezTo>
                          <a:cubicBezTo>
                            <a:pt x="2095" y="6667"/>
                            <a:pt x="4286" y="3905"/>
                            <a:pt x="6286" y="85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6" name="AutoShape 26"/>
                    <p:cNvSpPr/>
                    <p:nvPr/>
                  </p:nvSpPr>
                  <p:spPr>
                    <a:xfrm>
                      <a:off x="6287642" y="3272408"/>
                      <a:ext cx="8096" cy="46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96" h="4667">
                          <a:moveTo>
                            <a:pt x="8096" y="4667"/>
                          </a:moveTo>
                          <a:cubicBezTo>
                            <a:pt x="5429" y="3048"/>
                            <a:pt x="2667" y="1524"/>
                            <a:pt x="0" y="0"/>
                          </a:cubicBezTo>
                          <a:cubicBezTo>
                            <a:pt x="2667" y="1524"/>
                            <a:pt x="5429" y="3048"/>
                            <a:pt x="8096" y="466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7" name="AutoShape 27"/>
                    <p:cNvSpPr/>
                    <p:nvPr/>
                  </p:nvSpPr>
                  <p:spPr>
                    <a:xfrm>
                      <a:off x="6509384" y="3541395"/>
                      <a:ext cx="2857" cy="114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7" h="11429">
                          <a:moveTo>
                            <a:pt x="2858" y="11430"/>
                          </a:moveTo>
                          <a:cubicBezTo>
                            <a:pt x="2000" y="7525"/>
                            <a:pt x="953" y="3715"/>
                            <a:pt x="0" y="0"/>
                          </a:cubicBezTo>
                          <a:cubicBezTo>
                            <a:pt x="953" y="3715"/>
                            <a:pt x="1905" y="7525"/>
                            <a:pt x="2858" y="1143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" name="AutoShape 28"/>
                    <p:cNvSpPr/>
                    <p:nvPr/>
                  </p:nvSpPr>
                  <p:spPr>
                    <a:xfrm>
                      <a:off x="6426803" y="3989070"/>
                      <a:ext cx="7239" cy="89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238" h="8953">
                          <a:moveTo>
                            <a:pt x="7239" y="0"/>
                          </a:moveTo>
                          <a:cubicBezTo>
                            <a:pt x="4858" y="3048"/>
                            <a:pt x="2381" y="5905"/>
                            <a:pt x="0" y="8954"/>
                          </a:cubicBezTo>
                          <a:cubicBezTo>
                            <a:pt x="2381" y="5905"/>
                            <a:pt x="4858" y="3048"/>
                            <a:pt x="7239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9" name="AutoShape 29"/>
                    <p:cNvSpPr/>
                    <p:nvPr/>
                  </p:nvSpPr>
                  <p:spPr>
                    <a:xfrm>
                      <a:off x="6524148" y="3633882"/>
                      <a:ext cx="952" cy="147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" h="14763">
                          <a:moveTo>
                            <a:pt x="953" y="14764"/>
                          </a:moveTo>
                          <a:cubicBezTo>
                            <a:pt x="667" y="9811"/>
                            <a:pt x="381" y="4858"/>
                            <a:pt x="0" y="0"/>
                          </a:cubicBezTo>
                          <a:cubicBezTo>
                            <a:pt x="381" y="4858"/>
                            <a:pt x="667" y="9811"/>
                            <a:pt x="953" y="14764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" name="AutoShape 30"/>
                    <p:cNvSpPr/>
                    <p:nvPr/>
                  </p:nvSpPr>
                  <p:spPr>
                    <a:xfrm>
                      <a:off x="6416897" y="4006976"/>
                      <a:ext cx="2476" cy="26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6" h="2667">
                          <a:moveTo>
                            <a:pt x="1905" y="667"/>
                          </a:moveTo>
                          <a:cubicBezTo>
                            <a:pt x="2096" y="476"/>
                            <a:pt x="2286" y="191"/>
                            <a:pt x="2476" y="0"/>
                          </a:cubicBezTo>
                          <a:cubicBezTo>
                            <a:pt x="1714" y="953"/>
                            <a:pt x="857" y="1715"/>
                            <a:pt x="0" y="2667"/>
                          </a:cubicBezTo>
                          <a:cubicBezTo>
                            <a:pt x="667" y="1905"/>
                            <a:pt x="1333" y="1334"/>
                            <a:pt x="1905" y="66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1" name="AutoShape 31"/>
                    <p:cNvSpPr/>
                    <p:nvPr/>
                  </p:nvSpPr>
                  <p:spPr>
                    <a:xfrm>
                      <a:off x="6518624" y="3585591"/>
                      <a:ext cx="2000" cy="13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00" h="13525">
                          <a:moveTo>
                            <a:pt x="2000" y="13525"/>
                          </a:moveTo>
                          <a:cubicBezTo>
                            <a:pt x="1429" y="8954"/>
                            <a:pt x="762" y="4477"/>
                            <a:pt x="0" y="0"/>
                          </a:cubicBezTo>
                          <a:cubicBezTo>
                            <a:pt x="667" y="4477"/>
                            <a:pt x="1333" y="9049"/>
                            <a:pt x="2000" y="13525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2" name="AutoShape 32"/>
                    <p:cNvSpPr/>
                    <p:nvPr/>
                  </p:nvSpPr>
                  <p:spPr>
                    <a:xfrm>
                      <a:off x="6484238" y="3895058"/>
                      <a:ext cx="4667" cy="10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67" h="10858">
                          <a:moveTo>
                            <a:pt x="0" y="10859"/>
                          </a:moveTo>
                          <a:cubicBezTo>
                            <a:pt x="381" y="10097"/>
                            <a:pt x="667" y="9430"/>
                            <a:pt x="1048" y="8668"/>
                          </a:cubicBezTo>
                          <a:cubicBezTo>
                            <a:pt x="2381" y="5810"/>
                            <a:pt x="3429" y="2858"/>
                            <a:pt x="4667" y="0"/>
                          </a:cubicBezTo>
                          <a:cubicBezTo>
                            <a:pt x="3143" y="3524"/>
                            <a:pt x="1715" y="7239"/>
                            <a:pt x="0" y="1085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3" name="AutoShape 33"/>
                    <p:cNvSpPr/>
                    <p:nvPr/>
                  </p:nvSpPr>
                  <p:spPr>
                    <a:xfrm>
                      <a:off x="6393275" y="4028694"/>
                      <a:ext cx="5524" cy="53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24" h="5333">
                          <a:moveTo>
                            <a:pt x="5524" y="0"/>
                          </a:moveTo>
                          <a:cubicBezTo>
                            <a:pt x="3715" y="1810"/>
                            <a:pt x="1810" y="3619"/>
                            <a:pt x="0" y="5334"/>
                          </a:cubicBezTo>
                          <a:cubicBezTo>
                            <a:pt x="1810" y="3619"/>
                            <a:pt x="3715" y="1810"/>
                            <a:pt x="5524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4" name="AutoShape 34"/>
                    <p:cNvSpPr/>
                    <p:nvPr/>
                  </p:nvSpPr>
                  <p:spPr>
                    <a:xfrm>
                      <a:off x="6362033" y="4053458"/>
                      <a:ext cx="9239" cy="70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39" h="7048">
                          <a:moveTo>
                            <a:pt x="0" y="7049"/>
                          </a:moveTo>
                          <a:cubicBezTo>
                            <a:pt x="3048" y="4667"/>
                            <a:pt x="6191" y="2381"/>
                            <a:pt x="9239" y="0"/>
                          </a:cubicBezTo>
                          <a:cubicBezTo>
                            <a:pt x="6191" y="2477"/>
                            <a:pt x="3048" y="4763"/>
                            <a:pt x="0" y="7049"/>
                          </a:cubicBezTo>
                          <a:lnTo>
                            <a:pt x="0" y="7049"/>
                          </a:ln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5" name="AutoShape 35"/>
                    <p:cNvSpPr/>
                    <p:nvPr/>
                  </p:nvSpPr>
                  <p:spPr>
                    <a:xfrm>
                      <a:off x="6220301" y="3237547"/>
                      <a:ext cx="39147" cy="193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" h="19335">
                          <a:moveTo>
                            <a:pt x="39148" y="19336"/>
                          </a:moveTo>
                          <a:cubicBezTo>
                            <a:pt x="26479" y="12763"/>
                            <a:pt x="13335" y="6382"/>
                            <a:pt x="0" y="0"/>
                          </a:cubicBezTo>
                          <a:cubicBezTo>
                            <a:pt x="13430" y="6382"/>
                            <a:pt x="26479" y="12763"/>
                            <a:pt x="39148" y="1933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6" name="AutoShape 36"/>
                    <p:cNvSpPr/>
                    <p:nvPr/>
                  </p:nvSpPr>
                  <p:spPr>
                    <a:xfrm>
                      <a:off x="5804058" y="2967227"/>
                      <a:ext cx="1619" cy="2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19" h="2476">
                          <a:moveTo>
                            <a:pt x="1619" y="0"/>
                          </a:moveTo>
                          <a:cubicBezTo>
                            <a:pt x="1619" y="0"/>
                            <a:pt x="1619" y="0"/>
                            <a:pt x="1619" y="0"/>
                          </a:cubicBezTo>
                          <a:cubicBezTo>
                            <a:pt x="1048" y="762"/>
                            <a:pt x="572" y="1715"/>
                            <a:pt x="0" y="2477"/>
                          </a:cubicBezTo>
                          <a:cubicBezTo>
                            <a:pt x="286" y="2096"/>
                            <a:pt x="476" y="1715"/>
                            <a:pt x="667" y="1334"/>
                          </a:cubicBezTo>
                          <a:cubicBezTo>
                            <a:pt x="1048" y="953"/>
                            <a:pt x="1238" y="476"/>
                            <a:pt x="1619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7" name="AutoShape 37"/>
                    <p:cNvSpPr/>
                    <p:nvPr/>
                  </p:nvSpPr>
                  <p:spPr>
                    <a:xfrm>
                      <a:off x="6049137" y="3168586"/>
                      <a:ext cx="23431" cy="8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431" h="8000">
                          <a:moveTo>
                            <a:pt x="23431" y="8001"/>
                          </a:moveTo>
                          <a:cubicBezTo>
                            <a:pt x="15430" y="5429"/>
                            <a:pt x="7620" y="2762"/>
                            <a:pt x="0" y="0"/>
                          </a:cubicBezTo>
                          <a:cubicBezTo>
                            <a:pt x="7620" y="2762"/>
                            <a:pt x="15430" y="5429"/>
                            <a:pt x="23431" y="8001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8" name="AutoShape 38"/>
                    <p:cNvSpPr/>
                    <p:nvPr/>
                  </p:nvSpPr>
                  <p:spPr>
                    <a:xfrm>
                      <a:off x="6305264" y="2649759"/>
                      <a:ext cx="2190" cy="10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90" h="1047">
                          <a:moveTo>
                            <a:pt x="0" y="0"/>
                          </a:moveTo>
                          <a:cubicBezTo>
                            <a:pt x="762" y="286"/>
                            <a:pt x="1429" y="667"/>
                            <a:pt x="2191" y="1048"/>
                          </a:cubicBezTo>
                          <a:cubicBezTo>
                            <a:pt x="1619" y="762"/>
                            <a:pt x="1048" y="476"/>
                            <a:pt x="476" y="286"/>
                          </a:cubicBezTo>
                          <a:cubicBezTo>
                            <a:pt x="286" y="191"/>
                            <a:pt x="191" y="95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9" name="AutoShape 39"/>
                    <p:cNvSpPr/>
                    <p:nvPr/>
                  </p:nvSpPr>
                  <p:spPr>
                    <a:xfrm>
                      <a:off x="5568029" y="3637883"/>
                      <a:ext cx="37433" cy="212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433" h="21240">
                          <a:moveTo>
                            <a:pt x="37433" y="21241"/>
                          </a:moveTo>
                          <a:cubicBezTo>
                            <a:pt x="24670" y="14288"/>
                            <a:pt x="12287" y="7144"/>
                            <a:pt x="0" y="0"/>
                          </a:cubicBezTo>
                          <a:cubicBezTo>
                            <a:pt x="12287" y="7239"/>
                            <a:pt x="24670" y="14288"/>
                            <a:pt x="37433" y="21241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0" name="AutoShape 40"/>
                    <p:cNvSpPr/>
                    <p:nvPr/>
                  </p:nvSpPr>
                  <p:spPr>
                    <a:xfrm>
                      <a:off x="6388131" y="2689764"/>
                      <a:ext cx="23907" cy="124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907" h="12477">
                          <a:moveTo>
                            <a:pt x="23908" y="12478"/>
                          </a:moveTo>
                          <a:cubicBezTo>
                            <a:pt x="16097" y="8382"/>
                            <a:pt x="8192" y="4191"/>
                            <a:pt x="0" y="0"/>
                          </a:cubicBezTo>
                          <a:cubicBezTo>
                            <a:pt x="8096" y="4191"/>
                            <a:pt x="16097" y="8287"/>
                            <a:pt x="23908" y="12478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1" name="AutoShape 41"/>
                    <p:cNvSpPr/>
                    <p:nvPr/>
                  </p:nvSpPr>
                  <p:spPr>
                    <a:xfrm>
                      <a:off x="5988177" y="3146774"/>
                      <a:ext cx="7810" cy="2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810" h="2476">
                          <a:moveTo>
                            <a:pt x="0" y="0"/>
                          </a:moveTo>
                          <a:cubicBezTo>
                            <a:pt x="2572" y="667"/>
                            <a:pt x="5239" y="1619"/>
                            <a:pt x="7810" y="2476"/>
                          </a:cubicBezTo>
                          <a:cubicBezTo>
                            <a:pt x="6286" y="2000"/>
                            <a:pt x="4572" y="1333"/>
                            <a:pt x="3048" y="952"/>
                          </a:cubicBezTo>
                          <a:cubicBezTo>
                            <a:pt x="2096" y="571"/>
                            <a:pt x="1048" y="28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2" name="AutoShape 42"/>
                    <p:cNvSpPr/>
                    <p:nvPr/>
                  </p:nvSpPr>
                  <p:spPr>
                    <a:xfrm>
                      <a:off x="6343078" y="2667285"/>
                      <a:ext cx="9334" cy="4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34" h="4476">
                          <a:moveTo>
                            <a:pt x="9334" y="4477"/>
                          </a:moveTo>
                          <a:cubicBezTo>
                            <a:pt x="6191" y="2953"/>
                            <a:pt x="3143" y="1429"/>
                            <a:pt x="0" y="0"/>
                          </a:cubicBezTo>
                          <a:cubicBezTo>
                            <a:pt x="3048" y="1524"/>
                            <a:pt x="6191" y="2953"/>
                            <a:pt x="9334" y="447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3" name="AutoShape 43"/>
                    <p:cNvSpPr/>
                    <p:nvPr/>
                  </p:nvSpPr>
                  <p:spPr>
                    <a:xfrm>
                      <a:off x="5631084" y="3673030"/>
                      <a:ext cx="5143" cy="26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43" h="2666">
                          <a:moveTo>
                            <a:pt x="5144" y="2667"/>
                          </a:moveTo>
                          <a:cubicBezTo>
                            <a:pt x="3429" y="1810"/>
                            <a:pt x="1715" y="857"/>
                            <a:pt x="0" y="0"/>
                          </a:cubicBezTo>
                          <a:cubicBezTo>
                            <a:pt x="1619" y="857"/>
                            <a:pt x="3334" y="1715"/>
                            <a:pt x="5144" y="266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4" name="AutoShape 44"/>
                    <p:cNvSpPr/>
                    <p:nvPr/>
                  </p:nvSpPr>
                  <p:spPr>
                    <a:xfrm>
                      <a:off x="5768244" y="3734180"/>
                      <a:ext cx="5143" cy="18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43" h="1809">
                          <a:moveTo>
                            <a:pt x="5144" y="1810"/>
                          </a:moveTo>
                          <a:cubicBezTo>
                            <a:pt x="3429" y="1238"/>
                            <a:pt x="1715" y="667"/>
                            <a:pt x="0" y="0"/>
                          </a:cubicBezTo>
                          <a:cubicBezTo>
                            <a:pt x="1715" y="667"/>
                            <a:pt x="3429" y="1238"/>
                            <a:pt x="5144" y="181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5" name="AutoShape 45"/>
                    <p:cNvSpPr/>
                    <p:nvPr/>
                  </p:nvSpPr>
                  <p:spPr>
                    <a:xfrm>
                      <a:off x="5696331" y="3704558"/>
                      <a:ext cx="2095" cy="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5" h="952">
                          <a:moveTo>
                            <a:pt x="2096" y="953"/>
                          </a:moveTo>
                          <a:cubicBezTo>
                            <a:pt x="1333" y="667"/>
                            <a:pt x="667" y="286"/>
                            <a:pt x="0" y="0"/>
                          </a:cubicBezTo>
                          <a:cubicBezTo>
                            <a:pt x="667" y="286"/>
                            <a:pt x="1333" y="667"/>
                            <a:pt x="2096" y="953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6" name="AutoShape 46"/>
                    <p:cNvSpPr/>
                    <p:nvPr/>
                  </p:nvSpPr>
                  <p:spPr>
                    <a:xfrm>
                      <a:off x="6091999" y="2575083"/>
                      <a:ext cx="16573" cy="4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573" h="4191">
                          <a:moveTo>
                            <a:pt x="16573" y="4191"/>
                          </a:moveTo>
                          <a:cubicBezTo>
                            <a:pt x="11049" y="2762"/>
                            <a:pt x="5525" y="1334"/>
                            <a:pt x="0" y="0"/>
                          </a:cubicBezTo>
                          <a:cubicBezTo>
                            <a:pt x="5525" y="1334"/>
                            <a:pt x="11049" y="2762"/>
                            <a:pt x="16573" y="4191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7" name="AutoShape 47"/>
                    <p:cNvSpPr/>
                    <p:nvPr/>
                  </p:nvSpPr>
                  <p:spPr>
                    <a:xfrm>
                      <a:off x="5531358" y="3615499"/>
                      <a:ext cx="25527" cy="1571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526" h="15716">
                          <a:moveTo>
                            <a:pt x="25527" y="15716"/>
                          </a:moveTo>
                          <a:cubicBezTo>
                            <a:pt x="16859" y="10573"/>
                            <a:pt x="8382" y="5334"/>
                            <a:pt x="0" y="0"/>
                          </a:cubicBezTo>
                          <a:cubicBezTo>
                            <a:pt x="8382" y="5334"/>
                            <a:pt x="16859" y="10573"/>
                            <a:pt x="25527" y="1571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8" name="AutoShape 48"/>
                    <p:cNvSpPr/>
                    <p:nvPr/>
                  </p:nvSpPr>
                  <p:spPr>
                    <a:xfrm>
                      <a:off x="5662993" y="3689032"/>
                      <a:ext cx="5238" cy="2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238" h="2476">
                          <a:moveTo>
                            <a:pt x="5239" y="2476"/>
                          </a:moveTo>
                          <a:cubicBezTo>
                            <a:pt x="3524" y="1619"/>
                            <a:pt x="1715" y="762"/>
                            <a:pt x="0" y="0"/>
                          </a:cubicBezTo>
                          <a:cubicBezTo>
                            <a:pt x="1715" y="857"/>
                            <a:pt x="3429" y="1714"/>
                            <a:pt x="5239" y="247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9" name="AutoShape 49"/>
                    <p:cNvSpPr/>
                    <p:nvPr/>
                  </p:nvSpPr>
                  <p:spPr>
                    <a:xfrm>
                      <a:off x="5482780" y="3583400"/>
                      <a:ext cx="37433" cy="25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433" h="25050">
                          <a:moveTo>
                            <a:pt x="0" y="0"/>
                          </a:moveTo>
                          <a:cubicBezTo>
                            <a:pt x="12192" y="8477"/>
                            <a:pt x="24670" y="16764"/>
                            <a:pt x="37433" y="25051"/>
                          </a:cubicBezTo>
                          <a:cubicBezTo>
                            <a:pt x="24670" y="16764"/>
                            <a:pt x="12097" y="8477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0" name="AutoShape 50"/>
                    <p:cNvSpPr/>
                    <p:nvPr/>
                  </p:nvSpPr>
                  <p:spPr>
                    <a:xfrm>
                      <a:off x="6443853" y="2719101"/>
                      <a:ext cx="13716" cy="72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716" h="7238">
                          <a:moveTo>
                            <a:pt x="13716" y="7239"/>
                          </a:moveTo>
                          <a:cubicBezTo>
                            <a:pt x="9239" y="4858"/>
                            <a:pt x="4667" y="2381"/>
                            <a:pt x="0" y="0"/>
                          </a:cubicBezTo>
                          <a:cubicBezTo>
                            <a:pt x="4667" y="2381"/>
                            <a:pt x="9239" y="4858"/>
                            <a:pt x="13716" y="723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1" name="AutoShape 51"/>
                    <p:cNvSpPr/>
                    <p:nvPr/>
                  </p:nvSpPr>
                  <p:spPr>
                    <a:xfrm>
                      <a:off x="5823489" y="3071526"/>
                      <a:ext cx="4667" cy="39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67" h="3905">
                          <a:moveTo>
                            <a:pt x="3334" y="2953"/>
                          </a:moveTo>
                          <a:cubicBezTo>
                            <a:pt x="3715" y="3334"/>
                            <a:pt x="4286" y="3619"/>
                            <a:pt x="4667" y="3905"/>
                          </a:cubicBezTo>
                          <a:cubicBezTo>
                            <a:pt x="3048" y="2572"/>
                            <a:pt x="1619" y="1238"/>
                            <a:pt x="0" y="0"/>
                          </a:cubicBezTo>
                          <a:cubicBezTo>
                            <a:pt x="1238" y="952"/>
                            <a:pt x="2191" y="2000"/>
                            <a:pt x="3334" y="2953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2" name="AutoShape 52"/>
                    <p:cNvSpPr/>
                    <p:nvPr/>
                  </p:nvSpPr>
                  <p:spPr>
                    <a:xfrm>
                      <a:off x="5794914" y="3023616"/>
                      <a:ext cx="95" cy="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" h="952">
                          <a:moveTo>
                            <a:pt x="95" y="952"/>
                          </a:moveTo>
                          <a:cubicBezTo>
                            <a:pt x="0" y="667"/>
                            <a:pt x="0" y="381"/>
                            <a:pt x="0" y="0"/>
                          </a:cubicBezTo>
                          <a:cubicBezTo>
                            <a:pt x="95" y="381"/>
                            <a:pt x="95" y="667"/>
                            <a:pt x="95" y="952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3" name="AutoShape 53"/>
                    <p:cNvSpPr/>
                    <p:nvPr/>
                  </p:nvSpPr>
                  <p:spPr>
                    <a:xfrm>
                      <a:off x="5804249" y="3049238"/>
                      <a:ext cx="2666" cy="4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66" h="4286">
                          <a:moveTo>
                            <a:pt x="2667" y="4286"/>
                          </a:moveTo>
                          <a:cubicBezTo>
                            <a:pt x="1715" y="2858"/>
                            <a:pt x="857" y="1429"/>
                            <a:pt x="0" y="0"/>
                          </a:cubicBezTo>
                          <a:cubicBezTo>
                            <a:pt x="857" y="1429"/>
                            <a:pt x="1715" y="2858"/>
                            <a:pt x="2667" y="428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4" name="AutoShape 54"/>
                    <p:cNvSpPr/>
                    <p:nvPr/>
                  </p:nvSpPr>
                  <p:spPr>
                    <a:xfrm>
                      <a:off x="6419754" y="2706338"/>
                      <a:ext cx="15335" cy="80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35" h="8096">
                          <a:moveTo>
                            <a:pt x="15335" y="8096"/>
                          </a:moveTo>
                          <a:cubicBezTo>
                            <a:pt x="10287" y="5429"/>
                            <a:pt x="5143" y="2762"/>
                            <a:pt x="0" y="0"/>
                          </a:cubicBezTo>
                          <a:cubicBezTo>
                            <a:pt x="5239" y="2667"/>
                            <a:pt x="10287" y="5429"/>
                            <a:pt x="15335" y="809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5" name="AutoShape 55"/>
                    <p:cNvSpPr/>
                    <p:nvPr/>
                  </p:nvSpPr>
                  <p:spPr>
                    <a:xfrm>
                      <a:off x="5837872" y="3082385"/>
                      <a:ext cx="4286" cy="2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86" h="2952">
                          <a:moveTo>
                            <a:pt x="4286" y="2953"/>
                          </a:moveTo>
                          <a:cubicBezTo>
                            <a:pt x="2762" y="2000"/>
                            <a:pt x="1429" y="952"/>
                            <a:pt x="0" y="0"/>
                          </a:cubicBezTo>
                          <a:cubicBezTo>
                            <a:pt x="1429" y="952"/>
                            <a:pt x="2762" y="2000"/>
                            <a:pt x="4286" y="2953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6" name="AutoShape 56"/>
                    <p:cNvSpPr/>
                    <p:nvPr/>
                  </p:nvSpPr>
                  <p:spPr>
                    <a:xfrm>
                      <a:off x="6011608" y="3154299"/>
                      <a:ext cx="16668" cy="6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668" h="6286">
                          <a:moveTo>
                            <a:pt x="0" y="0"/>
                          </a:moveTo>
                          <a:cubicBezTo>
                            <a:pt x="5429" y="1905"/>
                            <a:pt x="10954" y="3905"/>
                            <a:pt x="16669" y="6286"/>
                          </a:cubicBezTo>
                          <a:cubicBezTo>
                            <a:pt x="12097" y="4381"/>
                            <a:pt x="7715" y="2667"/>
                            <a:pt x="3334" y="1143"/>
                          </a:cubicBezTo>
                          <a:cubicBezTo>
                            <a:pt x="2191" y="667"/>
                            <a:pt x="1143" y="381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7" name="AutoShape 57"/>
                    <p:cNvSpPr/>
                    <p:nvPr/>
                  </p:nvSpPr>
                  <p:spPr>
                    <a:xfrm>
                      <a:off x="5852731" y="3091624"/>
                      <a:ext cx="6381" cy="37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381" h="3714">
                          <a:moveTo>
                            <a:pt x="6382" y="3715"/>
                          </a:moveTo>
                          <a:cubicBezTo>
                            <a:pt x="4096" y="2476"/>
                            <a:pt x="2191" y="1238"/>
                            <a:pt x="0" y="0"/>
                          </a:cubicBezTo>
                          <a:cubicBezTo>
                            <a:pt x="2191" y="1238"/>
                            <a:pt x="4096" y="2572"/>
                            <a:pt x="6382" y="3715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8" name="AutoShape 58"/>
                    <p:cNvSpPr/>
                    <p:nvPr/>
                  </p:nvSpPr>
                  <p:spPr>
                    <a:xfrm>
                      <a:off x="5813202" y="2956369"/>
                      <a:ext cx="3047" cy="26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47" h="2667">
                          <a:moveTo>
                            <a:pt x="3048" y="0"/>
                          </a:moveTo>
                          <a:cubicBezTo>
                            <a:pt x="2000" y="857"/>
                            <a:pt x="953" y="1715"/>
                            <a:pt x="0" y="2667"/>
                          </a:cubicBezTo>
                          <a:cubicBezTo>
                            <a:pt x="476" y="2286"/>
                            <a:pt x="857" y="1810"/>
                            <a:pt x="1333" y="1429"/>
                          </a:cubicBezTo>
                          <a:cubicBezTo>
                            <a:pt x="1810" y="953"/>
                            <a:pt x="2477" y="476"/>
                            <a:pt x="3048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9" name="AutoShape 59"/>
                    <p:cNvSpPr/>
                    <p:nvPr/>
                  </p:nvSpPr>
                  <p:spPr>
                    <a:xfrm>
                      <a:off x="5837967" y="2942653"/>
                      <a:ext cx="4381" cy="16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81" h="1619">
                          <a:moveTo>
                            <a:pt x="0" y="1619"/>
                          </a:moveTo>
                          <a:cubicBezTo>
                            <a:pt x="1429" y="1048"/>
                            <a:pt x="2857" y="476"/>
                            <a:pt x="4381" y="0"/>
                          </a:cubicBezTo>
                          <a:cubicBezTo>
                            <a:pt x="2857" y="476"/>
                            <a:pt x="1429" y="1048"/>
                            <a:pt x="0" y="161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0" name="AutoShape 60"/>
                    <p:cNvSpPr/>
                    <p:nvPr/>
                  </p:nvSpPr>
                  <p:spPr>
                    <a:xfrm>
                      <a:off x="5824632" y="2948368"/>
                      <a:ext cx="4000" cy="21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00" h="2190">
                          <a:moveTo>
                            <a:pt x="0" y="2191"/>
                          </a:moveTo>
                          <a:cubicBezTo>
                            <a:pt x="1238" y="1429"/>
                            <a:pt x="2667" y="762"/>
                            <a:pt x="4000" y="0"/>
                          </a:cubicBezTo>
                          <a:cubicBezTo>
                            <a:pt x="2667" y="762"/>
                            <a:pt x="1333" y="1429"/>
                            <a:pt x="0" y="2191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1" name="AutoShape 61"/>
                    <p:cNvSpPr/>
                    <p:nvPr/>
                  </p:nvSpPr>
                  <p:spPr>
                    <a:xfrm>
                      <a:off x="5798058" y="2977895"/>
                      <a:ext cx="1523" cy="38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23" h="3810">
                          <a:moveTo>
                            <a:pt x="1524" y="0"/>
                          </a:moveTo>
                          <a:cubicBezTo>
                            <a:pt x="952" y="1238"/>
                            <a:pt x="476" y="2572"/>
                            <a:pt x="0" y="3810"/>
                          </a:cubicBezTo>
                          <a:cubicBezTo>
                            <a:pt x="95" y="3619"/>
                            <a:pt x="190" y="3334"/>
                            <a:pt x="286" y="3143"/>
                          </a:cubicBezTo>
                          <a:cubicBezTo>
                            <a:pt x="667" y="2096"/>
                            <a:pt x="1048" y="1048"/>
                            <a:pt x="1524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2" name="AutoShape 62"/>
                    <p:cNvSpPr/>
                    <p:nvPr/>
                  </p:nvSpPr>
                  <p:spPr>
                    <a:xfrm>
                      <a:off x="6008370" y="3772852"/>
                      <a:ext cx="9810" cy="13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810" h="1333">
                          <a:moveTo>
                            <a:pt x="0" y="1333"/>
                          </a:moveTo>
                          <a:cubicBezTo>
                            <a:pt x="3334" y="952"/>
                            <a:pt x="6667" y="476"/>
                            <a:pt x="9811" y="0"/>
                          </a:cubicBezTo>
                          <a:cubicBezTo>
                            <a:pt x="8858" y="190"/>
                            <a:pt x="8001" y="286"/>
                            <a:pt x="7048" y="476"/>
                          </a:cubicBezTo>
                          <a:cubicBezTo>
                            <a:pt x="4763" y="762"/>
                            <a:pt x="2381" y="1048"/>
                            <a:pt x="0" y="1333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3" name="AutoShape 63"/>
                    <p:cNvSpPr/>
                    <p:nvPr/>
                  </p:nvSpPr>
                  <p:spPr>
                    <a:xfrm>
                      <a:off x="6466141" y="2730912"/>
                      <a:ext cx="19050" cy="102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050" h="10287">
                          <a:moveTo>
                            <a:pt x="0" y="0"/>
                          </a:moveTo>
                          <a:cubicBezTo>
                            <a:pt x="6477" y="3429"/>
                            <a:pt x="12859" y="6858"/>
                            <a:pt x="19050" y="10287"/>
                          </a:cubicBezTo>
                          <a:cubicBezTo>
                            <a:pt x="14288" y="7715"/>
                            <a:pt x="9525" y="5144"/>
                            <a:pt x="4667" y="2572"/>
                          </a:cubicBezTo>
                          <a:cubicBezTo>
                            <a:pt x="3238" y="1715"/>
                            <a:pt x="1619" y="857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4" name="AutoShape 64"/>
                    <p:cNvSpPr/>
                    <p:nvPr/>
                  </p:nvSpPr>
                  <p:spPr>
                    <a:xfrm>
                      <a:off x="6060947" y="2568035"/>
                      <a:ext cx="13811" cy="2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811" h="2952">
                          <a:moveTo>
                            <a:pt x="0" y="0"/>
                          </a:moveTo>
                          <a:cubicBezTo>
                            <a:pt x="4572" y="952"/>
                            <a:pt x="9239" y="2000"/>
                            <a:pt x="13811" y="2953"/>
                          </a:cubicBezTo>
                          <a:cubicBezTo>
                            <a:pt x="11144" y="2381"/>
                            <a:pt x="8477" y="1619"/>
                            <a:pt x="5810" y="1048"/>
                          </a:cubicBezTo>
                          <a:cubicBezTo>
                            <a:pt x="3905" y="762"/>
                            <a:pt x="1905" y="47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5" name="AutoShape 65"/>
                    <p:cNvSpPr/>
                    <p:nvPr/>
                  </p:nvSpPr>
                  <p:spPr>
                    <a:xfrm>
                      <a:off x="6125432" y="2583846"/>
                      <a:ext cx="24003" cy="69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003" h="6952">
                          <a:moveTo>
                            <a:pt x="0" y="0"/>
                          </a:moveTo>
                          <a:cubicBezTo>
                            <a:pt x="8001" y="2286"/>
                            <a:pt x="16097" y="4477"/>
                            <a:pt x="24003" y="6953"/>
                          </a:cubicBezTo>
                          <a:cubicBezTo>
                            <a:pt x="18955" y="5429"/>
                            <a:pt x="13907" y="3905"/>
                            <a:pt x="8858" y="2381"/>
                          </a:cubicBezTo>
                          <a:cubicBezTo>
                            <a:pt x="5906" y="1524"/>
                            <a:pt x="2953" y="857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6" name="AutoShape 66"/>
                    <p:cNvSpPr/>
                    <p:nvPr/>
                  </p:nvSpPr>
                  <p:spPr>
                    <a:xfrm>
                      <a:off x="6020562" y="3771042"/>
                      <a:ext cx="7048" cy="13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048" h="1333">
                          <a:moveTo>
                            <a:pt x="2667" y="857"/>
                          </a:moveTo>
                          <a:cubicBezTo>
                            <a:pt x="1810" y="1048"/>
                            <a:pt x="952" y="1238"/>
                            <a:pt x="0" y="1333"/>
                          </a:cubicBezTo>
                          <a:cubicBezTo>
                            <a:pt x="2381" y="952"/>
                            <a:pt x="4763" y="476"/>
                            <a:pt x="7048" y="0"/>
                          </a:cubicBezTo>
                          <a:cubicBezTo>
                            <a:pt x="6667" y="95"/>
                            <a:pt x="6382" y="190"/>
                            <a:pt x="6001" y="190"/>
                          </a:cubicBezTo>
                          <a:cubicBezTo>
                            <a:pt x="4953" y="476"/>
                            <a:pt x="3810" y="667"/>
                            <a:pt x="2667" y="85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7" name="AutoShape 67"/>
                    <p:cNvSpPr/>
                    <p:nvPr/>
                  </p:nvSpPr>
                  <p:spPr>
                    <a:xfrm>
                      <a:off x="5798343" y="3036189"/>
                      <a:ext cx="2000" cy="52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00" h="5238">
                          <a:moveTo>
                            <a:pt x="2000" y="5239"/>
                          </a:moveTo>
                          <a:cubicBezTo>
                            <a:pt x="1238" y="3524"/>
                            <a:pt x="571" y="1810"/>
                            <a:pt x="0" y="0"/>
                          </a:cubicBezTo>
                          <a:cubicBezTo>
                            <a:pt x="571" y="1810"/>
                            <a:pt x="1238" y="3619"/>
                            <a:pt x="2000" y="523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8" name="AutoShape 68"/>
                    <p:cNvSpPr/>
                    <p:nvPr/>
                  </p:nvSpPr>
                  <p:spPr>
                    <a:xfrm>
                      <a:off x="6031325" y="3768756"/>
                      <a:ext cx="5619" cy="15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9" h="1524">
                          <a:moveTo>
                            <a:pt x="5620" y="0"/>
                          </a:moveTo>
                          <a:cubicBezTo>
                            <a:pt x="3810" y="571"/>
                            <a:pt x="1905" y="1048"/>
                            <a:pt x="0" y="1524"/>
                          </a:cubicBezTo>
                          <a:cubicBezTo>
                            <a:pt x="1810" y="953"/>
                            <a:pt x="3715" y="476"/>
                            <a:pt x="562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9" name="AutoShape 69"/>
                    <p:cNvSpPr/>
                    <p:nvPr/>
                  </p:nvSpPr>
                  <p:spPr>
                    <a:xfrm>
                      <a:off x="6072568" y="3176587"/>
                      <a:ext cx="46767" cy="17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767" h="17525">
                          <a:moveTo>
                            <a:pt x="0" y="0"/>
                          </a:moveTo>
                          <a:cubicBezTo>
                            <a:pt x="16002" y="5715"/>
                            <a:pt x="31528" y="11621"/>
                            <a:pt x="46768" y="17526"/>
                          </a:cubicBezTo>
                          <a:cubicBezTo>
                            <a:pt x="34671" y="12859"/>
                            <a:pt x="22479" y="8192"/>
                            <a:pt x="10001" y="3619"/>
                          </a:cubicBezTo>
                          <a:cubicBezTo>
                            <a:pt x="6667" y="2381"/>
                            <a:pt x="3334" y="1238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0" name="AutoShape 70"/>
                    <p:cNvSpPr/>
                    <p:nvPr/>
                  </p:nvSpPr>
                  <p:spPr>
                    <a:xfrm>
                      <a:off x="6174581" y="3216878"/>
                      <a:ext cx="33147" cy="14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147" h="14858">
                          <a:moveTo>
                            <a:pt x="0" y="0"/>
                          </a:moveTo>
                          <a:cubicBezTo>
                            <a:pt x="11335" y="4858"/>
                            <a:pt x="22288" y="9906"/>
                            <a:pt x="33147" y="14859"/>
                          </a:cubicBezTo>
                          <a:cubicBezTo>
                            <a:pt x="27432" y="12192"/>
                            <a:pt x="21812" y="9525"/>
                            <a:pt x="16002" y="6953"/>
                          </a:cubicBezTo>
                          <a:cubicBezTo>
                            <a:pt x="10763" y="4572"/>
                            <a:pt x="5429" y="228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1" name="AutoShape 71"/>
                    <p:cNvSpPr/>
                    <p:nvPr/>
                  </p:nvSpPr>
                  <p:spPr>
                    <a:xfrm>
                      <a:off x="6126860" y="3197161"/>
                      <a:ext cx="42005" cy="172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005" h="17240">
                          <a:moveTo>
                            <a:pt x="42005" y="17240"/>
                          </a:moveTo>
                          <a:cubicBezTo>
                            <a:pt x="28385" y="11430"/>
                            <a:pt x="14288" y="5715"/>
                            <a:pt x="0" y="0"/>
                          </a:cubicBezTo>
                          <a:cubicBezTo>
                            <a:pt x="14383" y="5620"/>
                            <a:pt x="28385" y="11335"/>
                            <a:pt x="42005" y="1724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2" name="AutoShape 72"/>
                    <p:cNvSpPr/>
                    <p:nvPr/>
                  </p:nvSpPr>
                  <p:spPr>
                    <a:xfrm>
                      <a:off x="5991606" y="3774281"/>
                      <a:ext cx="15716" cy="12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16" h="1238">
                          <a:moveTo>
                            <a:pt x="15716" y="0"/>
                          </a:moveTo>
                          <a:cubicBezTo>
                            <a:pt x="14478" y="95"/>
                            <a:pt x="13335" y="286"/>
                            <a:pt x="12097" y="381"/>
                          </a:cubicBezTo>
                          <a:cubicBezTo>
                            <a:pt x="11621" y="381"/>
                            <a:pt x="11144" y="476"/>
                            <a:pt x="10668" y="476"/>
                          </a:cubicBezTo>
                          <a:cubicBezTo>
                            <a:pt x="7144" y="762"/>
                            <a:pt x="3715" y="1048"/>
                            <a:pt x="0" y="1238"/>
                          </a:cubicBezTo>
                          <a:cubicBezTo>
                            <a:pt x="5525" y="1048"/>
                            <a:pt x="10763" y="571"/>
                            <a:pt x="15716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3" name="AutoShape 73"/>
                    <p:cNvSpPr/>
                    <p:nvPr/>
                  </p:nvSpPr>
                  <p:spPr>
                    <a:xfrm>
                      <a:off x="5802915" y="3745706"/>
                      <a:ext cx="5905" cy="18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05" h="1809">
                          <a:moveTo>
                            <a:pt x="3905" y="1238"/>
                          </a:moveTo>
                          <a:cubicBezTo>
                            <a:pt x="4572" y="1429"/>
                            <a:pt x="5239" y="1619"/>
                            <a:pt x="5905" y="1810"/>
                          </a:cubicBezTo>
                          <a:cubicBezTo>
                            <a:pt x="3905" y="1238"/>
                            <a:pt x="2000" y="571"/>
                            <a:pt x="0" y="0"/>
                          </a:cubicBezTo>
                          <a:cubicBezTo>
                            <a:pt x="1238" y="381"/>
                            <a:pt x="2572" y="857"/>
                            <a:pt x="3905" y="1238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4" name="AutoShape 74"/>
                    <p:cNvSpPr/>
                    <p:nvPr/>
                  </p:nvSpPr>
                  <p:spPr>
                    <a:xfrm>
                      <a:off x="5739288" y="2566606"/>
                      <a:ext cx="7715" cy="2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15" h="2000">
                          <a:moveTo>
                            <a:pt x="0" y="2000"/>
                          </a:moveTo>
                          <a:cubicBezTo>
                            <a:pt x="2572" y="1333"/>
                            <a:pt x="5143" y="572"/>
                            <a:pt x="7715" y="0"/>
                          </a:cubicBezTo>
                          <a:cubicBezTo>
                            <a:pt x="6953" y="191"/>
                            <a:pt x="6096" y="381"/>
                            <a:pt x="5334" y="572"/>
                          </a:cubicBezTo>
                          <a:cubicBezTo>
                            <a:pt x="3524" y="953"/>
                            <a:pt x="1810" y="1524"/>
                            <a:pt x="0" y="200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5" name="AutoShape 75"/>
                    <p:cNvSpPr/>
                    <p:nvPr/>
                  </p:nvSpPr>
                  <p:spPr>
                    <a:xfrm>
                      <a:off x="6214205" y="2612612"/>
                      <a:ext cx="1142" cy="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42" h="476">
                          <a:moveTo>
                            <a:pt x="0" y="0"/>
                          </a:moveTo>
                          <a:cubicBezTo>
                            <a:pt x="381" y="191"/>
                            <a:pt x="762" y="286"/>
                            <a:pt x="1143" y="476"/>
                          </a:cubicBezTo>
                          <a:cubicBezTo>
                            <a:pt x="857" y="381"/>
                            <a:pt x="571" y="286"/>
                            <a:pt x="286" y="95"/>
                          </a:cubicBezTo>
                          <a:cubicBezTo>
                            <a:pt x="190" y="95"/>
                            <a:pt x="95" y="0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6" name="AutoShape 76"/>
                    <p:cNvSpPr/>
                    <p:nvPr/>
                  </p:nvSpPr>
                  <p:spPr>
                    <a:xfrm>
                      <a:off x="6444424" y="3404616"/>
                      <a:ext cx="2666" cy="37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66" h="3714">
                          <a:moveTo>
                            <a:pt x="0" y="0"/>
                          </a:moveTo>
                          <a:cubicBezTo>
                            <a:pt x="952" y="1238"/>
                            <a:pt x="1810" y="2476"/>
                            <a:pt x="2667" y="3715"/>
                          </a:cubicBezTo>
                          <a:cubicBezTo>
                            <a:pt x="2096" y="2858"/>
                            <a:pt x="1524" y="2000"/>
                            <a:pt x="952" y="1143"/>
                          </a:cubicBezTo>
                          <a:cubicBezTo>
                            <a:pt x="667" y="762"/>
                            <a:pt x="286" y="47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7" name="AutoShape 77"/>
                    <p:cNvSpPr/>
                    <p:nvPr/>
                  </p:nvSpPr>
                  <p:spPr>
                    <a:xfrm>
                      <a:off x="6398133" y="3352990"/>
                      <a:ext cx="4191" cy="38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91" h="3808">
                          <a:moveTo>
                            <a:pt x="0" y="0"/>
                          </a:moveTo>
                          <a:cubicBezTo>
                            <a:pt x="1333" y="1238"/>
                            <a:pt x="2762" y="2476"/>
                            <a:pt x="4191" y="3810"/>
                          </a:cubicBezTo>
                          <a:cubicBezTo>
                            <a:pt x="3715" y="3334"/>
                            <a:pt x="3143" y="2858"/>
                            <a:pt x="2667" y="2381"/>
                          </a:cubicBezTo>
                          <a:cubicBezTo>
                            <a:pt x="1810" y="1524"/>
                            <a:pt x="857" y="762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8" name="AutoShape 78"/>
                    <p:cNvSpPr/>
                    <p:nvPr/>
                  </p:nvSpPr>
                  <p:spPr>
                    <a:xfrm>
                      <a:off x="5775674" y="2558510"/>
                      <a:ext cx="10096" cy="18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6" h="1809">
                          <a:moveTo>
                            <a:pt x="2667" y="1238"/>
                          </a:moveTo>
                          <a:cubicBezTo>
                            <a:pt x="1810" y="1429"/>
                            <a:pt x="857" y="1619"/>
                            <a:pt x="0" y="1810"/>
                          </a:cubicBezTo>
                          <a:cubicBezTo>
                            <a:pt x="3334" y="1143"/>
                            <a:pt x="6763" y="667"/>
                            <a:pt x="10096" y="0"/>
                          </a:cubicBezTo>
                          <a:cubicBezTo>
                            <a:pt x="8001" y="381"/>
                            <a:pt x="5905" y="667"/>
                            <a:pt x="3810" y="1048"/>
                          </a:cubicBezTo>
                          <a:cubicBezTo>
                            <a:pt x="3429" y="1143"/>
                            <a:pt x="3048" y="1238"/>
                            <a:pt x="2667" y="1238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9" name="AutoShape 79"/>
                    <p:cNvSpPr/>
                    <p:nvPr/>
                  </p:nvSpPr>
                  <p:spPr>
                    <a:xfrm>
                      <a:off x="6479095" y="3461004"/>
                      <a:ext cx="2952" cy="59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52" h="5905">
                          <a:moveTo>
                            <a:pt x="0" y="0"/>
                          </a:moveTo>
                          <a:cubicBezTo>
                            <a:pt x="953" y="2000"/>
                            <a:pt x="2000" y="4000"/>
                            <a:pt x="2953" y="5905"/>
                          </a:cubicBezTo>
                          <a:cubicBezTo>
                            <a:pt x="2476" y="4858"/>
                            <a:pt x="2000" y="3715"/>
                            <a:pt x="1524" y="2667"/>
                          </a:cubicBezTo>
                          <a:cubicBezTo>
                            <a:pt x="1048" y="1810"/>
                            <a:pt x="476" y="953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0" name="AutoShape 80"/>
                    <p:cNvSpPr/>
                    <p:nvPr/>
                  </p:nvSpPr>
                  <p:spPr>
                    <a:xfrm>
                      <a:off x="5794724" y="2990468"/>
                      <a:ext cx="857" cy="39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7" h="3905">
                          <a:moveTo>
                            <a:pt x="857" y="0"/>
                          </a:moveTo>
                          <a:cubicBezTo>
                            <a:pt x="571" y="1333"/>
                            <a:pt x="190" y="2572"/>
                            <a:pt x="0" y="3905"/>
                          </a:cubicBezTo>
                          <a:cubicBezTo>
                            <a:pt x="0" y="3715"/>
                            <a:pt x="95" y="3524"/>
                            <a:pt x="95" y="3334"/>
                          </a:cubicBezTo>
                          <a:cubicBezTo>
                            <a:pt x="286" y="2191"/>
                            <a:pt x="571" y="1143"/>
                            <a:pt x="857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1" name="AutoShape 81"/>
                    <p:cNvSpPr/>
                    <p:nvPr/>
                  </p:nvSpPr>
                  <p:spPr>
                    <a:xfrm>
                      <a:off x="5841301" y="3756183"/>
                      <a:ext cx="6953" cy="16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952" h="1619">
                          <a:moveTo>
                            <a:pt x="6953" y="1619"/>
                          </a:moveTo>
                          <a:cubicBezTo>
                            <a:pt x="4667" y="1048"/>
                            <a:pt x="2286" y="571"/>
                            <a:pt x="0" y="0"/>
                          </a:cubicBezTo>
                          <a:cubicBezTo>
                            <a:pt x="2286" y="571"/>
                            <a:pt x="4572" y="1143"/>
                            <a:pt x="6953" y="161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2" name="AutoShape 82"/>
                    <p:cNvSpPr/>
                    <p:nvPr/>
                  </p:nvSpPr>
                  <p:spPr>
                    <a:xfrm>
                      <a:off x="6310312" y="3285934"/>
                      <a:ext cx="6572" cy="4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" h="4095">
                          <a:moveTo>
                            <a:pt x="0" y="0"/>
                          </a:moveTo>
                          <a:cubicBezTo>
                            <a:pt x="2191" y="1333"/>
                            <a:pt x="4382" y="2667"/>
                            <a:pt x="6572" y="4096"/>
                          </a:cubicBezTo>
                          <a:cubicBezTo>
                            <a:pt x="6096" y="3810"/>
                            <a:pt x="5620" y="3429"/>
                            <a:pt x="5143" y="3143"/>
                          </a:cubicBezTo>
                          <a:cubicBezTo>
                            <a:pt x="3429" y="2095"/>
                            <a:pt x="1619" y="1048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3" name="AutoShape 83"/>
                    <p:cNvSpPr/>
                    <p:nvPr/>
                  </p:nvSpPr>
                  <p:spPr>
                    <a:xfrm>
                      <a:off x="6259449" y="3256883"/>
                      <a:ext cx="14001" cy="75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001" h="7524">
                          <a:moveTo>
                            <a:pt x="0" y="0"/>
                          </a:moveTo>
                          <a:cubicBezTo>
                            <a:pt x="4763" y="2477"/>
                            <a:pt x="9334" y="5048"/>
                            <a:pt x="14002" y="7525"/>
                          </a:cubicBezTo>
                          <a:cubicBezTo>
                            <a:pt x="12478" y="6667"/>
                            <a:pt x="11049" y="5810"/>
                            <a:pt x="9430" y="4953"/>
                          </a:cubicBezTo>
                          <a:cubicBezTo>
                            <a:pt x="6382" y="3334"/>
                            <a:pt x="3238" y="1619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4" name="AutoShape 84"/>
                    <p:cNvSpPr/>
                    <p:nvPr/>
                  </p:nvSpPr>
                  <p:spPr>
                    <a:xfrm>
                      <a:off x="6356604" y="3317938"/>
                      <a:ext cx="5619" cy="43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9" h="4381">
                          <a:moveTo>
                            <a:pt x="0" y="0"/>
                          </a:moveTo>
                          <a:cubicBezTo>
                            <a:pt x="1905" y="1429"/>
                            <a:pt x="3715" y="2953"/>
                            <a:pt x="5620" y="4382"/>
                          </a:cubicBezTo>
                          <a:cubicBezTo>
                            <a:pt x="4382" y="3429"/>
                            <a:pt x="3143" y="2381"/>
                            <a:pt x="1905" y="1334"/>
                          </a:cubicBezTo>
                          <a:cubicBezTo>
                            <a:pt x="1333" y="857"/>
                            <a:pt x="667" y="47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5" name="AutoShape 85"/>
                    <p:cNvSpPr/>
                    <p:nvPr/>
                  </p:nvSpPr>
                  <p:spPr>
                    <a:xfrm>
                      <a:off x="5482685" y="3509009"/>
                      <a:ext cx="399287" cy="2556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9287" h="255651">
                          <a:moveTo>
                            <a:pt x="399288" y="244031"/>
                          </a:moveTo>
                          <a:lnTo>
                            <a:pt x="399193" y="217646"/>
                          </a:lnTo>
                          <a:lnTo>
                            <a:pt x="399002" y="187833"/>
                          </a:lnTo>
                          <a:lnTo>
                            <a:pt x="398717" y="139732"/>
                          </a:lnTo>
                          <a:lnTo>
                            <a:pt x="398336" y="78200"/>
                          </a:lnTo>
                          <a:lnTo>
                            <a:pt x="398240" y="59722"/>
                          </a:lnTo>
                          <a:cubicBezTo>
                            <a:pt x="363569" y="48958"/>
                            <a:pt x="328898" y="36862"/>
                            <a:pt x="294132" y="23336"/>
                          </a:cubicBezTo>
                          <a:cubicBezTo>
                            <a:pt x="285179" y="19812"/>
                            <a:pt x="276225" y="16288"/>
                            <a:pt x="267271" y="12573"/>
                          </a:cubicBezTo>
                          <a:cubicBezTo>
                            <a:pt x="256794" y="8477"/>
                            <a:pt x="246698" y="4286"/>
                            <a:pt x="236601" y="0"/>
                          </a:cubicBezTo>
                          <a:lnTo>
                            <a:pt x="0" y="74295"/>
                          </a:lnTo>
                          <a:cubicBezTo>
                            <a:pt x="12192" y="82772"/>
                            <a:pt x="24670" y="91059"/>
                            <a:pt x="37433" y="99346"/>
                          </a:cubicBezTo>
                          <a:cubicBezTo>
                            <a:pt x="39052" y="100394"/>
                            <a:pt x="40576" y="101346"/>
                            <a:pt x="42196" y="102394"/>
                          </a:cubicBezTo>
                          <a:cubicBezTo>
                            <a:pt x="44291" y="103727"/>
                            <a:pt x="46482" y="105156"/>
                            <a:pt x="48577" y="106490"/>
                          </a:cubicBezTo>
                          <a:cubicBezTo>
                            <a:pt x="56959" y="111824"/>
                            <a:pt x="65532" y="117062"/>
                            <a:pt x="74104" y="122206"/>
                          </a:cubicBezTo>
                          <a:cubicBezTo>
                            <a:pt x="77819" y="124397"/>
                            <a:pt x="81439" y="126683"/>
                            <a:pt x="85249" y="128873"/>
                          </a:cubicBezTo>
                          <a:cubicBezTo>
                            <a:pt x="97536" y="136112"/>
                            <a:pt x="109919" y="143161"/>
                            <a:pt x="122682" y="150114"/>
                          </a:cubicBezTo>
                          <a:cubicBezTo>
                            <a:pt x="128111" y="153162"/>
                            <a:pt x="134017" y="156210"/>
                            <a:pt x="139637" y="159258"/>
                          </a:cubicBezTo>
                          <a:cubicBezTo>
                            <a:pt x="142494" y="160782"/>
                            <a:pt x="145256" y="162306"/>
                            <a:pt x="148209" y="163925"/>
                          </a:cubicBezTo>
                          <a:cubicBezTo>
                            <a:pt x="149923" y="164783"/>
                            <a:pt x="151638" y="165735"/>
                            <a:pt x="153352" y="166592"/>
                          </a:cubicBezTo>
                          <a:cubicBezTo>
                            <a:pt x="162020" y="171069"/>
                            <a:pt x="170879" y="175546"/>
                            <a:pt x="180118" y="179927"/>
                          </a:cubicBezTo>
                          <a:cubicBezTo>
                            <a:pt x="181832" y="180785"/>
                            <a:pt x="183642" y="181642"/>
                            <a:pt x="185356" y="182404"/>
                          </a:cubicBezTo>
                          <a:cubicBezTo>
                            <a:pt x="194500" y="186785"/>
                            <a:pt x="203835" y="191072"/>
                            <a:pt x="213455" y="195453"/>
                          </a:cubicBezTo>
                          <a:cubicBezTo>
                            <a:pt x="214217" y="195739"/>
                            <a:pt x="214884" y="196120"/>
                            <a:pt x="215551" y="196406"/>
                          </a:cubicBezTo>
                          <a:cubicBezTo>
                            <a:pt x="215836" y="196501"/>
                            <a:pt x="216122" y="196596"/>
                            <a:pt x="216408" y="196787"/>
                          </a:cubicBezTo>
                          <a:cubicBezTo>
                            <a:pt x="227362" y="201644"/>
                            <a:pt x="238696" y="206597"/>
                            <a:pt x="250317" y="211455"/>
                          </a:cubicBezTo>
                          <a:cubicBezTo>
                            <a:pt x="261080" y="216027"/>
                            <a:pt x="271939" y="220123"/>
                            <a:pt x="282892" y="224123"/>
                          </a:cubicBezTo>
                          <a:cubicBezTo>
                            <a:pt x="283750" y="224409"/>
                            <a:pt x="284607" y="224790"/>
                            <a:pt x="285464" y="225076"/>
                          </a:cubicBezTo>
                          <a:cubicBezTo>
                            <a:pt x="287179" y="225743"/>
                            <a:pt x="288893" y="226219"/>
                            <a:pt x="290608" y="226886"/>
                          </a:cubicBezTo>
                          <a:cubicBezTo>
                            <a:pt x="300419" y="230315"/>
                            <a:pt x="310229" y="233553"/>
                            <a:pt x="320040" y="236506"/>
                          </a:cubicBezTo>
                          <a:cubicBezTo>
                            <a:pt x="322040" y="237077"/>
                            <a:pt x="323945" y="237744"/>
                            <a:pt x="325946" y="238316"/>
                          </a:cubicBezTo>
                          <a:cubicBezTo>
                            <a:pt x="327184" y="238697"/>
                            <a:pt x="328422" y="238982"/>
                            <a:pt x="329565" y="239268"/>
                          </a:cubicBezTo>
                          <a:cubicBezTo>
                            <a:pt x="339185" y="242030"/>
                            <a:pt x="348710" y="244697"/>
                            <a:pt x="358426" y="246983"/>
                          </a:cubicBezTo>
                          <a:cubicBezTo>
                            <a:pt x="360712" y="247555"/>
                            <a:pt x="363093" y="248126"/>
                            <a:pt x="365379" y="248603"/>
                          </a:cubicBezTo>
                          <a:cubicBezTo>
                            <a:pt x="369094" y="249460"/>
                            <a:pt x="372713" y="250127"/>
                            <a:pt x="376428" y="250889"/>
                          </a:cubicBezTo>
                          <a:cubicBezTo>
                            <a:pt x="383953" y="252508"/>
                            <a:pt x="391573" y="254318"/>
                            <a:pt x="399193" y="255651"/>
                          </a:cubicBezTo>
                          <a:lnTo>
                            <a:pt x="399288" y="24403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2F6FFD">
                            <a:alpha val="100000"/>
                          </a:srgbClr>
                        </a:gs>
                        <a:gs pos="97140">
                          <a:srgbClr val="2F6FFD">
                            <a:alpha val="100000"/>
                            <a:lumMod val="50000"/>
                          </a:srgbClr>
                        </a:gs>
                      </a:gsLst>
                      <a:lin ang="27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6" name="AutoShape 86"/>
                    <p:cNvSpPr/>
                    <p:nvPr/>
                  </p:nvSpPr>
                  <p:spPr>
                    <a:xfrm>
                      <a:off x="6297549" y="4095559"/>
                      <a:ext cx="11049" cy="6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049" h="6095">
                          <a:moveTo>
                            <a:pt x="11049" y="0"/>
                          </a:moveTo>
                          <a:cubicBezTo>
                            <a:pt x="7429" y="2096"/>
                            <a:pt x="3715" y="4096"/>
                            <a:pt x="0" y="6096"/>
                          </a:cubicBezTo>
                          <a:cubicBezTo>
                            <a:pt x="3715" y="4191"/>
                            <a:pt x="7334" y="2096"/>
                            <a:pt x="11049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7" name="AutoShape 87"/>
                    <p:cNvSpPr/>
                    <p:nvPr/>
                  </p:nvSpPr>
                  <p:spPr>
                    <a:xfrm>
                      <a:off x="6316884" y="4084034"/>
                      <a:ext cx="11239" cy="69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239" h="6952">
                          <a:moveTo>
                            <a:pt x="11239" y="0"/>
                          </a:moveTo>
                          <a:cubicBezTo>
                            <a:pt x="7525" y="2381"/>
                            <a:pt x="3810" y="4667"/>
                            <a:pt x="0" y="6953"/>
                          </a:cubicBezTo>
                          <a:cubicBezTo>
                            <a:pt x="3810" y="4667"/>
                            <a:pt x="7525" y="2286"/>
                            <a:pt x="11239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8" name="AutoShape 88"/>
                    <p:cNvSpPr/>
                    <p:nvPr/>
                  </p:nvSpPr>
                  <p:spPr>
                    <a:xfrm>
                      <a:off x="6257067" y="4115657"/>
                      <a:ext cx="11334" cy="48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34" h="4857">
                          <a:moveTo>
                            <a:pt x="11335" y="0"/>
                          </a:moveTo>
                          <a:cubicBezTo>
                            <a:pt x="7620" y="1619"/>
                            <a:pt x="3810" y="3334"/>
                            <a:pt x="0" y="4858"/>
                          </a:cubicBezTo>
                          <a:cubicBezTo>
                            <a:pt x="3810" y="3238"/>
                            <a:pt x="7525" y="1619"/>
                            <a:pt x="11335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9" name="AutoShape 89"/>
                    <p:cNvSpPr/>
                    <p:nvPr/>
                  </p:nvSpPr>
                  <p:spPr>
                    <a:xfrm>
                      <a:off x="6235922" y="4124229"/>
                      <a:ext cx="11525" cy="4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25" h="4286">
                          <a:moveTo>
                            <a:pt x="11525" y="0"/>
                          </a:moveTo>
                          <a:cubicBezTo>
                            <a:pt x="7715" y="1429"/>
                            <a:pt x="3905" y="2953"/>
                            <a:pt x="0" y="4286"/>
                          </a:cubicBezTo>
                          <a:cubicBezTo>
                            <a:pt x="3905" y="2953"/>
                            <a:pt x="7715" y="1429"/>
                            <a:pt x="11525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0" name="AutoShape 90"/>
                    <p:cNvSpPr/>
                    <p:nvPr/>
                  </p:nvSpPr>
                  <p:spPr>
                    <a:xfrm>
                      <a:off x="6277641" y="4106132"/>
                      <a:ext cx="11144" cy="54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144" h="5429">
                          <a:moveTo>
                            <a:pt x="11144" y="0"/>
                          </a:moveTo>
                          <a:cubicBezTo>
                            <a:pt x="7429" y="1810"/>
                            <a:pt x="3810" y="3715"/>
                            <a:pt x="0" y="5429"/>
                          </a:cubicBezTo>
                          <a:cubicBezTo>
                            <a:pt x="3715" y="3620"/>
                            <a:pt x="7429" y="1810"/>
                            <a:pt x="11144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1" name="AutoShape 91"/>
                    <p:cNvSpPr/>
                    <p:nvPr/>
                  </p:nvSpPr>
                  <p:spPr>
                    <a:xfrm>
                      <a:off x="6353746" y="4060507"/>
                      <a:ext cx="8286" cy="6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286" h="6286">
                          <a:moveTo>
                            <a:pt x="0" y="6287"/>
                          </a:moveTo>
                          <a:cubicBezTo>
                            <a:pt x="2762" y="4286"/>
                            <a:pt x="5525" y="2096"/>
                            <a:pt x="8287" y="0"/>
                          </a:cubicBezTo>
                          <a:lnTo>
                            <a:pt x="8287" y="0"/>
                          </a:lnTo>
                          <a:cubicBezTo>
                            <a:pt x="5429" y="2096"/>
                            <a:pt x="2762" y="4286"/>
                            <a:pt x="0" y="6287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2" name="AutoShape 92"/>
                    <p:cNvSpPr/>
                    <p:nvPr/>
                  </p:nvSpPr>
                  <p:spPr>
                    <a:xfrm>
                      <a:off x="6335553" y="4070984"/>
                      <a:ext cx="12096" cy="8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96" h="8286">
                          <a:moveTo>
                            <a:pt x="12097" y="0"/>
                          </a:moveTo>
                          <a:cubicBezTo>
                            <a:pt x="8096" y="2762"/>
                            <a:pt x="4096" y="5620"/>
                            <a:pt x="0" y="8287"/>
                          </a:cubicBezTo>
                          <a:cubicBezTo>
                            <a:pt x="4096" y="5715"/>
                            <a:pt x="8096" y="2858"/>
                            <a:pt x="12097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3" name="AutoShape 93"/>
                    <p:cNvSpPr/>
                    <p:nvPr/>
                  </p:nvSpPr>
                  <p:spPr>
                    <a:xfrm>
                      <a:off x="6023229" y="4079938"/>
                      <a:ext cx="370522" cy="3568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0522" h="356806">
                          <a:moveTo>
                            <a:pt x="202787" y="52007"/>
                          </a:moveTo>
                          <a:cubicBezTo>
                            <a:pt x="197644" y="53721"/>
                            <a:pt x="192596" y="55436"/>
                            <a:pt x="187357" y="56960"/>
                          </a:cubicBezTo>
                          <a:cubicBezTo>
                            <a:pt x="126968" y="74867"/>
                            <a:pt x="64484" y="84868"/>
                            <a:pt x="0" y="86963"/>
                          </a:cubicBezTo>
                          <a:lnTo>
                            <a:pt x="1429" y="356807"/>
                          </a:lnTo>
                          <a:lnTo>
                            <a:pt x="370522" y="240983"/>
                          </a:lnTo>
                          <a:lnTo>
                            <a:pt x="369189" y="0"/>
                          </a:lnTo>
                          <a:lnTo>
                            <a:pt x="194786" y="54769"/>
                          </a:lnTo>
                          <a:cubicBezTo>
                            <a:pt x="197548" y="53816"/>
                            <a:pt x="200120" y="52864"/>
                            <a:pt x="202787" y="5200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4" name="AutoShape 94"/>
                    <p:cNvSpPr/>
                    <p:nvPr/>
                  </p:nvSpPr>
                  <p:spPr>
                    <a:xfrm>
                      <a:off x="5990748" y="3610546"/>
                      <a:ext cx="93155" cy="165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155" h="165068">
                          <a:moveTo>
                            <a:pt x="93155" y="99250"/>
                          </a:moveTo>
                          <a:cubicBezTo>
                            <a:pt x="93059" y="78486"/>
                            <a:pt x="84487" y="59912"/>
                            <a:pt x="67628" y="43720"/>
                          </a:cubicBezTo>
                          <a:cubicBezTo>
                            <a:pt x="50673" y="27432"/>
                            <a:pt x="28099" y="12954"/>
                            <a:pt x="0" y="0"/>
                          </a:cubicBezTo>
                          <a:lnTo>
                            <a:pt x="857" y="165068"/>
                          </a:lnTo>
                          <a:lnTo>
                            <a:pt x="76295" y="141446"/>
                          </a:lnTo>
                          <a:cubicBezTo>
                            <a:pt x="87440" y="130492"/>
                            <a:pt x="93250" y="116491"/>
                            <a:pt x="93155" y="99250"/>
                          </a:cubicBezTo>
                          <a:close/>
                        </a:path>
                      </a:pathLst>
                    </a:custGeom>
                    <a:solidFill>
                      <a:srgbClr val="2F6FFD">
                        <a:alpha val="100000"/>
                        <a:lumMod val="5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5" name="AutoShape 95"/>
                    <p:cNvSpPr/>
                    <p:nvPr/>
                  </p:nvSpPr>
                  <p:spPr>
                    <a:xfrm>
                      <a:off x="5991510" y="3751992"/>
                      <a:ext cx="75437" cy="2362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5437" h="23621">
                          <a:moveTo>
                            <a:pt x="71819" y="3715"/>
                          </a:moveTo>
                          <a:cubicBezTo>
                            <a:pt x="73247" y="2572"/>
                            <a:pt x="74200" y="1238"/>
                            <a:pt x="75438" y="0"/>
                          </a:cubicBezTo>
                          <a:lnTo>
                            <a:pt x="0" y="23622"/>
                          </a:lnTo>
                          <a:cubicBezTo>
                            <a:pt x="3715" y="23431"/>
                            <a:pt x="7239" y="23146"/>
                            <a:pt x="10668" y="22860"/>
                          </a:cubicBezTo>
                          <a:lnTo>
                            <a:pt x="71819" y="371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6" name="AutoShape 96"/>
                    <p:cNvSpPr/>
                    <p:nvPr/>
                  </p:nvSpPr>
                  <p:spPr>
                    <a:xfrm>
                      <a:off x="6002274" y="3755802"/>
                      <a:ext cx="61055" cy="1914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055" h="19145">
                          <a:moveTo>
                            <a:pt x="1429" y="18955"/>
                          </a:moveTo>
                          <a:cubicBezTo>
                            <a:pt x="2667" y="18859"/>
                            <a:pt x="3810" y="18669"/>
                            <a:pt x="5048" y="18574"/>
                          </a:cubicBezTo>
                          <a:cubicBezTo>
                            <a:pt x="5429" y="18574"/>
                            <a:pt x="5715" y="18479"/>
                            <a:pt x="6096" y="18479"/>
                          </a:cubicBezTo>
                          <a:cubicBezTo>
                            <a:pt x="8477" y="18193"/>
                            <a:pt x="10858" y="17907"/>
                            <a:pt x="13144" y="17621"/>
                          </a:cubicBezTo>
                          <a:cubicBezTo>
                            <a:pt x="14097" y="17526"/>
                            <a:pt x="14954" y="17336"/>
                            <a:pt x="15907" y="17145"/>
                          </a:cubicBezTo>
                          <a:cubicBezTo>
                            <a:pt x="16764" y="17050"/>
                            <a:pt x="17526" y="16859"/>
                            <a:pt x="18288" y="16764"/>
                          </a:cubicBezTo>
                          <a:cubicBezTo>
                            <a:pt x="19240" y="16574"/>
                            <a:pt x="20098" y="16383"/>
                            <a:pt x="20955" y="16288"/>
                          </a:cubicBezTo>
                          <a:lnTo>
                            <a:pt x="49625" y="7334"/>
                          </a:lnTo>
                          <a:cubicBezTo>
                            <a:pt x="53816" y="5239"/>
                            <a:pt x="57626" y="2953"/>
                            <a:pt x="60769" y="286"/>
                          </a:cubicBezTo>
                          <a:cubicBezTo>
                            <a:pt x="60865" y="191"/>
                            <a:pt x="60960" y="95"/>
                            <a:pt x="61055" y="0"/>
                          </a:cubicBezTo>
                          <a:lnTo>
                            <a:pt x="0" y="19145"/>
                          </a:lnTo>
                          <a:cubicBezTo>
                            <a:pt x="476" y="18955"/>
                            <a:pt x="1048" y="18955"/>
                            <a:pt x="1429" y="18955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7" name="AutoShape 97"/>
                    <p:cNvSpPr/>
                    <p:nvPr/>
                  </p:nvSpPr>
                  <p:spPr>
                    <a:xfrm>
                      <a:off x="6023229" y="3762946"/>
                      <a:ext cx="28670" cy="89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69" h="8953">
                          <a:moveTo>
                            <a:pt x="3334" y="8382"/>
                          </a:moveTo>
                          <a:cubicBezTo>
                            <a:pt x="3715" y="8287"/>
                            <a:pt x="4000" y="8192"/>
                            <a:pt x="4381" y="8192"/>
                          </a:cubicBezTo>
                          <a:cubicBezTo>
                            <a:pt x="5620" y="7906"/>
                            <a:pt x="6858" y="7620"/>
                            <a:pt x="8001" y="7334"/>
                          </a:cubicBezTo>
                          <a:cubicBezTo>
                            <a:pt x="9906" y="6858"/>
                            <a:pt x="11811" y="6382"/>
                            <a:pt x="13621" y="5810"/>
                          </a:cubicBezTo>
                          <a:cubicBezTo>
                            <a:pt x="19145" y="4191"/>
                            <a:pt x="24194" y="2286"/>
                            <a:pt x="28670" y="0"/>
                          </a:cubicBezTo>
                          <a:lnTo>
                            <a:pt x="0" y="8954"/>
                          </a:lnTo>
                          <a:cubicBezTo>
                            <a:pt x="1143" y="8763"/>
                            <a:pt x="2286" y="8573"/>
                            <a:pt x="3334" y="8382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8" name="AutoShape 98"/>
                    <p:cNvSpPr/>
                    <p:nvPr/>
                  </p:nvSpPr>
                  <p:spPr>
                    <a:xfrm>
                      <a:off x="5793962" y="2935509"/>
                      <a:ext cx="84772" cy="1694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772" h="169449">
                          <a:moveTo>
                            <a:pt x="84392" y="154305"/>
                          </a:moveTo>
                          <a:lnTo>
                            <a:pt x="84296" y="139255"/>
                          </a:lnTo>
                          <a:lnTo>
                            <a:pt x="84201" y="125825"/>
                          </a:lnTo>
                          <a:lnTo>
                            <a:pt x="84106" y="112776"/>
                          </a:lnTo>
                          <a:lnTo>
                            <a:pt x="84011" y="98203"/>
                          </a:lnTo>
                          <a:lnTo>
                            <a:pt x="83915" y="85630"/>
                          </a:lnTo>
                          <a:lnTo>
                            <a:pt x="83820" y="72199"/>
                          </a:lnTo>
                          <a:lnTo>
                            <a:pt x="83820" y="63817"/>
                          </a:lnTo>
                          <a:lnTo>
                            <a:pt x="83820" y="56388"/>
                          </a:lnTo>
                          <a:lnTo>
                            <a:pt x="83820" y="49244"/>
                          </a:lnTo>
                          <a:lnTo>
                            <a:pt x="83820" y="42672"/>
                          </a:lnTo>
                          <a:lnTo>
                            <a:pt x="83820" y="37147"/>
                          </a:lnTo>
                          <a:lnTo>
                            <a:pt x="83820" y="32385"/>
                          </a:lnTo>
                          <a:lnTo>
                            <a:pt x="83820" y="28194"/>
                          </a:lnTo>
                          <a:lnTo>
                            <a:pt x="83820" y="24384"/>
                          </a:lnTo>
                          <a:lnTo>
                            <a:pt x="83820" y="20765"/>
                          </a:lnTo>
                          <a:lnTo>
                            <a:pt x="83820" y="17335"/>
                          </a:lnTo>
                          <a:lnTo>
                            <a:pt x="83820" y="13906"/>
                          </a:lnTo>
                          <a:lnTo>
                            <a:pt x="83820" y="10382"/>
                          </a:lnTo>
                          <a:lnTo>
                            <a:pt x="83820" y="6382"/>
                          </a:lnTo>
                          <a:lnTo>
                            <a:pt x="83820" y="0"/>
                          </a:lnTo>
                          <a:cubicBezTo>
                            <a:pt x="70485" y="1333"/>
                            <a:pt x="58769" y="3715"/>
                            <a:pt x="48673" y="7144"/>
                          </a:cubicBezTo>
                          <a:cubicBezTo>
                            <a:pt x="47149" y="7620"/>
                            <a:pt x="45720" y="8287"/>
                            <a:pt x="44291" y="8763"/>
                          </a:cubicBezTo>
                          <a:cubicBezTo>
                            <a:pt x="41053" y="10001"/>
                            <a:pt x="37909" y="11430"/>
                            <a:pt x="34957" y="12954"/>
                          </a:cubicBezTo>
                          <a:cubicBezTo>
                            <a:pt x="33623" y="13621"/>
                            <a:pt x="32194" y="14383"/>
                            <a:pt x="30956" y="15145"/>
                          </a:cubicBezTo>
                          <a:cubicBezTo>
                            <a:pt x="27908" y="16954"/>
                            <a:pt x="25146" y="18859"/>
                            <a:pt x="22574" y="20955"/>
                          </a:cubicBezTo>
                          <a:cubicBezTo>
                            <a:pt x="22003" y="21431"/>
                            <a:pt x="21336" y="21812"/>
                            <a:pt x="20765" y="22288"/>
                          </a:cubicBezTo>
                          <a:cubicBezTo>
                            <a:pt x="20288" y="22669"/>
                            <a:pt x="19907" y="23146"/>
                            <a:pt x="19431" y="23527"/>
                          </a:cubicBezTo>
                          <a:cubicBezTo>
                            <a:pt x="18002" y="24860"/>
                            <a:pt x="16859" y="26289"/>
                            <a:pt x="15621" y="27718"/>
                          </a:cubicBezTo>
                          <a:cubicBezTo>
                            <a:pt x="14383" y="29051"/>
                            <a:pt x="13049" y="30290"/>
                            <a:pt x="12002" y="31718"/>
                          </a:cubicBezTo>
                          <a:cubicBezTo>
                            <a:pt x="12002" y="31718"/>
                            <a:pt x="12002" y="31718"/>
                            <a:pt x="12002" y="31718"/>
                          </a:cubicBezTo>
                          <a:cubicBezTo>
                            <a:pt x="11716" y="32194"/>
                            <a:pt x="11430" y="32671"/>
                            <a:pt x="11144" y="33052"/>
                          </a:cubicBezTo>
                          <a:cubicBezTo>
                            <a:pt x="10858" y="33433"/>
                            <a:pt x="10668" y="33814"/>
                            <a:pt x="10477" y="34195"/>
                          </a:cubicBezTo>
                          <a:cubicBezTo>
                            <a:pt x="9811" y="35242"/>
                            <a:pt x="9334" y="36290"/>
                            <a:pt x="8763" y="37338"/>
                          </a:cubicBezTo>
                          <a:cubicBezTo>
                            <a:pt x="8001" y="38671"/>
                            <a:pt x="7144" y="40005"/>
                            <a:pt x="6477" y="41434"/>
                          </a:cubicBezTo>
                          <a:cubicBezTo>
                            <a:pt x="6382" y="41719"/>
                            <a:pt x="6096" y="42005"/>
                            <a:pt x="6001" y="42291"/>
                          </a:cubicBezTo>
                          <a:cubicBezTo>
                            <a:pt x="5525" y="43339"/>
                            <a:pt x="5144" y="44386"/>
                            <a:pt x="4763" y="45434"/>
                          </a:cubicBezTo>
                          <a:cubicBezTo>
                            <a:pt x="4667" y="45625"/>
                            <a:pt x="4572" y="45910"/>
                            <a:pt x="4477" y="46101"/>
                          </a:cubicBezTo>
                          <a:cubicBezTo>
                            <a:pt x="4096" y="47149"/>
                            <a:pt x="3905" y="48292"/>
                            <a:pt x="3524" y="49340"/>
                          </a:cubicBezTo>
                          <a:cubicBezTo>
                            <a:pt x="3143" y="50768"/>
                            <a:pt x="2667" y="52102"/>
                            <a:pt x="2286" y="53530"/>
                          </a:cubicBezTo>
                          <a:cubicBezTo>
                            <a:pt x="2191" y="54007"/>
                            <a:pt x="2000" y="54388"/>
                            <a:pt x="1905" y="54769"/>
                          </a:cubicBezTo>
                          <a:cubicBezTo>
                            <a:pt x="1619" y="55912"/>
                            <a:pt x="1429" y="56959"/>
                            <a:pt x="1238" y="58102"/>
                          </a:cubicBezTo>
                          <a:cubicBezTo>
                            <a:pt x="1238" y="58293"/>
                            <a:pt x="1143" y="58483"/>
                            <a:pt x="1143" y="58674"/>
                          </a:cubicBezTo>
                          <a:cubicBezTo>
                            <a:pt x="952" y="60007"/>
                            <a:pt x="952" y="61531"/>
                            <a:pt x="762" y="62960"/>
                          </a:cubicBezTo>
                          <a:cubicBezTo>
                            <a:pt x="571" y="64865"/>
                            <a:pt x="381" y="66675"/>
                            <a:pt x="286" y="68675"/>
                          </a:cubicBezTo>
                          <a:cubicBezTo>
                            <a:pt x="190" y="70009"/>
                            <a:pt x="0" y="71152"/>
                            <a:pt x="0" y="72580"/>
                          </a:cubicBezTo>
                          <a:cubicBezTo>
                            <a:pt x="0" y="73533"/>
                            <a:pt x="190" y="74390"/>
                            <a:pt x="286" y="75343"/>
                          </a:cubicBezTo>
                          <a:cubicBezTo>
                            <a:pt x="381" y="77724"/>
                            <a:pt x="667" y="80010"/>
                            <a:pt x="857" y="82391"/>
                          </a:cubicBezTo>
                          <a:cubicBezTo>
                            <a:pt x="1048" y="84201"/>
                            <a:pt x="1048" y="86201"/>
                            <a:pt x="1333" y="88011"/>
                          </a:cubicBezTo>
                          <a:cubicBezTo>
                            <a:pt x="1429" y="88297"/>
                            <a:pt x="1429" y="88582"/>
                            <a:pt x="1429" y="88963"/>
                          </a:cubicBezTo>
                          <a:cubicBezTo>
                            <a:pt x="1429" y="89249"/>
                            <a:pt x="1619" y="89440"/>
                            <a:pt x="1619" y="89630"/>
                          </a:cubicBezTo>
                          <a:cubicBezTo>
                            <a:pt x="2096" y="92297"/>
                            <a:pt x="2953" y="94869"/>
                            <a:pt x="3715" y="97441"/>
                          </a:cubicBezTo>
                          <a:cubicBezTo>
                            <a:pt x="4000" y="98488"/>
                            <a:pt x="4286" y="99631"/>
                            <a:pt x="4572" y="100679"/>
                          </a:cubicBezTo>
                          <a:cubicBezTo>
                            <a:pt x="5144" y="102489"/>
                            <a:pt x="5906" y="104203"/>
                            <a:pt x="6572" y="105918"/>
                          </a:cubicBezTo>
                          <a:cubicBezTo>
                            <a:pt x="7144" y="107156"/>
                            <a:pt x="7810" y="108299"/>
                            <a:pt x="8382" y="109442"/>
                          </a:cubicBezTo>
                          <a:cubicBezTo>
                            <a:pt x="9049" y="110871"/>
                            <a:pt x="9715" y="112300"/>
                            <a:pt x="10477" y="113633"/>
                          </a:cubicBezTo>
                          <a:cubicBezTo>
                            <a:pt x="11335" y="115062"/>
                            <a:pt x="12192" y="116586"/>
                            <a:pt x="13144" y="117919"/>
                          </a:cubicBezTo>
                          <a:cubicBezTo>
                            <a:pt x="13621" y="118681"/>
                            <a:pt x="14288" y="119253"/>
                            <a:pt x="14764" y="120015"/>
                          </a:cubicBezTo>
                          <a:cubicBezTo>
                            <a:pt x="16764" y="122777"/>
                            <a:pt x="18764" y="125540"/>
                            <a:pt x="21146" y="128111"/>
                          </a:cubicBezTo>
                          <a:cubicBezTo>
                            <a:pt x="22193" y="129254"/>
                            <a:pt x="23622" y="130302"/>
                            <a:pt x="24860" y="131445"/>
                          </a:cubicBezTo>
                          <a:cubicBezTo>
                            <a:pt x="26479" y="132969"/>
                            <a:pt x="28099" y="134493"/>
                            <a:pt x="29908" y="136017"/>
                          </a:cubicBezTo>
                          <a:cubicBezTo>
                            <a:pt x="31432" y="137350"/>
                            <a:pt x="32861" y="138684"/>
                            <a:pt x="34576" y="139922"/>
                          </a:cubicBezTo>
                          <a:cubicBezTo>
                            <a:pt x="35052" y="140303"/>
                            <a:pt x="35623" y="140684"/>
                            <a:pt x="36100" y="141065"/>
                          </a:cubicBezTo>
                          <a:cubicBezTo>
                            <a:pt x="38671" y="143065"/>
                            <a:pt x="41338" y="144971"/>
                            <a:pt x="44196" y="146875"/>
                          </a:cubicBezTo>
                          <a:cubicBezTo>
                            <a:pt x="45625" y="147828"/>
                            <a:pt x="46958" y="148876"/>
                            <a:pt x="48482" y="149828"/>
                          </a:cubicBezTo>
                          <a:cubicBezTo>
                            <a:pt x="48768" y="150019"/>
                            <a:pt x="49054" y="150114"/>
                            <a:pt x="49244" y="150304"/>
                          </a:cubicBezTo>
                          <a:cubicBezTo>
                            <a:pt x="52292" y="152305"/>
                            <a:pt x="55721" y="154210"/>
                            <a:pt x="59055" y="156115"/>
                          </a:cubicBezTo>
                          <a:cubicBezTo>
                            <a:pt x="61246" y="157353"/>
                            <a:pt x="63151" y="158591"/>
                            <a:pt x="65437" y="159829"/>
                          </a:cubicBezTo>
                          <a:cubicBezTo>
                            <a:pt x="65627" y="159925"/>
                            <a:pt x="65818" y="160020"/>
                            <a:pt x="66008" y="160115"/>
                          </a:cubicBezTo>
                          <a:cubicBezTo>
                            <a:pt x="71914" y="163259"/>
                            <a:pt x="78105" y="166402"/>
                            <a:pt x="84773" y="169450"/>
                          </a:cubicBezTo>
                          <a:lnTo>
                            <a:pt x="84392" y="154305"/>
                          </a:lnTo>
                          <a:close/>
                        </a:path>
                      </a:pathLst>
                    </a:custGeom>
                    <a:solidFill>
                      <a:srgbClr val="2F6FFD">
                        <a:alpha val="100000"/>
                        <a:lumMod val="5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9" name="AutoShape 99"/>
                    <p:cNvSpPr/>
                    <p:nvPr/>
                  </p:nvSpPr>
                  <p:spPr>
                    <a:xfrm>
                      <a:off x="5711475" y="2534221"/>
                      <a:ext cx="134397" cy="42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4397" h="42100">
                          <a:moveTo>
                            <a:pt x="134398" y="14859"/>
                          </a:moveTo>
                          <a:lnTo>
                            <a:pt x="134303" y="4477"/>
                          </a:lnTo>
                          <a:lnTo>
                            <a:pt x="134303" y="0"/>
                          </a:lnTo>
                          <a:lnTo>
                            <a:pt x="0" y="42100"/>
                          </a:lnTo>
                          <a:lnTo>
                            <a:pt x="191" y="42005"/>
                          </a:lnTo>
                          <a:cubicBezTo>
                            <a:pt x="1619" y="41529"/>
                            <a:pt x="3143" y="41243"/>
                            <a:pt x="4667" y="40767"/>
                          </a:cubicBezTo>
                          <a:cubicBezTo>
                            <a:pt x="4667" y="40767"/>
                            <a:pt x="4667" y="40767"/>
                            <a:pt x="4763" y="40767"/>
                          </a:cubicBezTo>
                          <a:cubicBezTo>
                            <a:pt x="12383" y="38481"/>
                            <a:pt x="20098" y="36290"/>
                            <a:pt x="27813" y="34290"/>
                          </a:cubicBezTo>
                          <a:cubicBezTo>
                            <a:pt x="29623" y="33814"/>
                            <a:pt x="31337" y="33242"/>
                            <a:pt x="33147" y="32861"/>
                          </a:cubicBezTo>
                          <a:cubicBezTo>
                            <a:pt x="33909" y="32671"/>
                            <a:pt x="34766" y="32480"/>
                            <a:pt x="35528" y="32290"/>
                          </a:cubicBezTo>
                          <a:cubicBezTo>
                            <a:pt x="44958" y="30004"/>
                            <a:pt x="54578" y="27908"/>
                            <a:pt x="64199" y="26003"/>
                          </a:cubicBezTo>
                          <a:cubicBezTo>
                            <a:pt x="65056" y="25813"/>
                            <a:pt x="66008" y="25622"/>
                            <a:pt x="66866" y="25432"/>
                          </a:cubicBezTo>
                          <a:cubicBezTo>
                            <a:pt x="67247" y="25336"/>
                            <a:pt x="67532" y="25241"/>
                            <a:pt x="67913" y="25241"/>
                          </a:cubicBezTo>
                          <a:cubicBezTo>
                            <a:pt x="70009" y="24860"/>
                            <a:pt x="72104" y="24574"/>
                            <a:pt x="74200" y="24193"/>
                          </a:cubicBezTo>
                          <a:cubicBezTo>
                            <a:pt x="80105" y="23146"/>
                            <a:pt x="86106" y="22193"/>
                            <a:pt x="92107" y="21336"/>
                          </a:cubicBezTo>
                          <a:cubicBezTo>
                            <a:pt x="95822" y="20765"/>
                            <a:pt x="99631" y="20288"/>
                            <a:pt x="103442" y="19812"/>
                          </a:cubicBezTo>
                          <a:cubicBezTo>
                            <a:pt x="108966" y="19145"/>
                            <a:pt x="114491" y="18478"/>
                            <a:pt x="120110" y="18002"/>
                          </a:cubicBezTo>
                          <a:cubicBezTo>
                            <a:pt x="124873" y="17526"/>
                            <a:pt x="129635" y="17050"/>
                            <a:pt x="134398" y="16669"/>
                          </a:cubicBezTo>
                          <a:lnTo>
                            <a:pt x="134398" y="14859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212882">
                            <a:alpha val="100000"/>
                          </a:srgbClr>
                        </a:gs>
                        <a:gs pos="97140">
                          <a:srgbClr val="000000">
                            <a:alpha val="100000"/>
                          </a:srgbClr>
                        </a:gs>
                      </a:gsLst>
                      <a:lin ang="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0" name="AutoShape 100"/>
                    <p:cNvSpPr/>
                    <p:nvPr/>
                  </p:nvSpPr>
                  <p:spPr>
                    <a:xfrm>
                      <a:off x="5987129" y="2946082"/>
                      <a:ext cx="273367" cy="2006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367" h="200691">
                          <a:moveTo>
                            <a:pt x="221647" y="86106"/>
                          </a:moveTo>
                          <a:cubicBezTo>
                            <a:pt x="190690" y="68580"/>
                            <a:pt x="155829" y="52102"/>
                            <a:pt x="117158" y="36576"/>
                          </a:cubicBezTo>
                          <a:cubicBezTo>
                            <a:pt x="78391" y="21050"/>
                            <a:pt x="39338" y="8953"/>
                            <a:pt x="0" y="0"/>
                          </a:cubicBezTo>
                          <a:lnTo>
                            <a:pt x="1048" y="200692"/>
                          </a:lnTo>
                          <a:lnTo>
                            <a:pt x="273368" y="115252"/>
                          </a:lnTo>
                          <a:cubicBezTo>
                            <a:pt x="256794" y="105156"/>
                            <a:pt x="239554" y="95440"/>
                            <a:pt x="221647" y="86106"/>
                          </a:cubicBezTo>
                          <a:close/>
                        </a:path>
                      </a:pathLst>
                    </a:custGeom>
                    <a:solidFill>
                      <a:srgbClr val="2F6FFD">
                        <a:alpha val="100000"/>
                        <a:lumMod val="5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1" name="AutoShape 101"/>
                    <p:cNvSpPr/>
                    <p:nvPr/>
                  </p:nvSpPr>
                  <p:spPr>
                    <a:xfrm>
                      <a:off x="6013227" y="2215896"/>
                      <a:ext cx="370332" cy="3432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0332" h="343280">
                          <a:moveTo>
                            <a:pt x="1238" y="343281"/>
                          </a:moveTo>
                          <a:lnTo>
                            <a:pt x="370332" y="227457"/>
                          </a:lnTo>
                          <a:lnTo>
                            <a:pt x="369094" y="0"/>
                          </a:lnTo>
                          <a:lnTo>
                            <a:pt x="0" y="115824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162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2" name="AutoShape 102"/>
                    <p:cNvSpPr/>
                    <p:nvPr/>
                  </p:nvSpPr>
                  <p:spPr>
                    <a:xfrm>
                      <a:off x="5844730" y="2209800"/>
                      <a:ext cx="537590" cy="1219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37590" h="121919">
                          <a:moveTo>
                            <a:pt x="537591" y="6096"/>
                          </a:moveTo>
                          <a:lnTo>
                            <a:pt x="369094" y="0"/>
                          </a:lnTo>
                          <a:lnTo>
                            <a:pt x="0" y="115919"/>
                          </a:lnTo>
                          <a:lnTo>
                            <a:pt x="168497" y="12192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2064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3" name="AutoShape 103"/>
                    <p:cNvSpPr/>
                    <p:nvPr/>
                  </p:nvSpPr>
                  <p:spPr>
                    <a:xfrm>
                      <a:off x="5988177" y="3056477"/>
                      <a:ext cx="649795" cy="2052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9795" h="205263">
                          <a:moveTo>
                            <a:pt x="640366" y="84582"/>
                          </a:moveTo>
                          <a:cubicBezTo>
                            <a:pt x="627698" y="78010"/>
                            <a:pt x="614553" y="71628"/>
                            <a:pt x="601218" y="65246"/>
                          </a:cubicBezTo>
                          <a:cubicBezTo>
                            <a:pt x="597122" y="63246"/>
                            <a:pt x="592836" y="61341"/>
                            <a:pt x="588645" y="59436"/>
                          </a:cubicBezTo>
                          <a:cubicBezTo>
                            <a:pt x="582930" y="56769"/>
                            <a:pt x="577024" y="54197"/>
                            <a:pt x="571214" y="51625"/>
                          </a:cubicBezTo>
                          <a:cubicBezTo>
                            <a:pt x="565976" y="49244"/>
                            <a:pt x="560927" y="46863"/>
                            <a:pt x="555593" y="44577"/>
                          </a:cubicBezTo>
                          <a:cubicBezTo>
                            <a:pt x="553688" y="43720"/>
                            <a:pt x="551783" y="42863"/>
                            <a:pt x="549783" y="42100"/>
                          </a:cubicBezTo>
                          <a:cubicBezTo>
                            <a:pt x="536162" y="36290"/>
                            <a:pt x="522161" y="30575"/>
                            <a:pt x="507873" y="24860"/>
                          </a:cubicBezTo>
                          <a:cubicBezTo>
                            <a:pt x="505397" y="23908"/>
                            <a:pt x="502825" y="22860"/>
                            <a:pt x="500348" y="21908"/>
                          </a:cubicBezTo>
                          <a:cubicBezTo>
                            <a:pt x="488252" y="17240"/>
                            <a:pt x="475869" y="12573"/>
                            <a:pt x="463296" y="8001"/>
                          </a:cubicBezTo>
                          <a:cubicBezTo>
                            <a:pt x="459962" y="6763"/>
                            <a:pt x="456819" y="5525"/>
                            <a:pt x="453485" y="4286"/>
                          </a:cubicBezTo>
                          <a:cubicBezTo>
                            <a:pt x="449199" y="2858"/>
                            <a:pt x="445008" y="1429"/>
                            <a:pt x="440817" y="0"/>
                          </a:cubicBezTo>
                          <a:lnTo>
                            <a:pt x="321945" y="37338"/>
                          </a:lnTo>
                          <a:cubicBezTo>
                            <a:pt x="319469" y="35623"/>
                            <a:pt x="316802" y="33909"/>
                            <a:pt x="314325" y="32194"/>
                          </a:cubicBezTo>
                          <a:cubicBezTo>
                            <a:pt x="306515" y="26765"/>
                            <a:pt x="298514" y="21527"/>
                            <a:pt x="290322" y="16288"/>
                          </a:cubicBezTo>
                          <a:cubicBezTo>
                            <a:pt x="284988" y="12859"/>
                            <a:pt x="279749" y="9525"/>
                            <a:pt x="274320" y="6191"/>
                          </a:cubicBezTo>
                          <a:cubicBezTo>
                            <a:pt x="273653" y="5810"/>
                            <a:pt x="272986" y="5334"/>
                            <a:pt x="272320" y="4953"/>
                          </a:cubicBezTo>
                          <a:lnTo>
                            <a:pt x="0" y="90392"/>
                          </a:lnTo>
                          <a:cubicBezTo>
                            <a:pt x="1048" y="90678"/>
                            <a:pt x="2096" y="90964"/>
                            <a:pt x="3048" y="91250"/>
                          </a:cubicBezTo>
                          <a:cubicBezTo>
                            <a:pt x="4572" y="91726"/>
                            <a:pt x="6286" y="92297"/>
                            <a:pt x="7810" y="92773"/>
                          </a:cubicBezTo>
                          <a:cubicBezTo>
                            <a:pt x="12859" y="94298"/>
                            <a:pt x="18098" y="96012"/>
                            <a:pt x="23336" y="97822"/>
                          </a:cubicBezTo>
                          <a:cubicBezTo>
                            <a:pt x="24479" y="98203"/>
                            <a:pt x="25527" y="98489"/>
                            <a:pt x="26670" y="98869"/>
                          </a:cubicBezTo>
                          <a:cubicBezTo>
                            <a:pt x="31052" y="100489"/>
                            <a:pt x="35528" y="102203"/>
                            <a:pt x="40005" y="104013"/>
                          </a:cubicBezTo>
                          <a:cubicBezTo>
                            <a:pt x="46577" y="106680"/>
                            <a:pt x="53245" y="109252"/>
                            <a:pt x="60198" y="111728"/>
                          </a:cubicBezTo>
                          <a:cubicBezTo>
                            <a:pt x="60388" y="111823"/>
                            <a:pt x="60674" y="111919"/>
                            <a:pt x="60865" y="112014"/>
                          </a:cubicBezTo>
                          <a:cubicBezTo>
                            <a:pt x="68485" y="114776"/>
                            <a:pt x="76295" y="117443"/>
                            <a:pt x="84296" y="120015"/>
                          </a:cubicBezTo>
                          <a:cubicBezTo>
                            <a:pt x="87630" y="121253"/>
                            <a:pt x="90964" y="122396"/>
                            <a:pt x="94298" y="123635"/>
                          </a:cubicBezTo>
                          <a:cubicBezTo>
                            <a:pt x="106775" y="128206"/>
                            <a:pt x="119063" y="132874"/>
                            <a:pt x="131064" y="137541"/>
                          </a:cubicBezTo>
                          <a:cubicBezTo>
                            <a:pt x="133636" y="138494"/>
                            <a:pt x="136112" y="139541"/>
                            <a:pt x="138684" y="140494"/>
                          </a:cubicBezTo>
                          <a:cubicBezTo>
                            <a:pt x="152971" y="146114"/>
                            <a:pt x="166973" y="151829"/>
                            <a:pt x="180689" y="157734"/>
                          </a:cubicBezTo>
                          <a:cubicBezTo>
                            <a:pt x="182594" y="158591"/>
                            <a:pt x="184499" y="159353"/>
                            <a:pt x="186404" y="160211"/>
                          </a:cubicBezTo>
                          <a:cubicBezTo>
                            <a:pt x="191738" y="162496"/>
                            <a:pt x="197167" y="164783"/>
                            <a:pt x="202406" y="167164"/>
                          </a:cubicBezTo>
                          <a:cubicBezTo>
                            <a:pt x="208217" y="169736"/>
                            <a:pt x="213836" y="172498"/>
                            <a:pt x="219551" y="175069"/>
                          </a:cubicBezTo>
                          <a:cubicBezTo>
                            <a:pt x="223742" y="176975"/>
                            <a:pt x="228029" y="178975"/>
                            <a:pt x="232124" y="180880"/>
                          </a:cubicBezTo>
                          <a:cubicBezTo>
                            <a:pt x="245459" y="187262"/>
                            <a:pt x="258604" y="193643"/>
                            <a:pt x="271272" y="200216"/>
                          </a:cubicBezTo>
                          <a:cubicBezTo>
                            <a:pt x="274415" y="201835"/>
                            <a:pt x="277654" y="203549"/>
                            <a:pt x="280797" y="205264"/>
                          </a:cubicBezTo>
                          <a:lnTo>
                            <a:pt x="649795" y="89440"/>
                          </a:lnTo>
                          <a:cubicBezTo>
                            <a:pt x="646652" y="87916"/>
                            <a:pt x="643604" y="86201"/>
                            <a:pt x="640366" y="84582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2F6FFD">
                            <a:alpha val="100000"/>
                          </a:srgbClr>
                        </a:gs>
                        <a:gs pos="97140">
                          <a:srgbClr val="2F6FFD">
                            <a:alpha val="100000"/>
                            <a:lumMod val="50000"/>
                          </a:srgbClr>
                        </a:gs>
                      </a:gsLst>
                      <a:lin ang="1506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4" name="AutoShape 104"/>
                    <p:cNvSpPr/>
                    <p:nvPr/>
                  </p:nvSpPr>
                  <p:spPr>
                    <a:xfrm>
                      <a:off x="6218777" y="3145916"/>
                      <a:ext cx="677156" cy="9882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77156" h="988218">
                          <a:moveTo>
                            <a:pt x="676084" y="401193"/>
                          </a:moveTo>
                          <a:cubicBezTo>
                            <a:pt x="676084" y="399955"/>
                            <a:pt x="676084" y="398717"/>
                            <a:pt x="675989" y="397574"/>
                          </a:cubicBezTo>
                          <a:cubicBezTo>
                            <a:pt x="675894" y="393954"/>
                            <a:pt x="675608" y="390430"/>
                            <a:pt x="675418" y="386905"/>
                          </a:cubicBezTo>
                          <a:cubicBezTo>
                            <a:pt x="675132" y="381953"/>
                            <a:pt x="674846" y="377000"/>
                            <a:pt x="674465" y="372142"/>
                          </a:cubicBezTo>
                          <a:cubicBezTo>
                            <a:pt x="674180" y="368522"/>
                            <a:pt x="673894" y="365093"/>
                            <a:pt x="673513" y="361569"/>
                          </a:cubicBezTo>
                          <a:cubicBezTo>
                            <a:pt x="673227" y="358807"/>
                            <a:pt x="672941" y="356140"/>
                            <a:pt x="672655" y="353473"/>
                          </a:cubicBezTo>
                          <a:cubicBezTo>
                            <a:pt x="672465" y="351568"/>
                            <a:pt x="672275" y="349567"/>
                            <a:pt x="672084" y="347567"/>
                          </a:cubicBezTo>
                          <a:cubicBezTo>
                            <a:pt x="671703" y="344138"/>
                            <a:pt x="671227" y="340805"/>
                            <a:pt x="670846" y="337471"/>
                          </a:cubicBezTo>
                          <a:cubicBezTo>
                            <a:pt x="670274" y="332899"/>
                            <a:pt x="669608" y="328422"/>
                            <a:pt x="668846" y="323945"/>
                          </a:cubicBezTo>
                          <a:cubicBezTo>
                            <a:pt x="668369" y="320707"/>
                            <a:pt x="667798" y="317468"/>
                            <a:pt x="667226" y="314230"/>
                          </a:cubicBezTo>
                          <a:cubicBezTo>
                            <a:pt x="666941" y="312611"/>
                            <a:pt x="666559" y="310991"/>
                            <a:pt x="666274" y="309372"/>
                          </a:cubicBezTo>
                          <a:cubicBezTo>
                            <a:pt x="665797" y="306896"/>
                            <a:pt x="665321" y="304419"/>
                            <a:pt x="664845" y="301942"/>
                          </a:cubicBezTo>
                          <a:cubicBezTo>
                            <a:pt x="664083" y="298228"/>
                            <a:pt x="663321" y="294608"/>
                            <a:pt x="662464" y="290989"/>
                          </a:cubicBezTo>
                          <a:cubicBezTo>
                            <a:pt x="661607" y="287084"/>
                            <a:pt x="660559" y="283274"/>
                            <a:pt x="659606" y="279559"/>
                          </a:cubicBezTo>
                          <a:cubicBezTo>
                            <a:pt x="658654" y="276034"/>
                            <a:pt x="657797" y="272510"/>
                            <a:pt x="656844" y="269081"/>
                          </a:cubicBezTo>
                          <a:cubicBezTo>
                            <a:pt x="656463" y="267843"/>
                            <a:pt x="656082" y="266605"/>
                            <a:pt x="655701" y="265367"/>
                          </a:cubicBezTo>
                          <a:cubicBezTo>
                            <a:pt x="655320" y="264224"/>
                            <a:pt x="655034" y="263080"/>
                            <a:pt x="654653" y="261842"/>
                          </a:cubicBezTo>
                          <a:cubicBezTo>
                            <a:pt x="651415" y="251174"/>
                            <a:pt x="647891" y="240792"/>
                            <a:pt x="643890" y="230886"/>
                          </a:cubicBezTo>
                          <a:cubicBezTo>
                            <a:pt x="640366" y="222028"/>
                            <a:pt x="636365" y="213550"/>
                            <a:pt x="632365" y="205073"/>
                          </a:cubicBezTo>
                          <a:cubicBezTo>
                            <a:pt x="631888" y="204025"/>
                            <a:pt x="631317" y="202978"/>
                            <a:pt x="630746" y="201930"/>
                          </a:cubicBezTo>
                          <a:cubicBezTo>
                            <a:pt x="630269" y="200977"/>
                            <a:pt x="629793" y="200025"/>
                            <a:pt x="629317" y="199168"/>
                          </a:cubicBezTo>
                          <a:cubicBezTo>
                            <a:pt x="624840" y="190214"/>
                            <a:pt x="620078" y="181451"/>
                            <a:pt x="614934" y="172974"/>
                          </a:cubicBezTo>
                          <a:cubicBezTo>
                            <a:pt x="614267" y="171831"/>
                            <a:pt x="613505" y="170783"/>
                            <a:pt x="612838" y="169640"/>
                          </a:cubicBezTo>
                          <a:cubicBezTo>
                            <a:pt x="607981" y="161735"/>
                            <a:pt x="602742" y="154019"/>
                            <a:pt x="597408" y="146590"/>
                          </a:cubicBezTo>
                          <a:cubicBezTo>
                            <a:pt x="596837" y="145733"/>
                            <a:pt x="596170" y="144875"/>
                            <a:pt x="595598" y="144018"/>
                          </a:cubicBezTo>
                          <a:cubicBezTo>
                            <a:pt x="595313" y="143637"/>
                            <a:pt x="595027" y="143256"/>
                            <a:pt x="594741" y="142875"/>
                          </a:cubicBezTo>
                          <a:cubicBezTo>
                            <a:pt x="589121" y="135255"/>
                            <a:pt x="583121" y="127921"/>
                            <a:pt x="576929" y="120777"/>
                          </a:cubicBezTo>
                          <a:cubicBezTo>
                            <a:pt x="575596" y="119253"/>
                            <a:pt x="574167" y="117634"/>
                            <a:pt x="572834" y="116110"/>
                          </a:cubicBezTo>
                          <a:cubicBezTo>
                            <a:pt x="566357" y="108871"/>
                            <a:pt x="559689" y="101822"/>
                            <a:pt x="552641" y="95060"/>
                          </a:cubicBezTo>
                          <a:cubicBezTo>
                            <a:pt x="552164" y="94583"/>
                            <a:pt x="551593" y="94107"/>
                            <a:pt x="551117" y="93631"/>
                          </a:cubicBezTo>
                          <a:cubicBezTo>
                            <a:pt x="550259" y="92869"/>
                            <a:pt x="549402" y="92012"/>
                            <a:pt x="548545" y="91250"/>
                          </a:cubicBezTo>
                          <a:cubicBezTo>
                            <a:pt x="543592" y="86582"/>
                            <a:pt x="538448" y="82010"/>
                            <a:pt x="533305" y="77533"/>
                          </a:cubicBezTo>
                          <a:cubicBezTo>
                            <a:pt x="531305" y="75819"/>
                            <a:pt x="529304" y="74200"/>
                            <a:pt x="527399" y="72485"/>
                          </a:cubicBezTo>
                          <a:cubicBezTo>
                            <a:pt x="522637" y="68485"/>
                            <a:pt x="517684" y="64484"/>
                            <a:pt x="512731" y="60579"/>
                          </a:cubicBezTo>
                          <a:cubicBezTo>
                            <a:pt x="511492" y="59627"/>
                            <a:pt x="510254" y="58579"/>
                            <a:pt x="508921" y="57626"/>
                          </a:cubicBezTo>
                          <a:cubicBezTo>
                            <a:pt x="508349" y="57150"/>
                            <a:pt x="507778" y="56674"/>
                            <a:pt x="507111" y="56198"/>
                          </a:cubicBezTo>
                          <a:cubicBezTo>
                            <a:pt x="501587" y="51911"/>
                            <a:pt x="495871" y="47816"/>
                            <a:pt x="490061" y="43625"/>
                          </a:cubicBezTo>
                          <a:cubicBezTo>
                            <a:pt x="489299" y="43053"/>
                            <a:pt x="488537" y="42481"/>
                            <a:pt x="487775" y="41910"/>
                          </a:cubicBezTo>
                          <a:cubicBezTo>
                            <a:pt x="481108" y="37243"/>
                            <a:pt x="474345" y="32671"/>
                            <a:pt x="467392" y="28194"/>
                          </a:cubicBezTo>
                          <a:cubicBezTo>
                            <a:pt x="466916" y="27908"/>
                            <a:pt x="466439" y="27623"/>
                            <a:pt x="465963" y="27242"/>
                          </a:cubicBezTo>
                          <a:cubicBezTo>
                            <a:pt x="464249" y="26194"/>
                            <a:pt x="462534" y="25146"/>
                            <a:pt x="460915" y="24098"/>
                          </a:cubicBezTo>
                          <a:cubicBezTo>
                            <a:pt x="456152" y="21050"/>
                            <a:pt x="451295" y="18098"/>
                            <a:pt x="446342" y="15145"/>
                          </a:cubicBezTo>
                          <a:cubicBezTo>
                            <a:pt x="443675" y="13525"/>
                            <a:pt x="440912" y="12002"/>
                            <a:pt x="438245" y="10382"/>
                          </a:cubicBezTo>
                          <a:cubicBezTo>
                            <a:pt x="433578" y="7715"/>
                            <a:pt x="428911" y="5048"/>
                            <a:pt x="424148" y="2477"/>
                          </a:cubicBezTo>
                          <a:cubicBezTo>
                            <a:pt x="422624" y="1619"/>
                            <a:pt x="421100" y="857"/>
                            <a:pt x="419481" y="0"/>
                          </a:cubicBezTo>
                          <a:lnTo>
                            <a:pt x="50483" y="115824"/>
                          </a:lnTo>
                          <a:cubicBezTo>
                            <a:pt x="52007" y="116681"/>
                            <a:pt x="53435" y="117539"/>
                            <a:pt x="55054" y="118396"/>
                          </a:cubicBezTo>
                          <a:cubicBezTo>
                            <a:pt x="59817" y="120968"/>
                            <a:pt x="64484" y="123635"/>
                            <a:pt x="69151" y="126302"/>
                          </a:cubicBezTo>
                          <a:cubicBezTo>
                            <a:pt x="71914" y="127825"/>
                            <a:pt x="74581" y="129445"/>
                            <a:pt x="77248" y="130969"/>
                          </a:cubicBezTo>
                          <a:cubicBezTo>
                            <a:pt x="82201" y="133921"/>
                            <a:pt x="87058" y="136874"/>
                            <a:pt x="91821" y="139922"/>
                          </a:cubicBezTo>
                          <a:cubicBezTo>
                            <a:pt x="93536" y="140970"/>
                            <a:pt x="95345" y="142018"/>
                            <a:pt x="96965" y="143066"/>
                          </a:cubicBezTo>
                          <a:cubicBezTo>
                            <a:pt x="97441" y="143351"/>
                            <a:pt x="97917" y="143732"/>
                            <a:pt x="98393" y="144018"/>
                          </a:cubicBezTo>
                          <a:cubicBezTo>
                            <a:pt x="105346" y="148495"/>
                            <a:pt x="112109" y="153067"/>
                            <a:pt x="118777" y="157639"/>
                          </a:cubicBezTo>
                          <a:cubicBezTo>
                            <a:pt x="119634" y="158210"/>
                            <a:pt x="120396" y="158782"/>
                            <a:pt x="121158" y="159353"/>
                          </a:cubicBezTo>
                          <a:cubicBezTo>
                            <a:pt x="126968" y="163449"/>
                            <a:pt x="132588" y="167640"/>
                            <a:pt x="138113" y="171831"/>
                          </a:cubicBezTo>
                          <a:cubicBezTo>
                            <a:pt x="138684" y="172307"/>
                            <a:pt x="139351" y="172784"/>
                            <a:pt x="140017" y="173165"/>
                          </a:cubicBezTo>
                          <a:cubicBezTo>
                            <a:pt x="141256" y="174117"/>
                            <a:pt x="142494" y="175165"/>
                            <a:pt x="143732" y="176213"/>
                          </a:cubicBezTo>
                          <a:cubicBezTo>
                            <a:pt x="148685" y="180118"/>
                            <a:pt x="153638" y="184118"/>
                            <a:pt x="158401" y="188119"/>
                          </a:cubicBezTo>
                          <a:cubicBezTo>
                            <a:pt x="160401" y="189833"/>
                            <a:pt x="162401" y="191452"/>
                            <a:pt x="164401" y="193167"/>
                          </a:cubicBezTo>
                          <a:cubicBezTo>
                            <a:pt x="169640" y="197644"/>
                            <a:pt x="174688" y="202216"/>
                            <a:pt x="179642" y="206883"/>
                          </a:cubicBezTo>
                          <a:cubicBezTo>
                            <a:pt x="180499" y="207645"/>
                            <a:pt x="181451" y="208407"/>
                            <a:pt x="182309" y="209264"/>
                          </a:cubicBezTo>
                          <a:cubicBezTo>
                            <a:pt x="182785" y="209741"/>
                            <a:pt x="183356" y="210217"/>
                            <a:pt x="183833" y="210693"/>
                          </a:cubicBezTo>
                          <a:cubicBezTo>
                            <a:pt x="190881" y="217456"/>
                            <a:pt x="197549" y="224504"/>
                            <a:pt x="204025" y="231743"/>
                          </a:cubicBezTo>
                          <a:cubicBezTo>
                            <a:pt x="205454" y="233267"/>
                            <a:pt x="206788" y="234791"/>
                            <a:pt x="208121" y="236411"/>
                          </a:cubicBezTo>
                          <a:cubicBezTo>
                            <a:pt x="214313" y="243554"/>
                            <a:pt x="220313" y="250888"/>
                            <a:pt x="225933" y="258509"/>
                          </a:cubicBezTo>
                          <a:cubicBezTo>
                            <a:pt x="226219" y="258890"/>
                            <a:pt x="226600" y="259271"/>
                            <a:pt x="226886" y="259651"/>
                          </a:cubicBezTo>
                          <a:cubicBezTo>
                            <a:pt x="227457" y="260509"/>
                            <a:pt x="228029" y="261366"/>
                            <a:pt x="228600" y="262223"/>
                          </a:cubicBezTo>
                          <a:cubicBezTo>
                            <a:pt x="234029" y="269748"/>
                            <a:pt x="239173" y="277368"/>
                            <a:pt x="244126" y="285369"/>
                          </a:cubicBezTo>
                          <a:cubicBezTo>
                            <a:pt x="244792" y="286512"/>
                            <a:pt x="245554" y="287560"/>
                            <a:pt x="246221" y="288703"/>
                          </a:cubicBezTo>
                          <a:cubicBezTo>
                            <a:pt x="251365" y="297180"/>
                            <a:pt x="256127" y="305943"/>
                            <a:pt x="260604" y="314896"/>
                          </a:cubicBezTo>
                          <a:cubicBezTo>
                            <a:pt x="261080" y="315849"/>
                            <a:pt x="261652" y="316706"/>
                            <a:pt x="262128" y="317659"/>
                          </a:cubicBezTo>
                          <a:cubicBezTo>
                            <a:pt x="262604" y="318707"/>
                            <a:pt x="263080" y="319850"/>
                            <a:pt x="263557" y="320897"/>
                          </a:cubicBezTo>
                          <a:cubicBezTo>
                            <a:pt x="267653" y="329279"/>
                            <a:pt x="271558" y="337852"/>
                            <a:pt x="275177" y="346710"/>
                          </a:cubicBezTo>
                          <a:cubicBezTo>
                            <a:pt x="279178" y="356616"/>
                            <a:pt x="282702" y="366998"/>
                            <a:pt x="285941" y="377666"/>
                          </a:cubicBezTo>
                          <a:cubicBezTo>
                            <a:pt x="286321" y="378809"/>
                            <a:pt x="286798" y="379952"/>
                            <a:pt x="287179" y="381095"/>
                          </a:cubicBezTo>
                          <a:cubicBezTo>
                            <a:pt x="287560" y="382334"/>
                            <a:pt x="287846" y="383572"/>
                            <a:pt x="288131" y="384810"/>
                          </a:cubicBezTo>
                          <a:cubicBezTo>
                            <a:pt x="289084" y="388239"/>
                            <a:pt x="290036" y="391763"/>
                            <a:pt x="290893" y="395288"/>
                          </a:cubicBezTo>
                          <a:cubicBezTo>
                            <a:pt x="291846" y="399097"/>
                            <a:pt x="292894" y="402908"/>
                            <a:pt x="293751" y="406717"/>
                          </a:cubicBezTo>
                          <a:cubicBezTo>
                            <a:pt x="294608" y="410337"/>
                            <a:pt x="295370" y="413957"/>
                            <a:pt x="296132" y="417671"/>
                          </a:cubicBezTo>
                          <a:cubicBezTo>
                            <a:pt x="296609" y="420148"/>
                            <a:pt x="297275" y="422529"/>
                            <a:pt x="297751" y="425005"/>
                          </a:cubicBezTo>
                          <a:cubicBezTo>
                            <a:pt x="298037" y="426625"/>
                            <a:pt x="298323" y="428244"/>
                            <a:pt x="298609" y="429863"/>
                          </a:cubicBezTo>
                          <a:cubicBezTo>
                            <a:pt x="299180" y="433102"/>
                            <a:pt x="299752" y="436340"/>
                            <a:pt x="300228" y="439579"/>
                          </a:cubicBezTo>
                          <a:cubicBezTo>
                            <a:pt x="300895" y="444055"/>
                            <a:pt x="301562" y="448532"/>
                            <a:pt x="302228" y="453104"/>
                          </a:cubicBezTo>
                          <a:cubicBezTo>
                            <a:pt x="302705" y="456438"/>
                            <a:pt x="303086" y="459772"/>
                            <a:pt x="303467" y="463201"/>
                          </a:cubicBezTo>
                          <a:cubicBezTo>
                            <a:pt x="303657" y="465201"/>
                            <a:pt x="303943" y="467011"/>
                            <a:pt x="304229" y="469011"/>
                          </a:cubicBezTo>
                          <a:cubicBezTo>
                            <a:pt x="304514" y="471678"/>
                            <a:pt x="304705" y="474440"/>
                            <a:pt x="304895" y="477203"/>
                          </a:cubicBezTo>
                          <a:cubicBezTo>
                            <a:pt x="305181" y="480727"/>
                            <a:pt x="305562" y="484251"/>
                            <a:pt x="305848" y="487775"/>
                          </a:cubicBezTo>
                          <a:cubicBezTo>
                            <a:pt x="306229" y="492633"/>
                            <a:pt x="306515" y="497586"/>
                            <a:pt x="306800" y="502539"/>
                          </a:cubicBezTo>
                          <a:cubicBezTo>
                            <a:pt x="306991" y="506063"/>
                            <a:pt x="307181" y="509588"/>
                            <a:pt x="307372" y="513207"/>
                          </a:cubicBezTo>
                          <a:cubicBezTo>
                            <a:pt x="307372" y="514445"/>
                            <a:pt x="307467" y="515588"/>
                            <a:pt x="307562" y="516826"/>
                          </a:cubicBezTo>
                          <a:cubicBezTo>
                            <a:pt x="307753" y="523589"/>
                            <a:pt x="307943" y="530352"/>
                            <a:pt x="307943" y="537305"/>
                          </a:cubicBezTo>
                          <a:cubicBezTo>
                            <a:pt x="308038" y="547783"/>
                            <a:pt x="307848" y="558070"/>
                            <a:pt x="307467" y="568166"/>
                          </a:cubicBezTo>
                          <a:cubicBezTo>
                            <a:pt x="307467" y="568357"/>
                            <a:pt x="307467" y="568547"/>
                            <a:pt x="307467" y="568738"/>
                          </a:cubicBezTo>
                          <a:cubicBezTo>
                            <a:pt x="306991" y="581882"/>
                            <a:pt x="306038" y="594551"/>
                            <a:pt x="304895" y="607028"/>
                          </a:cubicBezTo>
                          <a:cubicBezTo>
                            <a:pt x="304800" y="608362"/>
                            <a:pt x="304705" y="609886"/>
                            <a:pt x="304609" y="611219"/>
                          </a:cubicBezTo>
                          <a:cubicBezTo>
                            <a:pt x="304324" y="613601"/>
                            <a:pt x="303943" y="615887"/>
                            <a:pt x="303657" y="618268"/>
                          </a:cubicBezTo>
                          <a:cubicBezTo>
                            <a:pt x="302800" y="625888"/>
                            <a:pt x="301847" y="633317"/>
                            <a:pt x="300704" y="640747"/>
                          </a:cubicBezTo>
                          <a:cubicBezTo>
                            <a:pt x="300323" y="642938"/>
                            <a:pt x="300133" y="645224"/>
                            <a:pt x="299847" y="647414"/>
                          </a:cubicBezTo>
                          <a:cubicBezTo>
                            <a:pt x="299561" y="649129"/>
                            <a:pt x="299180" y="650748"/>
                            <a:pt x="298895" y="652367"/>
                          </a:cubicBezTo>
                          <a:cubicBezTo>
                            <a:pt x="297751" y="658654"/>
                            <a:pt x="296513" y="664750"/>
                            <a:pt x="295275" y="670751"/>
                          </a:cubicBezTo>
                          <a:cubicBezTo>
                            <a:pt x="294704" y="673418"/>
                            <a:pt x="294322" y="676180"/>
                            <a:pt x="293656" y="678751"/>
                          </a:cubicBezTo>
                          <a:cubicBezTo>
                            <a:pt x="293370" y="679895"/>
                            <a:pt x="293084" y="680942"/>
                            <a:pt x="292799" y="682085"/>
                          </a:cubicBezTo>
                          <a:cubicBezTo>
                            <a:pt x="291465" y="687515"/>
                            <a:pt x="290036" y="692849"/>
                            <a:pt x="288512" y="698183"/>
                          </a:cubicBezTo>
                          <a:cubicBezTo>
                            <a:pt x="287655" y="701135"/>
                            <a:pt x="286988" y="704183"/>
                            <a:pt x="286131" y="707041"/>
                          </a:cubicBezTo>
                          <a:cubicBezTo>
                            <a:pt x="285941" y="707803"/>
                            <a:pt x="285559" y="708565"/>
                            <a:pt x="285369" y="709327"/>
                          </a:cubicBezTo>
                          <a:cubicBezTo>
                            <a:pt x="283845" y="714280"/>
                            <a:pt x="282130" y="719138"/>
                            <a:pt x="280416" y="723900"/>
                          </a:cubicBezTo>
                          <a:cubicBezTo>
                            <a:pt x="279368" y="726948"/>
                            <a:pt x="278416" y="730091"/>
                            <a:pt x="277368" y="733044"/>
                          </a:cubicBezTo>
                          <a:cubicBezTo>
                            <a:pt x="277178" y="733616"/>
                            <a:pt x="276892" y="734092"/>
                            <a:pt x="276701" y="734663"/>
                          </a:cubicBezTo>
                          <a:cubicBezTo>
                            <a:pt x="274796" y="739521"/>
                            <a:pt x="272796" y="744188"/>
                            <a:pt x="270796" y="748951"/>
                          </a:cubicBezTo>
                          <a:cubicBezTo>
                            <a:pt x="269558" y="751808"/>
                            <a:pt x="268510" y="754856"/>
                            <a:pt x="267176" y="757619"/>
                          </a:cubicBezTo>
                          <a:cubicBezTo>
                            <a:pt x="266795" y="758380"/>
                            <a:pt x="266509" y="759143"/>
                            <a:pt x="266129" y="759809"/>
                          </a:cubicBezTo>
                          <a:cubicBezTo>
                            <a:pt x="261652" y="769334"/>
                            <a:pt x="256889" y="778478"/>
                            <a:pt x="251936" y="787527"/>
                          </a:cubicBezTo>
                          <a:cubicBezTo>
                            <a:pt x="251365" y="788575"/>
                            <a:pt x="250793" y="789813"/>
                            <a:pt x="250222" y="790861"/>
                          </a:cubicBezTo>
                          <a:cubicBezTo>
                            <a:pt x="248793" y="793433"/>
                            <a:pt x="247174" y="796004"/>
                            <a:pt x="245650" y="798576"/>
                          </a:cubicBezTo>
                          <a:cubicBezTo>
                            <a:pt x="244316" y="800862"/>
                            <a:pt x="242983" y="803148"/>
                            <a:pt x="241649" y="805339"/>
                          </a:cubicBezTo>
                          <a:cubicBezTo>
                            <a:pt x="238696" y="810197"/>
                            <a:pt x="235649" y="814864"/>
                            <a:pt x="232600" y="819531"/>
                          </a:cubicBezTo>
                          <a:cubicBezTo>
                            <a:pt x="231648" y="821055"/>
                            <a:pt x="230696" y="822579"/>
                            <a:pt x="229648" y="824008"/>
                          </a:cubicBezTo>
                          <a:cubicBezTo>
                            <a:pt x="229457" y="824294"/>
                            <a:pt x="229267" y="824579"/>
                            <a:pt x="229076" y="824865"/>
                          </a:cubicBezTo>
                          <a:cubicBezTo>
                            <a:pt x="227076" y="827818"/>
                            <a:pt x="224885" y="830675"/>
                            <a:pt x="222790" y="833533"/>
                          </a:cubicBezTo>
                          <a:cubicBezTo>
                            <a:pt x="220504" y="836676"/>
                            <a:pt x="218218" y="839915"/>
                            <a:pt x="215932" y="842963"/>
                          </a:cubicBezTo>
                          <a:cubicBezTo>
                            <a:pt x="213550" y="846011"/>
                            <a:pt x="211074" y="848868"/>
                            <a:pt x="208693" y="851916"/>
                          </a:cubicBezTo>
                          <a:cubicBezTo>
                            <a:pt x="206216" y="854869"/>
                            <a:pt x="203835" y="858012"/>
                            <a:pt x="201359" y="860870"/>
                          </a:cubicBezTo>
                          <a:cubicBezTo>
                            <a:pt x="201168" y="861060"/>
                            <a:pt x="200978" y="861346"/>
                            <a:pt x="200787" y="861536"/>
                          </a:cubicBezTo>
                          <a:cubicBezTo>
                            <a:pt x="200216" y="862203"/>
                            <a:pt x="199549" y="862775"/>
                            <a:pt x="198977" y="863441"/>
                          </a:cubicBezTo>
                          <a:cubicBezTo>
                            <a:pt x="193072" y="870109"/>
                            <a:pt x="186976" y="876491"/>
                            <a:pt x="180784" y="882587"/>
                          </a:cubicBezTo>
                          <a:cubicBezTo>
                            <a:pt x="178975" y="884396"/>
                            <a:pt x="177070" y="886206"/>
                            <a:pt x="175260" y="887921"/>
                          </a:cubicBezTo>
                          <a:cubicBezTo>
                            <a:pt x="168116" y="894683"/>
                            <a:pt x="160877" y="901160"/>
                            <a:pt x="153257" y="907256"/>
                          </a:cubicBezTo>
                          <a:cubicBezTo>
                            <a:pt x="150209" y="909733"/>
                            <a:pt x="147066" y="912019"/>
                            <a:pt x="144018" y="914305"/>
                          </a:cubicBezTo>
                          <a:cubicBezTo>
                            <a:pt x="141256" y="916400"/>
                            <a:pt x="138493" y="918591"/>
                            <a:pt x="135731" y="920591"/>
                          </a:cubicBezTo>
                          <a:cubicBezTo>
                            <a:pt x="133731" y="922020"/>
                            <a:pt x="131731" y="923354"/>
                            <a:pt x="129635" y="924782"/>
                          </a:cubicBezTo>
                          <a:cubicBezTo>
                            <a:pt x="125635" y="927545"/>
                            <a:pt x="121634" y="930402"/>
                            <a:pt x="117538" y="933069"/>
                          </a:cubicBezTo>
                          <a:cubicBezTo>
                            <a:pt x="115062" y="934688"/>
                            <a:pt x="112490" y="936212"/>
                            <a:pt x="110014" y="937736"/>
                          </a:cubicBezTo>
                          <a:cubicBezTo>
                            <a:pt x="106299" y="940118"/>
                            <a:pt x="102584" y="942404"/>
                            <a:pt x="98774" y="944690"/>
                          </a:cubicBezTo>
                          <a:cubicBezTo>
                            <a:pt x="96012" y="946309"/>
                            <a:pt x="93250" y="947833"/>
                            <a:pt x="90488" y="949357"/>
                          </a:cubicBezTo>
                          <a:cubicBezTo>
                            <a:pt x="86868" y="951452"/>
                            <a:pt x="83153" y="953453"/>
                            <a:pt x="79438" y="955453"/>
                          </a:cubicBezTo>
                          <a:cubicBezTo>
                            <a:pt x="76581" y="956977"/>
                            <a:pt x="73533" y="958405"/>
                            <a:pt x="70675" y="959834"/>
                          </a:cubicBezTo>
                          <a:cubicBezTo>
                            <a:pt x="66961" y="961644"/>
                            <a:pt x="63341" y="963549"/>
                            <a:pt x="59531" y="965263"/>
                          </a:cubicBezTo>
                          <a:cubicBezTo>
                            <a:pt x="56483" y="966692"/>
                            <a:pt x="53435" y="968026"/>
                            <a:pt x="50292" y="969359"/>
                          </a:cubicBezTo>
                          <a:cubicBezTo>
                            <a:pt x="46577" y="970979"/>
                            <a:pt x="42767" y="972693"/>
                            <a:pt x="38957" y="974217"/>
                          </a:cubicBezTo>
                          <a:cubicBezTo>
                            <a:pt x="35814" y="975551"/>
                            <a:pt x="32575" y="976694"/>
                            <a:pt x="29337" y="977932"/>
                          </a:cubicBezTo>
                          <a:cubicBezTo>
                            <a:pt x="25527" y="979361"/>
                            <a:pt x="21717" y="980884"/>
                            <a:pt x="17812" y="982218"/>
                          </a:cubicBezTo>
                          <a:cubicBezTo>
                            <a:pt x="14573" y="983361"/>
                            <a:pt x="11240" y="984504"/>
                            <a:pt x="7906" y="985552"/>
                          </a:cubicBezTo>
                          <a:cubicBezTo>
                            <a:pt x="5239" y="986409"/>
                            <a:pt x="2667" y="987362"/>
                            <a:pt x="0" y="988219"/>
                          </a:cubicBezTo>
                          <a:lnTo>
                            <a:pt x="174403" y="933450"/>
                          </a:lnTo>
                          <a:lnTo>
                            <a:pt x="369094" y="872300"/>
                          </a:lnTo>
                          <a:cubicBezTo>
                            <a:pt x="426244" y="854393"/>
                            <a:pt x="477298" y="827246"/>
                            <a:pt x="522256" y="791147"/>
                          </a:cubicBezTo>
                          <a:cubicBezTo>
                            <a:pt x="529876" y="785051"/>
                            <a:pt x="537115" y="778478"/>
                            <a:pt x="544259" y="771811"/>
                          </a:cubicBezTo>
                          <a:cubicBezTo>
                            <a:pt x="546163" y="770001"/>
                            <a:pt x="547973" y="768287"/>
                            <a:pt x="549783" y="766477"/>
                          </a:cubicBezTo>
                          <a:cubicBezTo>
                            <a:pt x="556070" y="760381"/>
                            <a:pt x="562070" y="753999"/>
                            <a:pt x="567976" y="747332"/>
                          </a:cubicBezTo>
                          <a:cubicBezTo>
                            <a:pt x="568547" y="746665"/>
                            <a:pt x="569214" y="746093"/>
                            <a:pt x="569786" y="745331"/>
                          </a:cubicBezTo>
                          <a:cubicBezTo>
                            <a:pt x="569976" y="745046"/>
                            <a:pt x="570262" y="744855"/>
                            <a:pt x="570452" y="744569"/>
                          </a:cubicBezTo>
                          <a:cubicBezTo>
                            <a:pt x="572929" y="741712"/>
                            <a:pt x="575310" y="738664"/>
                            <a:pt x="577691" y="735711"/>
                          </a:cubicBezTo>
                          <a:cubicBezTo>
                            <a:pt x="580168" y="732758"/>
                            <a:pt x="582644" y="729805"/>
                            <a:pt x="585026" y="726758"/>
                          </a:cubicBezTo>
                          <a:cubicBezTo>
                            <a:pt x="587407" y="723709"/>
                            <a:pt x="589597" y="720471"/>
                            <a:pt x="591884" y="717328"/>
                          </a:cubicBezTo>
                          <a:cubicBezTo>
                            <a:pt x="593979" y="714470"/>
                            <a:pt x="596075" y="711613"/>
                            <a:pt x="598170" y="708660"/>
                          </a:cubicBezTo>
                          <a:cubicBezTo>
                            <a:pt x="598361" y="708374"/>
                            <a:pt x="598646" y="708088"/>
                            <a:pt x="598837" y="707708"/>
                          </a:cubicBezTo>
                          <a:cubicBezTo>
                            <a:pt x="599789" y="706279"/>
                            <a:pt x="600742" y="704755"/>
                            <a:pt x="601694" y="703231"/>
                          </a:cubicBezTo>
                          <a:cubicBezTo>
                            <a:pt x="604742" y="698563"/>
                            <a:pt x="607790" y="693896"/>
                            <a:pt x="610743" y="689038"/>
                          </a:cubicBezTo>
                          <a:cubicBezTo>
                            <a:pt x="612076" y="686753"/>
                            <a:pt x="613410" y="684467"/>
                            <a:pt x="614743" y="682180"/>
                          </a:cubicBezTo>
                          <a:cubicBezTo>
                            <a:pt x="616172" y="679704"/>
                            <a:pt x="617601" y="677132"/>
                            <a:pt x="619030" y="674561"/>
                          </a:cubicBezTo>
                          <a:cubicBezTo>
                            <a:pt x="619697" y="673418"/>
                            <a:pt x="620363" y="672275"/>
                            <a:pt x="620935" y="671132"/>
                          </a:cubicBezTo>
                          <a:cubicBezTo>
                            <a:pt x="625888" y="662178"/>
                            <a:pt x="630650" y="653034"/>
                            <a:pt x="635127" y="643414"/>
                          </a:cubicBezTo>
                          <a:cubicBezTo>
                            <a:pt x="635413" y="642747"/>
                            <a:pt x="635699" y="641985"/>
                            <a:pt x="636080" y="641223"/>
                          </a:cubicBezTo>
                          <a:cubicBezTo>
                            <a:pt x="637413" y="638366"/>
                            <a:pt x="638556" y="635413"/>
                            <a:pt x="639794" y="632555"/>
                          </a:cubicBezTo>
                          <a:cubicBezTo>
                            <a:pt x="641795" y="627793"/>
                            <a:pt x="643890" y="623126"/>
                            <a:pt x="645795" y="618268"/>
                          </a:cubicBezTo>
                          <a:cubicBezTo>
                            <a:pt x="645986" y="617792"/>
                            <a:pt x="646176" y="617220"/>
                            <a:pt x="646367" y="616744"/>
                          </a:cubicBezTo>
                          <a:cubicBezTo>
                            <a:pt x="647509" y="613791"/>
                            <a:pt x="648462" y="610648"/>
                            <a:pt x="649605" y="607600"/>
                          </a:cubicBezTo>
                          <a:cubicBezTo>
                            <a:pt x="651320" y="602742"/>
                            <a:pt x="653034" y="597980"/>
                            <a:pt x="654558" y="592931"/>
                          </a:cubicBezTo>
                          <a:cubicBezTo>
                            <a:pt x="654749" y="592169"/>
                            <a:pt x="654939" y="591407"/>
                            <a:pt x="655225" y="590741"/>
                          </a:cubicBezTo>
                          <a:cubicBezTo>
                            <a:pt x="656082" y="587788"/>
                            <a:pt x="656939" y="584835"/>
                            <a:pt x="657701" y="581882"/>
                          </a:cubicBezTo>
                          <a:cubicBezTo>
                            <a:pt x="659225" y="576548"/>
                            <a:pt x="660654" y="571309"/>
                            <a:pt x="661988" y="565785"/>
                          </a:cubicBezTo>
                          <a:cubicBezTo>
                            <a:pt x="662273" y="564737"/>
                            <a:pt x="662464" y="563594"/>
                            <a:pt x="662654" y="562547"/>
                          </a:cubicBezTo>
                          <a:cubicBezTo>
                            <a:pt x="663321" y="559880"/>
                            <a:pt x="663797" y="557117"/>
                            <a:pt x="664464" y="554450"/>
                          </a:cubicBezTo>
                          <a:cubicBezTo>
                            <a:pt x="665797" y="548354"/>
                            <a:pt x="667036" y="542258"/>
                            <a:pt x="668084" y="536067"/>
                          </a:cubicBezTo>
                          <a:cubicBezTo>
                            <a:pt x="668369" y="534448"/>
                            <a:pt x="668560" y="532733"/>
                            <a:pt x="668846" y="531114"/>
                          </a:cubicBezTo>
                          <a:cubicBezTo>
                            <a:pt x="669226" y="528923"/>
                            <a:pt x="669608" y="526637"/>
                            <a:pt x="669893" y="524351"/>
                          </a:cubicBezTo>
                          <a:cubicBezTo>
                            <a:pt x="671036" y="517017"/>
                            <a:pt x="671989" y="509492"/>
                            <a:pt x="672846" y="501872"/>
                          </a:cubicBezTo>
                          <a:cubicBezTo>
                            <a:pt x="673132" y="499586"/>
                            <a:pt x="673322" y="497300"/>
                            <a:pt x="673608" y="494919"/>
                          </a:cubicBezTo>
                          <a:cubicBezTo>
                            <a:pt x="673703" y="493490"/>
                            <a:pt x="673894" y="492157"/>
                            <a:pt x="674084" y="490728"/>
                          </a:cubicBezTo>
                          <a:cubicBezTo>
                            <a:pt x="675227" y="478250"/>
                            <a:pt x="676180" y="465582"/>
                            <a:pt x="676656" y="452438"/>
                          </a:cubicBezTo>
                          <a:cubicBezTo>
                            <a:pt x="676656" y="452247"/>
                            <a:pt x="676656" y="452057"/>
                            <a:pt x="676656" y="451866"/>
                          </a:cubicBezTo>
                          <a:cubicBezTo>
                            <a:pt x="677037" y="441770"/>
                            <a:pt x="677228" y="431483"/>
                            <a:pt x="677132" y="421005"/>
                          </a:cubicBezTo>
                          <a:cubicBezTo>
                            <a:pt x="676466" y="414719"/>
                            <a:pt x="676275" y="407956"/>
                            <a:pt x="676084" y="40119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30">
                          <a:srgbClr val="105EDD">
                            <a:alpha val="100000"/>
                          </a:srgbClr>
                        </a:gs>
                        <a:gs pos="99080">
                          <a:srgbClr val="6EA6FF">
                            <a:alpha val="10000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5" name="AutoShape 105"/>
                    <p:cNvSpPr/>
                    <p:nvPr/>
                  </p:nvSpPr>
                  <p:spPr>
                    <a:xfrm>
                      <a:off x="6014466" y="2443257"/>
                      <a:ext cx="839914" cy="2976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39914" h="297656">
                          <a:moveTo>
                            <a:pt x="825532" y="174308"/>
                          </a:moveTo>
                          <a:cubicBezTo>
                            <a:pt x="823817" y="173450"/>
                            <a:pt x="822198" y="172498"/>
                            <a:pt x="820579" y="171641"/>
                          </a:cubicBezTo>
                          <a:cubicBezTo>
                            <a:pt x="817912" y="170212"/>
                            <a:pt x="815245" y="168783"/>
                            <a:pt x="812578" y="167354"/>
                          </a:cubicBezTo>
                          <a:cubicBezTo>
                            <a:pt x="807910" y="164878"/>
                            <a:pt x="803243" y="162401"/>
                            <a:pt x="798481" y="159830"/>
                          </a:cubicBezTo>
                          <a:cubicBezTo>
                            <a:pt x="795623" y="158306"/>
                            <a:pt x="792671" y="156782"/>
                            <a:pt x="789813" y="155162"/>
                          </a:cubicBezTo>
                          <a:cubicBezTo>
                            <a:pt x="784765" y="152495"/>
                            <a:pt x="779621" y="149828"/>
                            <a:pt x="774478" y="147066"/>
                          </a:cubicBezTo>
                          <a:cubicBezTo>
                            <a:pt x="771906" y="145733"/>
                            <a:pt x="769334" y="144304"/>
                            <a:pt x="766667" y="142970"/>
                          </a:cubicBezTo>
                          <a:cubicBezTo>
                            <a:pt x="758857" y="138875"/>
                            <a:pt x="750951" y="134684"/>
                            <a:pt x="742759" y="130493"/>
                          </a:cubicBezTo>
                          <a:cubicBezTo>
                            <a:pt x="731139" y="124397"/>
                            <a:pt x="719138" y="118491"/>
                            <a:pt x="707041" y="112586"/>
                          </a:cubicBezTo>
                          <a:cubicBezTo>
                            <a:pt x="703897" y="111062"/>
                            <a:pt x="700754" y="109538"/>
                            <a:pt x="697611" y="108014"/>
                          </a:cubicBezTo>
                          <a:cubicBezTo>
                            <a:pt x="685991" y="102489"/>
                            <a:pt x="674180" y="96965"/>
                            <a:pt x="662083" y="91535"/>
                          </a:cubicBezTo>
                          <a:cubicBezTo>
                            <a:pt x="661511" y="91250"/>
                            <a:pt x="660940" y="90964"/>
                            <a:pt x="660368" y="90773"/>
                          </a:cubicBezTo>
                          <a:cubicBezTo>
                            <a:pt x="660178" y="90678"/>
                            <a:pt x="660083" y="90583"/>
                            <a:pt x="659892" y="90583"/>
                          </a:cubicBezTo>
                          <a:cubicBezTo>
                            <a:pt x="649986" y="86201"/>
                            <a:pt x="639889" y="81820"/>
                            <a:pt x="629698" y="77438"/>
                          </a:cubicBezTo>
                          <a:cubicBezTo>
                            <a:pt x="610172" y="69152"/>
                            <a:pt x="590264" y="61246"/>
                            <a:pt x="569881" y="53816"/>
                          </a:cubicBezTo>
                          <a:cubicBezTo>
                            <a:pt x="569595" y="53721"/>
                            <a:pt x="569309" y="53626"/>
                            <a:pt x="569023" y="53531"/>
                          </a:cubicBezTo>
                          <a:cubicBezTo>
                            <a:pt x="568928" y="53531"/>
                            <a:pt x="568833" y="53435"/>
                            <a:pt x="568738" y="53435"/>
                          </a:cubicBezTo>
                          <a:cubicBezTo>
                            <a:pt x="547592" y="45720"/>
                            <a:pt x="525971" y="38481"/>
                            <a:pt x="503968" y="31623"/>
                          </a:cubicBezTo>
                          <a:cubicBezTo>
                            <a:pt x="498824" y="30099"/>
                            <a:pt x="493681" y="28670"/>
                            <a:pt x="488537" y="27146"/>
                          </a:cubicBezTo>
                          <a:cubicBezTo>
                            <a:pt x="485680" y="26289"/>
                            <a:pt x="482822" y="25432"/>
                            <a:pt x="479965" y="24670"/>
                          </a:cubicBezTo>
                          <a:cubicBezTo>
                            <a:pt x="474345" y="23146"/>
                            <a:pt x="468725" y="21527"/>
                            <a:pt x="463105" y="20098"/>
                          </a:cubicBezTo>
                          <a:cubicBezTo>
                            <a:pt x="457581" y="18669"/>
                            <a:pt x="452056" y="17240"/>
                            <a:pt x="446532" y="15907"/>
                          </a:cubicBezTo>
                          <a:cubicBezTo>
                            <a:pt x="440817" y="14478"/>
                            <a:pt x="435102" y="13145"/>
                            <a:pt x="429387" y="11906"/>
                          </a:cubicBezTo>
                          <a:cubicBezTo>
                            <a:pt x="426625" y="11240"/>
                            <a:pt x="423863" y="10668"/>
                            <a:pt x="421100" y="10097"/>
                          </a:cubicBezTo>
                          <a:cubicBezTo>
                            <a:pt x="419291" y="9716"/>
                            <a:pt x="417385" y="9335"/>
                            <a:pt x="415576" y="8858"/>
                          </a:cubicBezTo>
                          <a:cubicBezTo>
                            <a:pt x="400241" y="5620"/>
                            <a:pt x="384810" y="2572"/>
                            <a:pt x="369189" y="0"/>
                          </a:cubicBezTo>
                          <a:cubicBezTo>
                            <a:pt x="369189" y="0"/>
                            <a:pt x="369094" y="0"/>
                            <a:pt x="369094" y="0"/>
                          </a:cubicBezTo>
                          <a:lnTo>
                            <a:pt x="0" y="115824"/>
                          </a:lnTo>
                          <a:cubicBezTo>
                            <a:pt x="15621" y="118396"/>
                            <a:pt x="31147" y="121444"/>
                            <a:pt x="46482" y="124682"/>
                          </a:cubicBezTo>
                          <a:cubicBezTo>
                            <a:pt x="48387" y="125063"/>
                            <a:pt x="50387" y="125349"/>
                            <a:pt x="52292" y="125825"/>
                          </a:cubicBezTo>
                          <a:cubicBezTo>
                            <a:pt x="54959" y="126397"/>
                            <a:pt x="57626" y="127064"/>
                            <a:pt x="60293" y="127730"/>
                          </a:cubicBezTo>
                          <a:cubicBezTo>
                            <a:pt x="66008" y="129064"/>
                            <a:pt x="71723" y="130397"/>
                            <a:pt x="77438" y="131731"/>
                          </a:cubicBezTo>
                          <a:cubicBezTo>
                            <a:pt x="82963" y="133064"/>
                            <a:pt x="88487" y="134493"/>
                            <a:pt x="94012" y="135922"/>
                          </a:cubicBezTo>
                          <a:cubicBezTo>
                            <a:pt x="99631" y="137446"/>
                            <a:pt x="105251" y="138970"/>
                            <a:pt x="110871" y="140494"/>
                          </a:cubicBezTo>
                          <a:cubicBezTo>
                            <a:pt x="113824" y="141351"/>
                            <a:pt x="116776" y="142018"/>
                            <a:pt x="119729" y="142875"/>
                          </a:cubicBezTo>
                          <a:cubicBezTo>
                            <a:pt x="124777" y="144304"/>
                            <a:pt x="129826" y="145828"/>
                            <a:pt x="134874" y="147447"/>
                          </a:cubicBezTo>
                          <a:cubicBezTo>
                            <a:pt x="156877" y="154305"/>
                            <a:pt x="178498" y="161544"/>
                            <a:pt x="199644" y="169259"/>
                          </a:cubicBezTo>
                          <a:cubicBezTo>
                            <a:pt x="199739" y="169259"/>
                            <a:pt x="199834" y="169355"/>
                            <a:pt x="199930" y="169355"/>
                          </a:cubicBezTo>
                          <a:cubicBezTo>
                            <a:pt x="200215" y="169450"/>
                            <a:pt x="200501" y="169545"/>
                            <a:pt x="200787" y="169736"/>
                          </a:cubicBezTo>
                          <a:cubicBezTo>
                            <a:pt x="221075" y="177165"/>
                            <a:pt x="240983" y="184976"/>
                            <a:pt x="260509" y="193358"/>
                          </a:cubicBezTo>
                          <a:cubicBezTo>
                            <a:pt x="270700" y="197644"/>
                            <a:pt x="280797" y="202025"/>
                            <a:pt x="290703" y="206502"/>
                          </a:cubicBezTo>
                          <a:cubicBezTo>
                            <a:pt x="290893" y="206597"/>
                            <a:pt x="291084" y="206693"/>
                            <a:pt x="291179" y="206693"/>
                          </a:cubicBezTo>
                          <a:cubicBezTo>
                            <a:pt x="291751" y="206978"/>
                            <a:pt x="292322" y="207264"/>
                            <a:pt x="292894" y="207455"/>
                          </a:cubicBezTo>
                          <a:cubicBezTo>
                            <a:pt x="304991" y="212884"/>
                            <a:pt x="316801" y="218408"/>
                            <a:pt x="328517" y="223933"/>
                          </a:cubicBezTo>
                          <a:cubicBezTo>
                            <a:pt x="331660" y="225457"/>
                            <a:pt x="334804" y="226981"/>
                            <a:pt x="337852" y="228410"/>
                          </a:cubicBezTo>
                          <a:cubicBezTo>
                            <a:pt x="350044" y="234315"/>
                            <a:pt x="361950" y="240221"/>
                            <a:pt x="373571" y="246317"/>
                          </a:cubicBezTo>
                          <a:cubicBezTo>
                            <a:pt x="381667" y="250603"/>
                            <a:pt x="389668" y="254699"/>
                            <a:pt x="397478" y="258794"/>
                          </a:cubicBezTo>
                          <a:cubicBezTo>
                            <a:pt x="400145" y="260223"/>
                            <a:pt x="402622" y="261557"/>
                            <a:pt x="405289" y="262890"/>
                          </a:cubicBezTo>
                          <a:cubicBezTo>
                            <a:pt x="410432" y="265652"/>
                            <a:pt x="415576" y="268319"/>
                            <a:pt x="420624" y="270986"/>
                          </a:cubicBezTo>
                          <a:cubicBezTo>
                            <a:pt x="423577" y="272510"/>
                            <a:pt x="426530" y="274130"/>
                            <a:pt x="429387" y="275654"/>
                          </a:cubicBezTo>
                          <a:cubicBezTo>
                            <a:pt x="433959" y="278130"/>
                            <a:pt x="438531" y="280511"/>
                            <a:pt x="443103" y="282893"/>
                          </a:cubicBezTo>
                          <a:cubicBezTo>
                            <a:pt x="445960" y="284417"/>
                            <a:pt x="448818" y="285941"/>
                            <a:pt x="451675" y="287465"/>
                          </a:cubicBezTo>
                          <a:cubicBezTo>
                            <a:pt x="453200" y="288322"/>
                            <a:pt x="454819" y="289179"/>
                            <a:pt x="456438" y="289941"/>
                          </a:cubicBezTo>
                          <a:cubicBezTo>
                            <a:pt x="461296" y="292513"/>
                            <a:pt x="466058" y="295085"/>
                            <a:pt x="470821" y="297656"/>
                          </a:cubicBezTo>
                          <a:lnTo>
                            <a:pt x="839914" y="181832"/>
                          </a:lnTo>
                          <a:cubicBezTo>
                            <a:pt x="835152" y="179546"/>
                            <a:pt x="830294" y="176879"/>
                            <a:pt x="825532" y="174308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1356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6" name="AutoShape 106"/>
                    <p:cNvSpPr/>
                    <p:nvPr/>
                  </p:nvSpPr>
                  <p:spPr>
                    <a:xfrm>
                      <a:off x="5308187" y="2326005"/>
                      <a:ext cx="1218271" cy="21115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271" h="2111502">
                          <a:moveTo>
                            <a:pt x="902399" y="1810893"/>
                          </a:moveTo>
                          <a:cubicBezTo>
                            <a:pt x="907637" y="1809369"/>
                            <a:pt x="912686" y="1807655"/>
                            <a:pt x="917829" y="1805940"/>
                          </a:cubicBezTo>
                          <a:cubicBezTo>
                            <a:pt x="921163" y="1804797"/>
                            <a:pt x="924497" y="1803749"/>
                            <a:pt x="927735" y="1802606"/>
                          </a:cubicBezTo>
                          <a:cubicBezTo>
                            <a:pt x="931640" y="1801178"/>
                            <a:pt x="935450" y="1799749"/>
                            <a:pt x="939260" y="1798320"/>
                          </a:cubicBezTo>
                          <a:cubicBezTo>
                            <a:pt x="942499" y="1797082"/>
                            <a:pt x="945737" y="1795844"/>
                            <a:pt x="948881" y="1794605"/>
                          </a:cubicBezTo>
                          <a:cubicBezTo>
                            <a:pt x="952690" y="1793081"/>
                            <a:pt x="956405" y="1791367"/>
                            <a:pt x="960215" y="1789748"/>
                          </a:cubicBezTo>
                          <a:cubicBezTo>
                            <a:pt x="963263" y="1788414"/>
                            <a:pt x="966407" y="1787081"/>
                            <a:pt x="969455" y="1785652"/>
                          </a:cubicBezTo>
                          <a:cubicBezTo>
                            <a:pt x="973169" y="1783937"/>
                            <a:pt x="976884" y="1782032"/>
                            <a:pt x="980599" y="1780223"/>
                          </a:cubicBezTo>
                          <a:cubicBezTo>
                            <a:pt x="983552" y="1778794"/>
                            <a:pt x="986504" y="1777365"/>
                            <a:pt x="989362" y="1775841"/>
                          </a:cubicBezTo>
                          <a:cubicBezTo>
                            <a:pt x="993077" y="1773841"/>
                            <a:pt x="996696" y="1771841"/>
                            <a:pt x="1000411" y="1769745"/>
                          </a:cubicBezTo>
                          <a:cubicBezTo>
                            <a:pt x="1003173" y="1768221"/>
                            <a:pt x="1005935" y="1766697"/>
                            <a:pt x="1008698" y="1765078"/>
                          </a:cubicBezTo>
                          <a:cubicBezTo>
                            <a:pt x="1012507" y="1762887"/>
                            <a:pt x="1016222" y="1760506"/>
                            <a:pt x="1019937" y="1758125"/>
                          </a:cubicBezTo>
                          <a:cubicBezTo>
                            <a:pt x="1022414" y="1756601"/>
                            <a:pt x="1024985" y="1755077"/>
                            <a:pt x="1027462" y="1753457"/>
                          </a:cubicBezTo>
                          <a:cubicBezTo>
                            <a:pt x="1031557" y="1750790"/>
                            <a:pt x="1035558" y="1747933"/>
                            <a:pt x="1039558" y="1745171"/>
                          </a:cubicBezTo>
                          <a:cubicBezTo>
                            <a:pt x="1041559" y="1743742"/>
                            <a:pt x="1043654" y="1742408"/>
                            <a:pt x="1045655" y="1740980"/>
                          </a:cubicBezTo>
                          <a:cubicBezTo>
                            <a:pt x="1048417" y="1738979"/>
                            <a:pt x="1051179" y="1736788"/>
                            <a:pt x="1053941" y="1734693"/>
                          </a:cubicBezTo>
                          <a:cubicBezTo>
                            <a:pt x="1057085" y="1732312"/>
                            <a:pt x="1060228" y="1730026"/>
                            <a:pt x="1063276" y="1727645"/>
                          </a:cubicBezTo>
                          <a:cubicBezTo>
                            <a:pt x="1070896" y="1721549"/>
                            <a:pt x="1078135" y="1714976"/>
                            <a:pt x="1085279" y="1708309"/>
                          </a:cubicBezTo>
                          <a:cubicBezTo>
                            <a:pt x="1087183" y="1706499"/>
                            <a:pt x="1088993" y="1704784"/>
                            <a:pt x="1090803" y="1702975"/>
                          </a:cubicBezTo>
                          <a:cubicBezTo>
                            <a:pt x="1097090" y="1696784"/>
                            <a:pt x="1103186" y="1690497"/>
                            <a:pt x="1108996" y="1683830"/>
                          </a:cubicBezTo>
                          <a:cubicBezTo>
                            <a:pt x="1109758" y="1682972"/>
                            <a:pt x="1110615" y="1682115"/>
                            <a:pt x="1111472" y="1681163"/>
                          </a:cubicBezTo>
                          <a:cubicBezTo>
                            <a:pt x="1113949" y="1678305"/>
                            <a:pt x="1116425" y="1675162"/>
                            <a:pt x="1118807" y="1672209"/>
                          </a:cubicBezTo>
                          <a:cubicBezTo>
                            <a:pt x="1121188" y="1669256"/>
                            <a:pt x="1123664" y="1666304"/>
                            <a:pt x="1126046" y="1663256"/>
                          </a:cubicBezTo>
                          <a:cubicBezTo>
                            <a:pt x="1128427" y="1660208"/>
                            <a:pt x="1130618" y="1656969"/>
                            <a:pt x="1132904" y="1653826"/>
                          </a:cubicBezTo>
                          <a:cubicBezTo>
                            <a:pt x="1135190" y="1650683"/>
                            <a:pt x="1137571" y="1647539"/>
                            <a:pt x="1139762" y="1644301"/>
                          </a:cubicBezTo>
                          <a:cubicBezTo>
                            <a:pt x="1140714" y="1642872"/>
                            <a:pt x="1141666" y="1641348"/>
                            <a:pt x="1142714" y="1639824"/>
                          </a:cubicBezTo>
                          <a:cubicBezTo>
                            <a:pt x="1145762" y="1635157"/>
                            <a:pt x="1148810" y="1630490"/>
                            <a:pt x="1151763" y="1625632"/>
                          </a:cubicBezTo>
                          <a:cubicBezTo>
                            <a:pt x="1153097" y="1623441"/>
                            <a:pt x="1154430" y="1621060"/>
                            <a:pt x="1155764" y="1618869"/>
                          </a:cubicBezTo>
                          <a:cubicBezTo>
                            <a:pt x="1157859" y="1615250"/>
                            <a:pt x="1159955" y="1611535"/>
                            <a:pt x="1162050" y="1607820"/>
                          </a:cubicBezTo>
                          <a:cubicBezTo>
                            <a:pt x="1167003" y="1598867"/>
                            <a:pt x="1171766" y="1589723"/>
                            <a:pt x="1176242" y="1580102"/>
                          </a:cubicBezTo>
                          <a:cubicBezTo>
                            <a:pt x="1177862" y="1576578"/>
                            <a:pt x="1179290" y="1572863"/>
                            <a:pt x="1180910" y="1569244"/>
                          </a:cubicBezTo>
                          <a:cubicBezTo>
                            <a:pt x="1182910" y="1564577"/>
                            <a:pt x="1185005" y="1559814"/>
                            <a:pt x="1186815" y="1554956"/>
                          </a:cubicBezTo>
                          <a:cubicBezTo>
                            <a:pt x="1188149" y="1551432"/>
                            <a:pt x="1189291" y="1547813"/>
                            <a:pt x="1190625" y="1544193"/>
                          </a:cubicBezTo>
                          <a:cubicBezTo>
                            <a:pt x="1192340" y="1539335"/>
                            <a:pt x="1194054" y="1534573"/>
                            <a:pt x="1195578" y="1529620"/>
                          </a:cubicBezTo>
                          <a:cubicBezTo>
                            <a:pt x="1196721" y="1526000"/>
                            <a:pt x="1197674" y="1522190"/>
                            <a:pt x="1198721" y="1518476"/>
                          </a:cubicBezTo>
                          <a:cubicBezTo>
                            <a:pt x="1200245" y="1513142"/>
                            <a:pt x="1201674" y="1507903"/>
                            <a:pt x="1203008" y="1502378"/>
                          </a:cubicBezTo>
                          <a:cubicBezTo>
                            <a:pt x="1203865" y="1498663"/>
                            <a:pt x="1204627" y="1494854"/>
                            <a:pt x="1205484" y="1491044"/>
                          </a:cubicBezTo>
                          <a:cubicBezTo>
                            <a:pt x="1206818" y="1484948"/>
                            <a:pt x="1208056" y="1478852"/>
                            <a:pt x="1209104" y="1472660"/>
                          </a:cubicBezTo>
                          <a:cubicBezTo>
                            <a:pt x="1209770" y="1468850"/>
                            <a:pt x="1210342" y="1464945"/>
                            <a:pt x="1211008" y="1461040"/>
                          </a:cubicBezTo>
                          <a:cubicBezTo>
                            <a:pt x="1212152" y="1453706"/>
                            <a:pt x="1213104" y="1446181"/>
                            <a:pt x="1213961" y="1438561"/>
                          </a:cubicBezTo>
                          <a:cubicBezTo>
                            <a:pt x="1214342" y="1434846"/>
                            <a:pt x="1214819" y="1431131"/>
                            <a:pt x="1215200" y="1427321"/>
                          </a:cubicBezTo>
                          <a:cubicBezTo>
                            <a:pt x="1216343" y="1414844"/>
                            <a:pt x="1217295" y="1402175"/>
                            <a:pt x="1217771" y="1389031"/>
                          </a:cubicBezTo>
                          <a:cubicBezTo>
                            <a:pt x="1218152" y="1378744"/>
                            <a:pt x="1218343" y="1368266"/>
                            <a:pt x="1218248" y="1357598"/>
                          </a:cubicBezTo>
                          <a:cubicBezTo>
                            <a:pt x="1218248" y="1349407"/>
                            <a:pt x="1217962" y="1341406"/>
                            <a:pt x="1217676" y="1333500"/>
                          </a:cubicBezTo>
                          <a:cubicBezTo>
                            <a:pt x="1217581" y="1329881"/>
                            <a:pt x="1217295" y="1326356"/>
                            <a:pt x="1217105" y="1322832"/>
                          </a:cubicBezTo>
                          <a:cubicBezTo>
                            <a:pt x="1216819" y="1317879"/>
                            <a:pt x="1216533" y="1312926"/>
                            <a:pt x="1216152" y="1308068"/>
                          </a:cubicBezTo>
                          <a:cubicBezTo>
                            <a:pt x="1215866" y="1304449"/>
                            <a:pt x="1215581" y="1301020"/>
                            <a:pt x="1215200" y="1297496"/>
                          </a:cubicBezTo>
                          <a:cubicBezTo>
                            <a:pt x="1214723" y="1292828"/>
                            <a:pt x="1214342" y="1288066"/>
                            <a:pt x="1213771" y="1283494"/>
                          </a:cubicBezTo>
                          <a:cubicBezTo>
                            <a:pt x="1213390" y="1280065"/>
                            <a:pt x="1212914" y="1276731"/>
                            <a:pt x="1212533" y="1273397"/>
                          </a:cubicBezTo>
                          <a:cubicBezTo>
                            <a:pt x="1211961" y="1268825"/>
                            <a:pt x="1211294" y="1264349"/>
                            <a:pt x="1210532" y="1259872"/>
                          </a:cubicBezTo>
                          <a:cubicBezTo>
                            <a:pt x="1210056" y="1256633"/>
                            <a:pt x="1209485" y="1253395"/>
                            <a:pt x="1208913" y="1250156"/>
                          </a:cubicBezTo>
                          <a:cubicBezTo>
                            <a:pt x="1208151" y="1245965"/>
                            <a:pt x="1207389" y="1241965"/>
                            <a:pt x="1206532" y="1237869"/>
                          </a:cubicBezTo>
                          <a:cubicBezTo>
                            <a:pt x="1205770" y="1234250"/>
                            <a:pt x="1205008" y="1230535"/>
                            <a:pt x="1204151" y="1226915"/>
                          </a:cubicBezTo>
                          <a:cubicBezTo>
                            <a:pt x="1203293" y="1223010"/>
                            <a:pt x="1202246" y="1219200"/>
                            <a:pt x="1201293" y="1215485"/>
                          </a:cubicBezTo>
                          <a:cubicBezTo>
                            <a:pt x="1200341" y="1211961"/>
                            <a:pt x="1199483" y="1208437"/>
                            <a:pt x="1198531" y="1205008"/>
                          </a:cubicBezTo>
                          <a:cubicBezTo>
                            <a:pt x="1197864" y="1202627"/>
                            <a:pt x="1197102" y="1200245"/>
                            <a:pt x="1196340" y="1197864"/>
                          </a:cubicBezTo>
                          <a:cubicBezTo>
                            <a:pt x="1193102" y="1187196"/>
                            <a:pt x="1189577" y="1176814"/>
                            <a:pt x="1185577" y="1166908"/>
                          </a:cubicBezTo>
                          <a:cubicBezTo>
                            <a:pt x="1181957" y="1158050"/>
                            <a:pt x="1178052" y="1149477"/>
                            <a:pt x="1173956" y="1141095"/>
                          </a:cubicBezTo>
                          <a:cubicBezTo>
                            <a:pt x="1173004" y="1139095"/>
                            <a:pt x="1172051" y="1137095"/>
                            <a:pt x="1171004" y="1135190"/>
                          </a:cubicBezTo>
                          <a:cubicBezTo>
                            <a:pt x="1166432" y="1126236"/>
                            <a:pt x="1161669" y="1117473"/>
                            <a:pt x="1156621" y="1108996"/>
                          </a:cubicBezTo>
                          <a:cubicBezTo>
                            <a:pt x="1155954" y="1107853"/>
                            <a:pt x="1155192" y="1106805"/>
                            <a:pt x="1154525" y="1105662"/>
                          </a:cubicBezTo>
                          <a:cubicBezTo>
                            <a:pt x="1149668" y="1097756"/>
                            <a:pt x="1144429" y="1090041"/>
                            <a:pt x="1139000" y="1082516"/>
                          </a:cubicBezTo>
                          <a:cubicBezTo>
                            <a:pt x="1138142" y="1081278"/>
                            <a:pt x="1137285" y="1080040"/>
                            <a:pt x="1136333" y="1078802"/>
                          </a:cubicBezTo>
                          <a:cubicBezTo>
                            <a:pt x="1130713" y="1071182"/>
                            <a:pt x="1124712" y="1063847"/>
                            <a:pt x="1118521" y="1056704"/>
                          </a:cubicBezTo>
                          <a:cubicBezTo>
                            <a:pt x="1117187" y="1055180"/>
                            <a:pt x="1115758" y="1053560"/>
                            <a:pt x="1114425" y="1052036"/>
                          </a:cubicBezTo>
                          <a:cubicBezTo>
                            <a:pt x="1107948" y="1044797"/>
                            <a:pt x="1101281" y="1037749"/>
                            <a:pt x="1094232" y="1030986"/>
                          </a:cubicBezTo>
                          <a:cubicBezTo>
                            <a:pt x="1092899" y="1029653"/>
                            <a:pt x="1091470" y="1028414"/>
                            <a:pt x="1090041" y="1027176"/>
                          </a:cubicBezTo>
                          <a:cubicBezTo>
                            <a:pt x="1085088" y="1022509"/>
                            <a:pt x="1079945" y="1017937"/>
                            <a:pt x="1074801" y="1013460"/>
                          </a:cubicBezTo>
                          <a:cubicBezTo>
                            <a:pt x="1072801" y="1011746"/>
                            <a:pt x="1070801" y="1010126"/>
                            <a:pt x="1068800" y="1008412"/>
                          </a:cubicBezTo>
                          <a:cubicBezTo>
                            <a:pt x="1064038" y="1004411"/>
                            <a:pt x="1059085" y="1000411"/>
                            <a:pt x="1054132" y="996506"/>
                          </a:cubicBezTo>
                          <a:cubicBezTo>
                            <a:pt x="1052227" y="995077"/>
                            <a:pt x="1050417" y="993553"/>
                            <a:pt x="1048512" y="992124"/>
                          </a:cubicBezTo>
                          <a:cubicBezTo>
                            <a:pt x="1042987" y="987933"/>
                            <a:pt x="1037273" y="983742"/>
                            <a:pt x="1031557" y="979646"/>
                          </a:cubicBezTo>
                          <a:cubicBezTo>
                            <a:pt x="1030700" y="979075"/>
                            <a:pt x="1029938" y="978503"/>
                            <a:pt x="1029176" y="977932"/>
                          </a:cubicBezTo>
                          <a:cubicBezTo>
                            <a:pt x="1022509" y="973264"/>
                            <a:pt x="1015746" y="968788"/>
                            <a:pt x="1008793" y="964311"/>
                          </a:cubicBezTo>
                          <a:cubicBezTo>
                            <a:pt x="1006602" y="962882"/>
                            <a:pt x="1004411" y="961549"/>
                            <a:pt x="1002220" y="960215"/>
                          </a:cubicBezTo>
                          <a:cubicBezTo>
                            <a:pt x="997458" y="957167"/>
                            <a:pt x="992600" y="954214"/>
                            <a:pt x="987647" y="951262"/>
                          </a:cubicBezTo>
                          <a:cubicBezTo>
                            <a:pt x="984980" y="949643"/>
                            <a:pt x="982218" y="948119"/>
                            <a:pt x="979551" y="946595"/>
                          </a:cubicBezTo>
                          <a:cubicBezTo>
                            <a:pt x="974884" y="943928"/>
                            <a:pt x="970216" y="941260"/>
                            <a:pt x="965454" y="938689"/>
                          </a:cubicBezTo>
                          <a:cubicBezTo>
                            <a:pt x="960787" y="936117"/>
                            <a:pt x="956215" y="933641"/>
                            <a:pt x="951452" y="931164"/>
                          </a:cubicBezTo>
                          <a:cubicBezTo>
                            <a:pt x="938784" y="924592"/>
                            <a:pt x="925640" y="918210"/>
                            <a:pt x="912305" y="911828"/>
                          </a:cubicBezTo>
                          <a:cubicBezTo>
                            <a:pt x="908209" y="909828"/>
                            <a:pt x="903923" y="907923"/>
                            <a:pt x="899732" y="906018"/>
                          </a:cubicBezTo>
                          <a:cubicBezTo>
                            <a:pt x="888873" y="900970"/>
                            <a:pt x="877919" y="896017"/>
                            <a:pt x="866584" y="891159"/>
                          </a:cubicBezTo>
                          <a:cubicBezTo>
                            <a:pt x="864680" y="890302"/>
                            <a:pt x="862775" y="889540"/>
                            <a:pt x="860870" y="888683"/>
                          </a:cubicBezTo>
                          <a:cubicBezTo>
                            <a:pt x="847249" y="882872"/>
                            <a:pt x="833152" y="877157"/>
                            <a:pt x="818864" y="871442"/>
                          </a:cubicBezTo>
                          <a:cubicBezTo>
                            <a:pt x="816388" y="870490"/>
                            <a:pt x="813816" y="869442"/>
                            <a:pt x="811244" y="868489"/>
                          </a:cubicBezTo>
                          <a:cubicBezTo>
                            <a:pt x="796004" y="862584"/>
                            <a:pt x="780479" y="856679"/>
                            <a:pt x="764477" y="850964"/>
                          </a:cubicBezTo>
                          <a:cubicBezTo>
                            <a:pt x="756476" y="848392"/>
                            <a:pt x="748665" y="845725"/>
                            <a:pt x="741045" y="842962"/>
                          </a:cubicBezTo>
                          <a:cubicBezTo>
                            <a:pt x="740855" y="842867"/>
                            <a:pt x="740569" y="842772"/>
                            <a:pt x="740378" y="842677"/>
                          </a:cubicBezTo>
                          <a:cubicBezTo>
                            <a:pt x="733520" y="840200"/>
                            <a:pt x="726757" y="837629"/>
                            <a:pt x="720185" y="834962"/>
                          </a:cubicBezTo>
                          <a:cubicBezTo>
                            <a:pt x="714470" y="832580"/>
                            <a:pt x="708946" y="830580"/>
                            <a:pt x="703517" y="828675"/>
                          </a:cubicBezTo>
                          <a:cubicBezTo>
                            <a:pt x="698182" y="826770"/>
                            <a:pt x="693039" y="825151"/>
                            <a:pt x="687991" y="823627"/>
                          </a:cubicBezTo>
                          <a:cubicBezTo>
                            <a:pt x="685419" y="822865"/>
                            <a:pt x="682657" y="821912"/>
                            <a:pt x="680180" y="821150"/>
                          </a:cubicBezTo>
                          <a:lnTo>
                            <a:pt x="679132" y="620458"/>
                          </a:lnTo>
                          <a:cubicBezTo>
                            <a:pt x="718471" y="629412"/>
                            <a:pt x="757523" y="641509"/>
                            <a:pt x="796290" y="657035"/>
                          </a:cubicBezTo>
                          <a:cubicBezTo>
                            <a:pt x="834961" y="672560"/>
                            <a:pt x="869823" y="689039"/>
                            <a:pt x="900779" y="706564"/>
                          </a:cubicBezTo>
                          <a:cubicBezTo>
                            <a:pt x="918686" y="715899"/>
                            <a:pt x="935927" y="725614"/>
                            <a:pt x="952500" y="735711"/>
                          </a:cubicBezTo>
                          <a:cubicBezTo>
                            <a:pt x="953167" y="736092"/>
                            <a:pt x="953833" y="736568"/>
                            <a:pt x="954500" y="736949"/>
                          </a:cubicBezTo>
                          <a:cubicBezTo>
                            <a:pt x="959930" y="740283"/>
                            <a:pt x="965264" y="743712"/>
                            <a:pt x="970502" y="747046"/>
                          </a:cubicBezTo>
                          <a:cubicBezTo>
                            <a:pt x="978694" y="752285"/>
                            <a:pt x="986695" y="757619"/>
                            <a:pt x="994505" y="762953"/>
                          </a:cubicBezTo>
                          <a:cubicBezTo>
                            <a:pt x="997077" y="764667"/>
                            <a:pt x="999649" y="766382"/>
                            <a:pt x="1002125" y="768096"/>
                          </a:cubicBezTo>
                          <a:lnTo>
                            <a:pt x="1177195" y="415481"/>
                          </a:lnTo>
                          <a:cubicBezTo>
                            <a:pt x="1171004" y="412147"/>
                            <a:pt x="1164527" y="408718"/>
                            <a:pt x="1158145" y="405194"/>
                          </a:cubicBezTo>
                          <a:cubicBezTo>
                            <a:pt x="1155287" y="403670"/>
                            <a:pt x="1152430" y="402145"/>
                            <a:pt x="1149572" y="400621"/>
                          </a:cubicBezTo>
                          <a:cubicBezTo>
                            <a:pt x="1145096" y="398240"/>
                            <a:pt x="1140524" y="395764"/>
                            <a:pt x="1135856" y="393383"/>
                          </a:cubicBezTo>
                          <a:cubicBezTo>
                            <a:pt x="1132904" y="391859"/>
                            <a:pt x="1130046" y="390239"/>
                            <a:pt x="1127093" y="388715"/>
                          </a:cubicBezTo>
                          <a:cubicBezTo>
                            <a:pt x="1122045" y="386048"/>
                            <a:pt x="1116902" y="383381"/>
                            <a:pt x="1111758" y="380619"/>
                          </a:cubicBezTo>
                          <a:cubicBezTo>
                            <a:pt x="1109186" y="379286"/>
                            <a:pt x="1106615" y="377857"/>
                            <a:pt x="1103948" y="376523"/>
                          </a:cubicBezTo>
                          <a:cubicBezTo>
                            <a:pt x="1096137" y="372428"/>
                            <a:pt x="1088231" y="368237"/>
                            <a:pt x="1080040" y="364045"/>
                          </a:cubicBezTo>
                          <a:cubicBezTo>
                            <a:pt x="1068419" y="357949"/>
                            <a:pt x="1056418" y="352044"/>
                            <a:pt x="1044321" y="346139"/>
                          </a:cubicBezTo>
                          <a:cubicBezTo>
                            <a:pt x="1041178" y="344615"/>
                            <a:pt x="1038130" y="343091"/>
                            <a:pt x="1034986" y="341662"/>
                          </a:cubicBezTo>
                          <a:cubicBezTo>
                            <a:pt x="1023366" y="336137"/>
                            <a:pt x="1011555" y="330613"/>
                            <a:pt x="999363" y="325184"/>
                          </a:cubicBezTo>
                          <a:cubicBezTo>
                            <a:pt x="998601" y="324898"/>
                            <a:pt x="997934" y="324517"/>
                            <a:pt x="997172" y="324136"/>
                          </a:cubicBezTo>
                          <a:cubicBezTo>
                            <a:pt x="987266" y="319754"/>
                            <a:pt x="977170" y="315373"/>
                            <a:pt x="966978" y="310991"/>
                          </a:cubicBezTo>
                          <a:cubicBezTo>
                            <a:pt x="947452" y="302705"/>
                            <a:pt x="927545" y="294799"/>
                            <a:pt x="907256" y="287369"/>
                          </a:cubicBezTo>
                          <a:cubicBezTo>
                            <a:pt x="906875" y="287179"/>
                            <a:pt x="906494" y="287084"/>
                            <a:pt x="906113" y="286893"/>
                          </a:cubicBezTo>
                          <a:cubicBezTo>
                            <a:pt x="884968" y="279178"/>
                            <a:pt x="863441" y="271939"/>
                            <a:pt x="841343" y="265081"/>
                          </a:cubicBezTo>
                          <a:cubicBezTo>
                            <a:pt x="833438" y="262604"/>
                            <a:pt x="825341" y="260414"/>
                            <a:pt x="817340" y="258127"/>
                          </a:cubicBezTo>
                          <a:cubicBezTo>
                            <a:pt x="811721" y="256603"/>
                            <a:pt x="806101" y="254984"/>
                            <a:pt x="800481" y="253555"/>
                          </a:cubicBezTo>
                          <a:cubicBezTo>
                            <a:pt x="794957" y="252127"/>
                            <a:pt x="789432" y="250698"/>
                            <a:pt x="783907" y="249365"/>
                          </a:cubicBezTo>
                          <a:cubicBezTo>
                            <a:pt x="778193" y="247936"/>
                            <a:pt x="772478" y="246602"/>
                            <a:pt x="766763" y="245364"/>
                          </a:cubicBezTo>
                          <a:cubicBezTo>
                            <a:pt x="762190" y="244316"/>
                            <a:pt x="757523" y="243364"/>
                            <a:pt x="752951" y="242411"/>
                          </a:cubicBezTo>
                          <a:cubicBezTo>
                            <a:pt x="737616" y="239173"/>
                            <a:pt x="722186" y="236125"/>
                            <a:pt x="706469" y="233553"/>
                          </a:cubicBezTo>
                          <a:lnTo>
                            <a:pt x="705231" y="6096"/>
                          </a:lnTo>
                          <a:lnTo>
                            <a:pt x="536638" y="0"/>
                          </a:lnTo>
                          <a:lnTo>
                            <a:pt x="537782" y="208597"/>
                          </a:lnTo>
                          <a:lnTo>
                            <a:pt x="537782" y="208597"/>
                          </a:lnTo>
                          <a:lnTo>
                            <a:pt x="537782" y="213074"/>
                          </a:lnTo>
                          <a:lnTo>
                            <a:pt x="537877" y="223456"/>
                          </a:lnTo>
                          <a:lnTo>
                            <a:pt x="537877" y="225362"/>
                          </a:lnTo>
                          <a:cubicBezTo>
                            <a:pt x="533114" y="225743"/>
                            <a:pt x="528352" y="226219"/>
                            <a:pt x="523589" y="226695"/>
                          </a:cubicBezTo>
                          <a:cubicBezTo>
                            <a:pt x="518065" y="227267"/>
                            <a:pt x="512445" y="227838"/>
                            <a:pt x="506921" y="228505"/>
                          </a:cubicBezTo>
                          <a:cubicBezTo>
                            <a:pt x="503111" y="228981"/>
                            <a:pt x="499396" y="229457"/>
                            <a:pt x="495586" y="230029"/>
                          </a:cubicBezTo>
                          <a:cubicBezTo>
                            <a:pt x="489585" y="230886"/>
                            <a:pt x="483584" y="231839"/>
                            <a:pt x="477679" y="232886"/>
                          </a:cubicBezTo>
                          <a:cubicBezTo>
                            <a:pt x="474345" y="233458"/>
                            <a:pt x="470916" y="234029"/>
                            <a:pt x="467582" y="234696"/>
                          </a:cubicBezTo>
                          <a:cubicBezTo>
                            <a:pt x="457962" y="236506"/>
                            <a:pt x="448342" y="238601"/>
                            <a:pt x="438912" y="240983"/>
                          </a:cubicBezTo>
                          <a:cubicBezTo>
                            <a:pt x="436340" y="241649"/>
                            <a:pt x="433769" y="242316"/>
                            <a:pt x="431197" y="242983"/>
                          </a:cubicBezTo>
                          <a:cubicBezTo>
                            <a:pt x="423482" y="244983"/>
                            <a:pt x="415766" y="247174"/>
                            <a:pt x="408146" y="249460"/>
                          </a:cubicBezTo>
                          <a:cubicBezTo>
                            <a:pt x="388906" y="255365"/>
                            <a:pt x="370046" y="262033"/>
                            <a:pt x="351568" y="269939"/>
                          </a:cubicBezTo>
                          <a:cubicBezTo>
                            <a:pt x="293370" y="294513"/>
                            <a:pt x="242697" y="328422"/>
                            <a:pt x="199358" y="371475"/>
                          </a:cubicBezTo>
                          <a:cubicBezTo>
                            <a:pt x="156019" y="414433"/>
                            <a:pt x="121920" y="466439"/>
                            <a:pt x="97060" y="527114"/>
                          </a:cubicBezTo>
                          <a:cubicBezTo>
                            <a:pt x="72104" y="587978"/>
                            <a:pt x="59817" y="658463"/>
                            <a:pt x="60293" y="738759"/>
                          </a:cubicBezTo>
                          <a:cubicBezTo>
                            <a:pt x="60579" y="796671"/>
                            <a:pt x="68294" y="848201"/>
                            <a:pt x="83248" y="893350"/>
                          </a:cubicBezTo>
                          <a:cubicBezTo>
                            <a:pt x="98298" y="938594"/>
                            <a:pt x="121253" y="979075"/>
                            <a:pt x="152400" y="1015175"/>
                          </a:cubicBezTo>
                          <a:cubicBezTo>
                            <a:pt x="183451" y="1051274"/>
                            <a:pt x="222980" y="1083850"/>
                            <a:pt x="270891" y="1113092"/>
                          </a:cubicBezTo>
                          <a:cubicBezTo>
                            <a:pt x="311182" y="1137666"/>
                            <a:pt x="358140" y="1161193"/>
                            <a:pt x="411385" y="1183577"/>
                          </a:cubicBezTo>
                          <a:cubicBezTo>
                            <a:pt x="421386" y="1187767"/>
                            <a:pt x="431578" y="1191959"/>
                            <a:pt x="442055" y="1196150"/>
                          </a:cubicBezTo>
                          <a:cubicBezTo>
                            <a:pt x="451009" y="1199864"/>
                            <a:pt x="459962" y="1203388"/>
                            <a:pt x="468916" y="1206913"/>
                          </a:cubicBezTo>
                          <a:cubicBezTo>
                            <a:pt x="503587" y="1220438"/>
                            <a:pt x="538353" y="1232535"/>
                            <a:pt x="573024" y="1243298"/>
                          </a:cubicBezTo>
                          <a:lnTo>
                            <a:pt x="573119" y="1261777"/>
                          </a:lnTo>
                          <a:lnTo>
                            <a:pt x="573500" y="1323308"/>
                          </a:lnTo>
                          <a:lnTo>
                            <a:pt x="573786" y="1371409"/>
                          </a:lnTo>
                          <a:lnTo>
                            <a:pt x="573977" y="1401223"/>
                          </a:lnTo>
                          <a:lnTo>
                            <a:pt x="574072" y="1427607"/>
                          </a:lnTo>
                          <a:lnTo>
                            <a:pt x="574167" y="1439513"/>
                          </a:lnTo>
                          <a:cubicBezTo>
                            <a:pt x="566547" y="1438084"/>
                            <a:pt x="559022" y="1436370"/>
                            <a:pt x="551402" y="1434751"/>
                          </a:cubicBezTo>
                          <a:cubicBezTo>
                            <a:pt x="547688" y="1433989"/>
                            <a:pt x="543973" y="1433322"/>
                            <a:pt x="540353" y="1432465"/>
                          </a:cubicBezTo>
                          <a:cubicBezTo>
                            <a:pt x="538067" y="1431893"/>
                            <a:pt x="535686" y="1431417"/>
                            <a:pt x="533400" y="1430846"/>
                          </a:cubicBezTo>
                          <a:cubicBezTo>
                            <a:pt x="523780" y="1428464"/>
                            <a:pt x="514159" y="1425892"/>
                            <a:pt x="504539" y="1423130"/>
                          </a:cubicBezTo>
                          <a:cubicBezTo>
                            <a:pt x="503301" y="1422749"/>
                            <a:pt x="502063" y="1422463"/>
                            <a:pt x="500920" y="1422178"/>
                          </a:cubicBezTo>
                          <a:cubicBezTo>
                            <a:pt x="500253" y="1421987"/>
                            <a:pt x="499586" y="1421892"/>
                            <a:pt x="498919" y="1421606"/>
                          </a:cubicBezTo>
                          <a:cubicBezTo>
                            <a:pt x="497586" y="1421225"/>
                            <a:pt x="496253" y="1420749"/>
                            <a:pt x="495014" y="1420273"/>
                          </a:cubicBezTo>
                          <a:cubicBezTo>
                            <a:pt x="485204" y="1417225"/>
                            <a:pt x="475393" y="1414082"/>
                            <a:pt x="465582" y="1410653"/>
                          </a:cubicBezTo>
                          <a:cubicBezTo>
                            <a:pt x="463867" y="1410081"/>
                            <a:pt x="462153" y="1409509"/>
                            <a:pt x="460438" y="1408843"/>
                          </a:cubicBezTo>
                          <a:cubicBezTo>
                            <a:pt x="459581" y="1408557"/>
                            <a:pt x="458724" y="1408176"/>
                            <a:pt x="457867" y="1407890"/>
                          </a:cubicBezTo>
                          <a:cubicBezTo>
                            <a:pt x="447008" y="1403890"/>
                            <a:pt x="436150" y="1399794"/>
                            <a:pt x="425291" y="1395222"/>
                          </a:cubicBezTo>
                          <a:cubicBezTo>
                            <a:pt x="413671" y="1390364"/>
                            <a:pt x="402336" y="1385411"/>
                            <a:pt x="391382" y="1380554"/>
                          </a:cubicBezTo>
                          <a:cubicBezTo>
                            <a:pt x="391096" y="1380458"/>
                            <a:pt x="390811" y="1380268"/>
                            <a:pt x="390525" y="1380173"/>
                          </a:cubicBezTo>
                          <a:cubicBezTo>
                            <a:pt x="389763" y="1379887"/>
                            <a:pt x="389096" y="1379506"/>
                            <a:pt x="388430" y="1379220"/>
                          </a:cubicBezTo>
                          <a:cubicBezTo>
                            <a:pt x="378809" y="1374934"/>
                            <a:pt x="369475" y="1370552"/>
                            <a:pt x="360331" y="1366171"/>
                          </a:cubicBezTo>
                          <a:cubicBezTo>
                            <a:pt x="358616" y="1365313"/>
                            <a:pt x="356807" y="1364456"/>
                            <a:pt x="355092" y="1363694"/>
                          </a:cubicBezTo>
                          <a:cubicBezTo>
                            <a:pt x="345853" y="1359217"/>
                            <a:pt x="336994" y="1354836"/>
                            <a:pt x="328327" y="1350359"/>
                          </a:cubicBezTo>
                          <a:cubicBezTo>
                            <a:pt x="326612" y="1349502"/>
                            <a:pt x="324898" y="1348550"/>
                            <a:pt x="323183" y="1347692"/>
                          </a:cubicBezTo>
                          <a:cubicBezTo>
                            <a:pt x="320231" y="1346168"/>
                            <a:pt x="317468" y="1344644"/>
                            <a:pt x="314611" y="1343025"/>
                          </a:cubicBezTo>
                          <a:cubicBezTo>
                            <a:pt x="308896" y="1339977"/>
                            <a:pt x="303086" y="1336929"/>
                            <a:pt x="297656" y="1333881"/>
                          </a:cubicBezTo>
                          <a:cubicBezTo>
                            <a:pt x="284893" y="1326928"/>
                            <a:pt x="272510" y="1319784"/>
                            <a:pt x="260223" y="1312640"/>
                          </a:cubicBezTo>
                          <a:cubicBezTo>
                            <a:pt x="256508" y="1310450"/>
                            <a:pt x="252794" y="1308163"/>
                            <a:pt x="249079" y="1305973"/>
                          </a:cubicBezTo>
                          <a:cubicBezTo>
                            <a:pt x="240411" y="1300829"/>
                            <a:pt x="231934" y="1295591"/>
                            <a:pt x="223552" y="1290257"/>
                          </a:cubicBezTo>
                          <a:cubicBezTo>
                            <a:pt x="221361" y="1288923"/>
                            <a:pt x="219266" y="1287494"/>
                            <a:pt x="217170" y="1286161"/>
                          </a:cubicBezTo>
                          <a:cubicBezTo>
                            <a:pt x="215551" y="1285113"/>
                            <a:pt x="213931" y="1284161"/>
                            <a:pt x="212408" y="1283113"/>
                          </a:cubicBezTo>
                          <a:cubicBezTo>
                            <a:pt x="199644" y="1274921"/>
                            <a:pt x="187166" y="1266634"/>
                            <a:pt x="174974" y="1258062"/>
                          </a:cubicBezTo>
                          <a:lnTo>
                            <a:pt x="0" y="1633061"/>
                          </a:lnTo>
                          <a:cubicBezTo>
                            <a:pt x="76105" y="1683353"/>
                            <a:pt x="162020" y="1725835"/>
                            <a:pt x="257746" y="1760506"/>
                          </a:cubicBezTo>
                          <a:cubicBezTo>
                            <a:pt x="353473" y="1795177"/>
                            <a:pt x="449866" y="1818704"/>
                            <a:pt x="546830" y="1831181"/>
                          </a:cubicBezTo>
                          <a:lnTo>
                            <a:pt x="548354" y="2105406"/>
                          </a:lnTo>
                          <a:lnTo>
                            <a:pt x="716947" y="2111502"/>
                          </a:lnTo>
                          <a:lnTo>
                            <a:pt x="715518" y="1841659"/>
                          </a:lnTo>
                          <a:cubicBezTo>
                            <a:pt x="779526" y="1838801"/>
                            <a:pt x="842010" y="1828800"/>
                            <a:pt x="902399" y="1810893"/>
                          </a:cubicBezTo>
                          <a:close/>
                          <a:moveTo>
                            <a:pt x="569595" y="665893"/>
                          </a:moveTo>
                          <a:lnTo>
                            <a:pt x="569595" y="673322"/>
                          </a:lnTo>
                          <a:lnTo>
                            <a:pt x="569595" y="681704"/>
                          </a:lnTo>
                          <a:lnTo>
                            <a:pt x="569690" y="695135"/>
                          </a:lnTo>
                          <a:lnTo>
                            <a:pt x="569786" y="707708"/>
                          </a:lnTo>
                          <a:lnTo>
                            <a:pt x="569881" y="722281"/>
                          </a:lnTo>
                          <a:lnTo>
                            <a:pt x="569976" y="735330"/>
                          </a:lnTo>
                          <a:lnTo>
                            <a:pt x="570071" y="748760"/>
                          </a:lnTo>
                          <a:lnTo>
                            <a:pt x="570167" y="763810"/>
                          </a:lnTo>
                          <a:lnTo>
                            <a:pt x="570262" y="779050"/>
                          </a:lnTo>
                          <a:cubicBezTo>
                            <a:pt x="563594" y="776002"/>
                            <a:pt x="557403" y="772858"/>
                            <a:pt x="551498" y="769715"/>
                          </a:cubicBezTo>
                          <a:cubicBezTo>
                            <a:pt x="551307" y="769620"/>
                            <a:pt x="551117" y="769525"/>
                            <a:pt x="550926" y="769430"/>
                          </a:cubicBezTo>
                          <a:cubicBezTo>
                            <a:pt x="548640" y="768191"/>
                            <a:pt x="546735" y="766953"/>
                            <a:pt x="544544" y="765715"/>
                          </a:cubicBezTo>
                          <a:cubicBezTo>
                            <a:pt x="541211" y="763810"/>
                            <a:pt x="537782" y="761905"/>
                            <a:pt x="534734" y="759905"/>
                          </a:cubicBezTo>
                          <a:cubicBezTo>
                            <a:pt x="534448" y="759714"/>
                            <a:pt x="534162" y="759619"/>
                            <a:pt x="533972" y="759428"/>
                          </a:cubicBezTo>
                          <a:cubicBezTo>
                            <a:pt x="532448" y="758476"/>
                            <a:pt x="531114" y="757428"/>
                            <a:pt x="529685" y="756476"/>
                          </a:cubicBezTo>
                          <a:cubicBezTo>
                            <a:pt x="526828" y="754571"/>
                            <a:pt x="524161" y="752570"/>
                            <a:pt x="521589" y="750665"/>
                          </a:cubicBezTo>
                          <a:cubicBezTo>
                            <a:pt x="521113" y="750284"/>
                            <a:pt x="520541" y="749903"/>
                            <a:pt x="520065" y="749522"/>
                          </a:cubicBezTo>
                          <a:cubicBezTo>
                            <a:pt x="519684" y="749141"/>
                            <a:pt x="519113" y="748856"/>
                            <a:pt x="518732" y="748570"/>
                          </a:cubicBezTo>
                          <a:cubicBezTo>
                            <a:pt x="517493" y="747617"/>
                            <a:pt x="516636" y="746570"/>
                            <a:pt x="515493" y="745617"/>
                          </a:cubicBezTo>
                          <a:cubicBezTo>
                            <a:pt x="513779" y="744093"/>
                            <a:pt x="512064" y="742569"/>
                            <a:pt x="510445" y="741045"/>
                          </a:cubicBezTo>
                          <a:cubicBezTo>
                            <a:pt x="509302" y="739902"/>
                            <a:pt x="507873" y="738854"/>
                            <a:pt x="506730" y="737711"/>
                          </a:cubicBezTo>
                          <a:cubicBezTo>
                            <a:pt x="504254" y="735139"/>
                            <a:pt x="502348" y="732377"/>
                            <a:pt x="500348" y="729615"/>
                          </a:cubicBezTo>
                          <a:cubicBezTo>
                            <a:pt x="499872" y="728948"/>
                            <a:pt x="499205" y="728282"/>
                            <a:pt x="498729" y="727520"/>
                          </a:cubicBezTo>
                          <a:cubicBezTo>
                            <a:pt x="497777" y="726091"/>
                            <a:pt x="496919" y="724662"/>
                            <a:pt x="496062" y="723233"/>
                          </a:cubicBezTo>
                          <a:cubicBezTo>
                            <a:pt x="495300" y="721900"/>
                            <a:pt x="494633" y="720471"/>
                            <a:pt x="493967" y="719042"/>
                          </a:cubicBezTo>
                          <a:cubicBezTo>
                            <a:pt x="493395" y="717899"/>
                            <a:pt x="492728" y="716756"/>
                            <a:pt x="492157" y="715518"/>
                          </a:cubicBezTo>
                          <a:cubicBezTo>
                            <a:pt x="491395" y="713804"/>
                            <a:pt x="490728" y="712089"/>
                            <a:pt x="490157" y="710279"/>
                          </a:cubicBezTo>
                          <a:cubicBezTo>
                            <a:pt x="489775" y="709232"/>
                            <a:pt x="489585" y="708089"/>
                            <a:pt x="489299" y="707041"/>
                          </a:cubicBezTo>
                          <a:cubicBezTo>
                            <a:pt x="488537" y="704469"/>
                            <a:pt x="487680" y="701993"/>
                            <a:pt x="487204" y="699230"/>
                          </a:cubicBezTo>
                          <a:cubicBezTo>
                            <a:pt x="487204" y="698945"/>
                            <a:pt x="487013" y="698754"/>
                            <a:pt x="487013" y="698564"/>
                          </a:cubicBezTo>
                          <a:cubicBezTo>
                            <a:pt x="486918" y="698278"/>
                            <a:pt x="486918" y="697992"/>
                            <a:pt x="486918" y="697611"/>
                          </a:cubicBezTo>
                          <a:cubicBezTo>
                            <a:pt x="486632" y="695801"/>
                            <a:pt x="486632" y="693896"/>
                            <a:pt x="486442" y="691991"/>
                          </a:cubicBezTo>
                          <a:cubicBezTo>
                            <a:pt x="486156" y="689705"/>
                            <a:pt x="485870" y="687419"/>
                            <a:pt x="485870" y="684943"/>
                          </a:cubicBezTo>
                          <a:cubicBezTo>
                            <a:pt x="485870" y="683990"/>
                            <a:pt x="485680" y="683133"/>
                            <a:pt x="485584" y="682181"/>
                          </a:cubicBezTo>
                          <a:cubicBezTo>
                            <a:pt x="485584" y="680847"/>
                            <a:pt x="485870" y="679609"/>
                            <a:pt x="485870" y="678275"/>
                          </a:cubicBezTo>
                          <a:cubicBezTo>
                            <a:pt x="485965" y="676370"/>
                            <a:pt x="486156" y="674465"/>
                            <a:pt x="486346" y="672560"/>
                          </a:cubicBezTo>
                          <a:cubicBezTo>
                            <a:pt x="486537" y="671132"/>
                            <a:pt x="486442" y="669608"/>
                            <a:pt x="486728" y="668274"/>
                          </a:cubicBezTo>
                          <a:cubicBezTo>
                            <a:pt x="486918" y="666941"/>
                            <a:pt x="487299" y="665607"/>
                            <a:pt x="487585" y="664369"/>
                          </a:cubicBezTo>
                          <a:cubicBezTo>
                            <a:pt x="487680" y="663893"/>
                            <a:pt x="487871" y="663512"/>
                            <a:pt x="487966" y="663131"/>
                          </a:cubicBezTo>
                          <a:cubicBezTo>
                            <a:pt x="488347" y="661702"/>
                            <a:pt x="488728" y="660273"/>
                            <a:pt x="489204" y="658939"/>
                          </a:cubicBezTo>
                          <a:cubicBezTo>
                            <a:pt x="489490" y="657892"/>
                            <a:pt x="489775" y="656749"/>
                            <a:pt x="490157" y="655701"/>
                          </a:cubicBezTo>
                          <a:cubicBezTo>
                            <a:pt x="490633" y="654368"/>
                            <a:pt x="491109" y="653129"/>
                            <a:pt x="491681" y="651891"/>
                          </a:cubicBezTo>
                          <a:cubicBezTo>
                            <a:pt x="491776" y="651605"/>
                            <a:pt x="492061" y="651320"/>
                            <a:pt x="492157" y="651034"/>
                          </a:cubicBezTo>
                          <a:cubicBezTo>
                            <a:pt x="492823" y="649605"/>
                            <a:pt x="493681" y="648272"/>
                            <a:pt x="494443" y="646938"/>
                          </a:cubicBezTo>
                          <a:cubicBezTo>
                            <a:pt x="495014" y="645890"/>
                            <a:pt x="495490" y="644747"/>
                            <a:pt x="496157" y="643795"/>
                          </a:cubicBezTo>
                          <a:cubicBezTo>
                            <a:pt x="496729" y="642937"/>
                            <a:pt x="497205" y="642080"/>
                            <a:pt x="497777" y="641223"/>
                          </a:cubicBezTo>
                          <a:cubicBezTo>
                            <a:pt x="498824" y="639794"/>
                            <a:pt x="500253" y="638556"/>
                            <a:pt x="501396" y="637223"/>
                          </a:cubicBezTo>
                          <a:cubicBezTo>
                            <a:pt x="502634" y="635794"/>
                            <a:pt x="503777" y="634365"/>
                            <a:pt x="505206" y="633032"/>
                          </a:cubicBezTo>
                          <a:cubicBezTo>
                            <a:pt x="506159" y="632079"/>
                            <a:pt x="507206" y="631222"/>
                            <a:pt x="508254" y="630364"/>
                          </a:cubicBezTo>
                          <a:cubicBezTo>
                            <a:pt x="510826" y="628269"/>
                            <a:pt x="513588" y="626364"/>
                            <a:pt x="516636" y="624554"/>
                          </a:cubicBezTo>
                          <a:cubicBezTo>
                            <a:pt x="517874" y="623792"/>
                            <a:pt x="519303" y="623126"/>
                            <a:pt x="520636" y="622364"/>
                          </a:cubicBezTo>
                          <a:cubicBezTo>
                            <a:pt x="523589" y="620839"/>
                            <a:pt x="526637" y="619506"/>
                            <a:pt x="529971" y="618173"/>
                          </a:cubicBezTo>
                          <a:cubicBezTo>
                            <a:pt x="531400" y="617601"/>
                            <a:pt x="532829" y="617030"/>
                            <a:pt x="534353" y="616553"/>
                          </a:cubicBezTo>
                          <a:cubicBezTo>
                            <a:pt x="544544" y="613124"/>
                            <a:pt x="556165" y="610648"/>
                            <a:pt x="569500" y="609410"/>
                          </a:cubicBezTo>
                          <a:lnTo>
                            <a:pt x="569500" y="615791"/>
                          </a:lnTo>
                          <a:lnTo>
                            <a:pt x="569500" y="619792"/>
                          </a:lnTo>
                          <a:lnTo>
                            <a:pt x="569500" y="623316"/>
                          </a:lnTo>
                          <a:lnTo>
                            <a:pt x="569500" y="626745"/>
                          </a:lnTo>
                          <a:lnTo>
                            <a:pt x="569500" y="630174"/>
                          </a:lnTo>
                          <a:lnTo>
                            <a:pt x="569500" y="633794"/>
                          </a:lnTo>
                          <a:lnTo>
                            <a:pt x="569500" y="637604"/>
                          </a:lnTo>
                          <a:lnTo>
                            <a:pt x="569500" y="641795"/>
                          </a:lnTo>
                          <a:lnTo>
                            <a:pt x="569500" y="646557"/>
                          </a:lnTo>
                          <a:lnTo>
                            <a:pt x="569500" y="652082"/>
                          </a:lnTo>
                          <a:lnTo>
                            <a:pt x="569500" y="658654"/>
                          </a:lnTo>
                          <a:lnTo>
                            <a:pt x="569595" y="665893"/>
                          </a:lnTo>
                          <a:close/>
                          <a:moveTo>
                            <a:pt x="682561" y="1284637"/>
                          </a:moveTo>
                          <a:cubicBezTo>
                            <a:pt x="710660" y="1297591"/>
                            <a:pt x="733234" y="1312069"/>
                            <a:pt x="750189" y="1328357"/>
                          </a:cubicBezTo>
                          <a:cubicBezTo>
                            <a:pt x="767048" y="1344549"/>
                            <a:pt x="775621" y="1363123"/>
                            <a:pt x="775716" y="1383887"/>
                          </a:cubicBezTo>
                          <a:cubicBezTo>
                            <a:pt x="775811" y="1401128"/>
                            <a:pt x="770001" y="1415129"/>
                            <a:pt x="758857" y="1426083"/>
                          </a:cubicBezTo>
                          <a:cubicBezTo>
                            <a:pt x="757619" y="1427321"/>
                            <a:pt x="756571" y="1428655"/>
                            <a:pt x="755237" y="1429798"/>
                          </a:cubicBezTo>
                          <a:cubicBezTo>
                            <a:pt x="755142" y="1429893"/>
                            <a:pt x="755047" y="1429988"/>
                            <a:pt x="754952" y="1430084"/>
                          </a:cubicBezTo>
                          <a:cubicBezTo>
                            <a:pt x="751713" y="1432655"/>
                            <a:pt x="747998" y="1435037"/>
                            <a:pt x="743807" y="1437132"/>
                          </a:cubicBezTo>
                          <a:cubicBezTo>
                            <a:pt x="739331" y="1439323"/>
                            <a:pt x="734378" y="1441228"/>
                            <a:pt x="728758" y="1442942"/>
                          </a:cubicBezTo>
                          <a:cubicBezTo>
                            <a:pt x="726948" y="1443514"/>
                            <a:pt x="725043" y="1443990"/>
                            <a:pt x="723138" y="1444466"/>
                          </a:cubicBezTo>
                          <a:cubicBezTo>
                            <a:pt x="721900" y="1444752"/>
                            <a:pt x="720757" y="1445038"/>
                            <a:pt x="719519" y="1445324"/>
                          </a:cubicBezTo>
                          <a:cubicBezTo>
                            <a:pt x="717232" y="1445800"/>
                            <a:pt x="714947" y="1446276"/>
                            <a:pt x="712470" y="1446657"/>
                          </a:cubicBezTo>
                          <a:cubicBezTo>
                            <a:pt x="711708" y="1446752"/>
                            <a:pt x="710851" y="1446943"/>
                            <a:pt x="710089" y="1447038"/>
                          </a:cubicBezTo>
                          <a:cubicBezTo>
                            <a:pt x="706946" y="1447514"/>
                            <a:pt x="703707" y="1447991"/>
                            <a:pt x="700278" y="1448372"/>
                          </a:cubicBezTo>
                          <a:cubicBezTo>
                            <a:pt x="699897" y="1448372"/>
                            <a:pt x="699611" y="1448467"/>
                            <a:pt x="699230" y="1448467"/>
                          </a:cubicBezTo>
                          <a:cubicBezTo>
                            <a:pt x="694182" y="1449038"/>
                            <a:pt x="689038" y="1449515"/>
                            <a:pt x="683514" y="1449800"/>
                          </a:cubicBezTo>
                          <a:lnTo>
                            <a:pt x="682561" y="128463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6EA6FF">
                            <a:alpha val="100000"/>
                          </a:srgbClr>
                        </a:gs>
                        <a:gs pos="49610">
                          <a:srgbClr val="387BFF">
                            <a:alpha val="100000"/>
                          </a:srgbClr>
                        </a:gs>
                        <a:gs pos="97140">
                          <a:srgbClr val="105EDD">
                            <a:alpha val="100000"/>
                          </a:srgbClr>
                        </a:gs>
                      </a:gsLst>
                      <a:lin ang="564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7" name="AutoShape 107"/>
                    <p:cNvSpPr/>
                    <p:nvPr/>
                  </p:nvSpPr>
                  <p:spPr>
                    <a:xfrm>
                      <a:off x="5339238" y="2351055"/>
                      <a:ext cx="1162169" cy="20600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62169" h="2060067">
                          <a:moveTo>
                            <a:pt x="541401" y="2055781"/>
                          </a:moveTo>
                          <a:lnTo>
                            <a:pt x="540068" y="1805178"/>
                          </a:lnTo>
                          <a:cubicBezTo>
                            <a:pt x="539972" y="1792796"/>
                            <a:pt x="530828" y="1782413"/>
                            <a:pt x="518541" y="1780889"/>
                          </a:cubicBezTo>
                          <a:cubicBezTo>
                            <a:pt x="423863" y="1768793"/>
                            <a:pt x="328327" y="1745456"/>
                            <a:pt x="234696" y="1711547"/>
                          </a:cubicBezTo>
                          <a:cubicBezTo>
                            <a:pt x="148685" y="1680401"/>
                            <a:pt x="69914" y="1642301"/>
                            <a:pt x="0" y="1598295"/>
                          </a:cubicBezTo>
                          <a:lnTo>
                            <a:pt x="153638" y="1269016"/>
                          </a:lnTo>
                          <a:cubicBezTo>
                            <a:pt x="158020" y="1271873"/>
                            <a:pt x="172403" y="1281208"/>
                            <a:pt x="172403" y="1281208"/>
                          </a:cubicBezTo>
                          <a:lnTo>
                            <a:pt x="178975" y="1285399"/>
                          </a:lnTo>
                          <a:cubicBezTo>
                            <a:pt x="187452" y="1290733"/>
                            <a:pt x="196120" y="1296067"/>
                            <a:pt x="204978" y="1301401"/>
                          </a:cubicBezTo>
                          <a:lnTo>
                            <a:pt x="216313" y="1308164"/>
                          </a:lnTo>
                          <a:cubicBezTo>
                            <a:pt x="228791" y="1315498"/>
                            <a:pt x="241459" y="1322737"/>
                            <a:pt x="254413" y="1329785"/>
                          </a:cubicBezTo>
                          <a:cubicBezTo>
                            <a:pt x="258318" y="1331976"/>
                            <a:pt x="262890" y="1334452"/>
                            <a:pt x="267367" y="1336834"/>
                          </a:cubicBezTo>
                          <a:cubicBezTo>
                            <a:pt x="267367" y="1336834"/>
                            <a:pt x="278225" y="1342739"/>
                            <a:pt x="280321" y="1343787"/>
                          </a:cubicBezTo>
                          <a:lnTo>
                            <a:pt x="285655" y="1346549"/>
                          </a:lnTo>
                          <a:cubicBezTo>
                            <a:pt x="294418" y="1351121"/>
                            <a:pt x="303562" y="1355598"/>
                            <a:pt x="312992" y="1360170"/>
                          </a:cubicBezTo>
                          <a:lnTo>
                            <a:pt x="318421" y="1362742"/>
                          </a:lnTo>
                          <a:cubicBezTo>
                            <a:pt x="327660" y="1367123"/>
                            <a:pt x="337090" y="1371600"/>
                            <a:pt x="346901" y="1375981"/>
                          </a:cubicBezTo>
                          <a:lnTo>
                            <a:pt x="348996" y="1376934"/>
                          </a:lnTo>
                          <a:cubicBezTo>
                            <a:pt x="360997" y="1382268"/>
                            <a:pt x="372523" y="1387316"/>
                            <a:pt x="384334" y="1392269"/>
                          </a:cubicBezTo>
                          <a:cubicBezTo>
                            <a:pt x="394335" y="1396460"/>
                            <a:pt x="405384" y="1400747"/>
                            <a:pt x="417957" y="1405319"/>
                          </a:cubicBezTo>
                          <a:lnTo>
                            <a:pt x="420338" y="1406271"/>
                          </a:lnTo>
                          <a:lnTo>
                            <a:pt x="425863" y="1408176"/>
                          </a:lnTo>
                          <a:cubicBezTo>
                            <a:pt x="436055" y="1411796"/>
                            <a:pt x="446151" y="1415034"/>
                            <a:pt x="456343" y="1418177"/>
                          </a:cubicBezTo>
                          <a:lnTo>
                            <a:pt x="460439" y="1419511"/>
                          </a:lnTo>
                          <a:cubicBezTo>
                            <a:pt x="460724" y="1419606"/>
                            <a:pt x="465201" y="1420749"/>
                            <a:pt x="465201" y="1420749"/>
                          </a:cubicBezTo>
                          <a:cubicBezTo>
                            <a:pt x="476155" y="1423892"/>
                            <a:pt x="486156" y="1426655"/>
                            <a:pt x="496157" y="1429036"/>
                          </a:cubicBezTo>
                          <a:lnTo>
                            <a:pt x="503396" y="1430750"/>
                          </a:lnTo>
                          <a:cubicBezTo>
                            <a:pt x="505873" y="1431322"/>
                            <a:pt x="508254" y="1431798"/>
                            <a:pt x="510731" y="1432370"/>
                          </a:cubicBezTo>
                          <a:lnTo>
                            <a:pt x="520256" y="1434370"/>
                          </a:lnTo>
                          <a:cubicBezTo>
                            <a:pt x="526256" y="1435703"/>
                            <a:pt x="532257" y="1437037"/>
                            <a:pt x="538353" y="1438085"/>
                          </a:cubicBezTo>
                          <a:cubicBezTo>
                            <a:pt x="539782" y="1438370"/>
                            <a:pt x="541306" y="1438466"/>
                            <a:pt x="542735" y="1438466"/>
                          </a:cubicBezTo>
                          <a:cubicBezTo>
                            <a:pt x="548450" y="1438466"/>
                            <a:pt x="554165" y="1436465"/>
                            <a:pt x="558641" y="1432655"/>
                          </a:cubicBezTo>
                          <a:cubicBezTo>
                            <a:pt x="564261" y="1427893"/>
                            <a:pt x="567500" y="1420940"/>
                            <a:pt x="567404" y="1413605"/>
                          </a:cubicBezTo>
                          <a:lnTo>
                            <a:pt x="566357" y="1217390"/>
                          </a:lnTo>
                          <a:cubicBezTo>
                            <a:pt x="566261" y="1206627"/>
                            <a:pt x="559213" y="1197102"/>
                            <a:pt x="548926" y="1193959"/>
                          </a:cubicBezTo>
                          <a:cubicBezTo>
                            <a:pt x="514826" y="1183481"/>
                            <a:pt x="480441" y="1171385"/>
                            <a:pt x="446532" y="1158240"/>
                          </a:cubicBezTo>
                          <a:cubicBezTo>
                            <a:pt x="437769" y="1154811"/>
                            <a:pt x="428911" y="1151382"/>
                            <a:pt x="420148" y="1147667"/>
                          </a:cubicBezTo>
                          <a:cubicBezTo>
                            <a:pt x="409480" y="1143476"/>
                            <a:pt x="399479" y="1139381"/>
                            <a:pt x="389668" y="1135190"/>
                          </a:cubicBezTo>
                          <a:cubicBezTo>
                            <a:pt x="337661" y="1113282"/>
                            <a:pt x="291465" y="1090136"/>
                            <a:pt x="252508" y="1066324"/>
                          </a:cubicBezTo>
                          <a:cubicBezTo>
                            <a:pt x="206883" y="1038511"/>
                            <a:pt x="168974" y="1007269"/>
                            <a:pt x="139827" y="973360"/>
                          </a:cubicBezTo>
                          <a:cubicBezTo>
                            <a:pt x="111062" y="940022"/>
                            <a:pt x="89345" y="901827"/>
                            <a:pt x="75438" y="859822"/>
                          </a:cubicBezTo>
                          <a:cubicBezTo>
                            <a:pt x="61341" y="817340"/>
                            <a:pt x="54102" y="767906"/>
                            <a:pt x="53721" y="712946"/>
                          </a:cubicBezTo>
                          <a:cubicBezTo>
                            <a:pt x="53340" y="636270"/>
                            <a:pt x="65056" y="568262"/>
                            <a:pt x="88678" y="510826"/>
                          </a:cubicBezTo>
                          <a:cubicBezTo>
                            <a:pt x="112205" y="453295"/>
                            <a:pt x="144875" y="403670"/>
                            <a:pt x="185547" y="363284"/>
                          </a:cubicBezTo>
                          <a:cubicBezTo>
                            <a:pt x="226600" y="322517"/>
                            <a:pt x="275273" y="290132"/>
                            <a:pt x="330041" y="266986"/>
                          </a:cubicBezTo>
                          <a:cubicBezTo>
                            <a:pt x="346901" y="259842"/>
                            <a:pt x="365093" y="253270"/>
                            <a:pt x="384239" y="247460"/>
                          </a:cubicBezTo>
                          <a:cubicBezTo>
                            <a:pt x="391478" y="245269"/>
                            <a:pt x="398812" y="243173"/>
                            <a:pt x="406241" y="241268"/>
                          </a:cubicBezTo>
                          <a:lnTo>
                            <a:pt x="413576" y="239363"/>
                          </a:lnTo>
                          <a:cubicBezTo>
                            <a:pt x="422720" y="237077"/>
                            <a:pt x="431864" y="235077"/>
                            <a:pt x="441103" y="233363"/>
                          </a:cubicBezTo>
                          <a:cubicBezTo>
                            <a:pt x="443103" y="232982"/>
                            <a:pt x="450818" y="231648"/>
                            <a:pt x="450818" y="231648"/>
                          </a:cubicBezTo>
                          <a:cubicBezTo>
                            <a:pt x="456533" y="230696"/>
                            <a:pt x="462248" y="229743"/>
                            <a:pt x="467963" y="228886"/>
                          </a:cubicBezTo>
                          <a:cubicBezTo>
                            <a:pt x="471583" y="228410"/>
                            <a:pt x="475202" y="227933"/>
                            <a:pt x="478822" y="227457"/>
                          </a:cubicBezTo>
                          <a:cubicBezTo>
                            <a:pt x="484156" y="226790"/>
                            <a:pt x="489490" y="226219"/>
                            <a:pt x="494824" y="225647"/>
                          </a:cubicBezTo>
                          <a:lnTo>
                            <a:pt x="498634" y="225266"/>
                          </a:lnTo>
                          <a:cubicBezTo>
                            <a:pt x="501872" y="224885"/>
                            <a:pt x="505206" y="224600"/>
                            <a:pt x="508540" y="224314"/>
                          </a:cubicBezTo>
                          <a:cubicBezTo>
                            <a:pt x="521494" y="223361"/>
                            <a:pt x="531400" y="212503"/>
                            <a:pt x="531400" y="199549"/>
                          </a:cubicBezTo>
                          <a:lnTo>
                            <a:pt x="530352" y="0"/>
                          </a:lnTo>
                          <a:lnTo>
                            <a:pt x="649605" y="4286"/>
                          </a:lnTo>
                          <a:lnTo>
                            <a:pt x="650748" y="208026"/>
                          </a:lnTo>
                          <a:cubicBezTo>
                            <a:pt x="650843" y="220028"/>
                            <a:pt x="659511" y="230314"/>
                            <a:pt x="671417" y="232219"/>
                          </a:cubicBezTo>
                          <a:cubicBezTo>
                            <a:pt x="685038" y="234506"/>
                            <a:pt x="699421" y="237173"/>
                            <a:pt x="716756" y="240887"/>
                          </a:cubicBezTo>
                          <a:cubicBezTo>
                            <a:pt x="721328" y="241840"/>
                            <a:pt x="725805" y="242792"/>
                            <a:pt x="730187" y="243745"/>
                          </a:cubicBezTo>
                          <a:cubicBezTo>
                            <a:pt x="735806" y="244983"/>
                            <a:pt x="741426" y="246316"/>
                            <a:pt x="747046" y="247650"/>
                          </a:cubicBezTo>
                          <a:cubicBezTo>
                            <a:pt x="752475" y="248984"/>
                            <a:pt x="757809" y="250317"/>
                            <a:pt x="763238" y="251746"/>
                          </a:cubicBezTo>
                          <a:cubicBezTo>
                            <a:pt x="768763" y="253175"/>
                            <a:pt x="774192" y="254699"/>
                            <a:pt x="779621" y="256223"/>
                          </a:cubicBezTo>
                          <a:cubicBezTo>
                            <a:pt x="787813" y="258509"/>
                            <a:pt x="795433" y="260604"/>
                            <a:pt x="803053" y="262985"/>
                          </a:cubicBezTo>
                          <a:cubicBezTo>
                            <a:pt x="824675" y="269748"/>
                            <a:pt x="846011" y="276892"/>
                            <a:pt x="866585" y="284417"/>
                          </a:cubicBezTo>
                          <a:cubicBezTo>
                            <a:pt x="888206" y="292322"/>
                            <a:pt x="907923" y="300133"/>
                            <a:pt x="926211" y="307943"/>
                          </a:cubicBezTo>
                          <a:cubicBezTo>
                            <a:pt x="936308" y="312230"/>
                            <a:pt x="946309" y="316516"/>
                            <a:pt x="956024" y="320897"/>
                          </a:cubicBezTo>
                          <a:lnTo>
                            <a:pt x="958120" y="321850"/>
                          </a:lnTo>
                          <a:cubicBezTo>
                            <a:pt x="970121" y="327184"/>
                            <a:pt x="981742" y="332613"/>
                            <a:pt x="993267" y="338138"/>
                          </a:cubicBezTo>
                          <a:lnTo>
                            <a:pt x="1002506" y="342614"/>
                          </a:lnTo>
                          <a:cubicBezTo>
                            <a:pt x="1014413" y="348425"/>
                            <a:pt x="1026223" y="354235"/>
                            <a:pt x="1037558" y="360236"/>
                          </a:cubicBezTo>
                          <a:lnTo>
                            <a:pt x="1113377" y="400241"/>
                          </a:lnTo>
                          <a:lnTo>
                            <a:pt x="961358" y="706469"/>
                          </a:lnTo>
                          <a:cubicBezTo>
                            <a:pt x="958501" y="704564"/>
                            <a:pt x="949643" y="698945"/>
                            <a:pt x="949643" y="698945"/>
                          </a:cubicBezTo>
                          <a:cubicBezTo>
                            <a:pt x="945166" y="696087"/>
                            <a:pt x="940689" y="693230"/>
                            <a:pt x="936022" y="690372"/>
                          </a:cubicBezTo>
                          <a:lnTo>
                            <a:pt x="934022" y="689134"/>
                          </a:lnTo>
                          <a:cubicBezTo>
                            <a:pt x="916781" y="678656"/>
                            <a:pt x="898874" y="668655"/>
                            <a:pt x="880777" y="659225"/>
                          </a:cubicBezTo>
                          <a:cubicBezTo>
                            <a:pt x="850106" y="641890"/>
                            <a:pt x="814007" y="624745"/>
                            <a:pt x="774097" y="608648"/>
                          </a:cubicBezTo>
                          <a:cubicBezTo>
                            <a:pt x="734663" y="592931"/>
                            <a:pt x="693992" y="580168"/>
                            <a:pt x="653225" y="570929"/>
                          </a:cubicBezTo>
                          <a:cubicBezTo>
                            <a:pt x="651415" y="570548"/>
                            <a:pt x="649605" y="570357"/>
                            <a:pt x="647795" y="570357"/>
                          </a:cubicBezTo>
                          <a:cubicBezTo>
                            <a:pt x="642271" y="570357"/>
                            <a:pt x="636746" y="572262"/>
                            <a:pt x="632365" y="575786"/>
                          </a:cubicBezTo>
                          <a:cubicBezTo>
                            <a:pt x="626459" y="580454"/>
                            <a:pt x="623126" y="587597"/>
                            <a:pt x="623126" y="595122"/>
                          </a:cubicBezTo>
                          <a:lnTo>
                            <a:pt x="624173" y="795814"/>
                          </a:lnTo>
                          <a:cubicBezTo>
                            <a:pt x="624269" y="806863"/>
                            <a:pt x="631603" y="816483"/>
                            <a:pt x="642176" y="819436"/>
                          </a:cubicBezTo>
                          <a:cubicBezTo>
                            <a:pt x="643509" y="819817"/>
                            <a:pt x="649415" y="821722"/>
                            <a:pt x="649415" y="821722"/>
                          </a:cubicBezTo>
                          <a:cubicBezTo>
                            <a:pt x="654177" y="823151"/>
                            <a:pt x="659035" y="824675"/>
                            <a:pt x="663988" y="826484"/>
                          </a:cubicBezTo>
                          <a:cubicBezTo>
                            <a:pt x="669036" y="828294"/>
                            <a:pt x="674180" y="830104"/>
                            <a:pt x="679514" y="832295"/>
                          </a:cubicBezTo>
                          <a:cubicBezTo>
                            <a:pt x="686372" y="835057"/>
                            <a:pt x="693420" y="837819"/>
                            <a:pt x="700564" y="840391"/>
                          </a:cubicBezTo>
                          <a:cubicBezTo>
                            <a:pt x="709232" y="843534"/>
                            <a:pt x="717328" y="846392"/>
                            <a:pt x="725615" y="849059"/>
                          </a:cubicBezTo>
                          <a:cubicBezTo>
                            <a:pt x="740569" y="854488"/>
                            <a:pt x="755904" y="860203"/>
                            <a:pt x="770954" y="866108"/>
                          </a:cubicBezTo>
                          <a:lnTo>
                            <a:pt x="778383" y="869061"/>
                          </a:lnTo>
                          <a:cubicBezTo>
                            <a:pt x="792575" y="874681"/>
                            <a:pt x="806387" y="880301"/>
                            <a:pt x="819817" y="886016"/>
                          </a:cubicBezTo>
                          <a:lnTo>
                            <a:pt x="825532" y="888492"/>
                          </a:lnTo>
                          <a:cubicBezTo>
                            <a:pt x="836581" y="893255"/>
                            <a:pt x="847344" y="898208"/>
                            <a:pt x="858012" y="903065"/>
                          </a:cubicBezTo>
                          <a:lnTo>
                            <a:pt x="870395" y="908780"/>
                          </a:lnTo>
                          <a:cubicBezTo>
                            <a:pt x="883444" y="914972"/>
                            <a:pt x="896303" y="921258"/>
                            <a:pt x="908685" y="927735"/>
                          </a:cubicBezTo>
                          <a:cubicBezTo>
                            <a:pt x="912685" y="929831"/>
                            <a:pt x="916686" y="932021"/>
                            <a:pt x="920687" y="934117"/>
                          </a:cubicBezTo>
                          <a:lnTo>
                            <a:pt x="922306" y="934974"/>
                          </a:lnTo>
                          <a:cubicBezTo>
                            <a:pt x="926973" y="937451"/>
                            <a:pt x="931450" y="940022"/>
                            <a:pt x="935927" y="942594"/>
                          </a:cubicBezTo>
                          <a:lnTo>
                            <a:pt x="943832" y="947166"/>
                          </a:lnTo>
                          <a:cubicBezTo>
                            <a:pt x="948500" y="949928"/>
                            <a:pt x="953167" y="952786"/>
                            <a:pt x="957739" y="955739"/>
                          </a:cubicBezTo>
                          <a:lnTo>
                            <a:pt x="964121" y="959644"/>
                          </a:lnTo>
                          <a:cubicBezTo>
                            <a:pt x="970788" y="963930"/>
                            <a:pt x="977265" y="968312"/>
                            <a:pt x="983647" y="972693"/>
                          </a:cubicBezTo>
                          <a:lnTo>
                            <a:pt x="986028" y="974408"/>
                          </a:lnTo>
                          <a:cubicBezTo>
                            <a:pt x="991552" y="978313"/>
                            <a:pt x="996982" y="982313"/>
                            <a:pt x="1002316" y="986314"/>
                          </a:cubicBezTo>
                          <a:lnTo>
                            <a:pt x="1007650" y="990505"/>
                          </a:lnTo>
                          <a:cubicBezTo>
                            <a:pt x="1012412" y="994220"/>
                            <a:pt x="1017080" y="998030"/>
                            <a:pt x="1021652" y="1001839"/>
                          </a:cubicBezTo>
                          <a:lnTo>
                            <a:pt x="1027367" y="1006697"/>
                          </a:lnTo>
                          <a:cubicBezTo>
                            <a:pt x="1032319" y="1010984"/>
                            <a:pt x="1037177" y="1015365"/>
                            <a:pt x="1041940" y="1019747"/>
                          </a:cubicBezTo>
                          <a:lnTo>
                            <a:pt x="1045845" y="1023366"/>
                          </a:lnTo>
                          <a:cubicBezTo>
                            <a:pt x="1051751" y="1028986"/>
                            <a:pt x="1057751" y="1035272"/>
                            <a:pt x="1064705" y="1043083"/>
                          </a:cubicBezTo>
                          <a:lnTo>
                            <a:pt x="1068515" y="1047464"/>
                          </a:lnTo>
                          <a:cubicBezTo>
                            <a:pt x="1074611" y="1054418"/>
                            <a:pt x="1080135" y="1061371"/>
                            <a:pt x="1085183" y="1068229"/>
                          </a:cubicBezTo>
                          <a:lnTo>
                            <a:pt x="1087660" y="1071658"/>
                          </a:lnTo>
                          <a:cubicBezTo>
                            <a:pt x="1092803" y="1078706"/>
                            <a:pt x="1097661" y="1086041"/>
                            <a:pt x="1102233" y="1093375"/>
                          </a:cubicBezTo>
                          <a:lnTo>
                            <a:pt x="1104138" y="1096423"/>
                          </a:lnTo>
                          <a:cubicBezTo>
                            <a:pt x="1108615" y="1103852"/>
                            <a:pt x="1113092" y="1111853"/>
                            <a:pt x="1117664" y="1120997"/>
                          </a:cubicBezTo>
                          <a:lnTo>
                            <a:pt x="1120426" y="1126522"/>
                          </a:lnTo>
                          <a:cubicBezTo>
                            <a:pt x="1124903" y="1135761"/>
                            <a:pt x="1128332" y="1143476"/>
                            <a:pt x="1131284" y="1150811"/>
                          </a:cubicBezTo>
                          <a:cubicBezTo>
                            <a:pt x="1134618" y="1159002"/>
                            <a:pt x="1137857" y="1168241"/>
                            <a:pt x="1141381" y="1179862"/>
                          </a:cubicBezTo>
                          <a:lnTo>
                            <a:pt x="1143381" y="1186529"/>
                          </a:lnTo>
                          <a:cubicBezTo>
                            <a:pt x="1144238" y="1189577"/>
                            <a:pt x="1145000" y="1192625"/>
                            <a:pt x="1145858" y="1195673"/>
                          </a:cubicBezTo>
                          <a:cubicBezTo>
                            <a:pt x="1147001" y="1200055"/>
                            <a:pt x="1147953" y="1203579"/>
                            <a:pt x="1148715" y="1207294"/>
                          </a:cubicBezTo>
                          <a:cubicBezTo>
                            <a:pt x="1149477" y="1210723"/>
                            <a:pt x="1150239" y="1214247"/>
                            <a:pt x="1151001" y="1217676"/>
                          </a:cubicBezTo>
                          <a:cubicBezTo>
                            <a:pt x="1151763" y="1221486"/>
                            <a:pt x="1152525" y="1225296"/>
                            <a:pt x="1153287" y="1229201"/>
                          </a:cubicBezTo>
                          <a:cubicBezTo>
                            <a:pt x="1153859" y="1232345"/>
                            <a:pt x="1154335" y="1235393"/>
                            <a:pt x="1154811" y="1238441"/>
                          </a:cubicBezTo>
                          <a:cubicBezTo>
                            <a:pt x="1155478" y="1242727"/>
                            <a:pt x="1156145" y="1247013"/>
                            <a:pt x="1156716" y="1251299"/>
                          </a:cubicBezTo>
                          <a:cubicBezTo>
                            <a:pt x="1157097" y="1254443"/>
                            <a:pt x="1157573" y="1257681"/>
                            <a:pt x="1157954" y="1260920"/>
                          </a:cubicBezTo>
                          <a:cubicBezTo>
                            <a:pt x="1158526" y="1265396"/>
                            <a:pt x="1158907" y="1269873"/>
                            <a:pt x="1159383" y="1274445"/>
                          </a:cubicBezTo>
                          <a:cubicBezTo>
                            <a:pt x="1159669" y="1277874"/>
                            <a:pt x="1160050" y="1281208"/>
                            <a:pt x="1160240" y="1284637"/>
                          </a:cubicBezTo>
                          <a:cubicBezTo>
                            <a:pt x="1160621" y="1289399"/>
                            <a:pt x="1160907" y="1294162"/>
                            <a:pt x="1161098" y="1298924"/>
                          </a:cubicBezTo>
                          <a:lnTo>
                            <a:pt x="1161574" y="1309211"/>
                          </a:lnTo>
                          <a:cubicBezTo>
                            <a:pt x="1161860" y="1316927"/>
                            <a:pt x="1162050" y="1324642"/>
                            <a:pt x="1162145" y="1332548"/>
                          </a:cubicBezTo>
                          <a:cubicBezTo>
                            <a:pt x="1162241" y="1342835"/>
                            <a:pt x="1162050" y="1353026"/>
                            <a:pt x="1161669" y="1362932"/>
                          </a:cubicBezTo>
                          <a:cubicBezTo>
                            <a:pt x="1161288" y="1374553"/>
                            <a:pt x="1160431" y="1386650"/>
                            <a:pt x="1159193" y="1399794"/>
                          </a:cubicBezTo>
                          <a:cubicBezTo>
                            <a:pt x="1158907" y="1402937"/>
                            <a:pt x="1158526" y="1405985"/>
                            <a:pt x="1158240" y="1409033"/>
                          </a:cubicBezTo>
                          <a:lnTo>
                            <a:pt x="1158050" y="1410557"/>
                          </a:lnTo>
                          <a:cubicBezTo>
                            <a:pt x="1157192" y="1417892"/>
                            <a:pt x="1156335" y="1425035"/>
                            <a:pt x="1155192" y="1431989"/>
                          </a:cubicBezTo>
                          <a:lnTo>
                            <a:pt x="1155002" y="1433322"/>
                          </a:lnTo>
                          <a:cubicBezTo>
                            <a:pt x="1154525" y="1436656"/>
                            <a:pt x="1153954" y="1439894"/>
                            <a:pt x="1153382" y="1443133"/>
                          </a:cubicBezTo>
                          <a:cubicBezTo>
                            <a:pt x="1152335" y="1449038"/>
                            <a:pt x="1151096" y="1454849"/>
                            <a:pt x="1149953" y="1460659"/>
                          </a:cubicBezTo>
                          <a:lnTo>
                            <a:pt x="1149382" y="1463421"/>
                          </a:lnTo>
                          <a:cubicBezTo>
                            <a:pt x="1148810" y="1466088"/>
                            <a:pt x="1148239" y="1468850"/>
                            <a:pt x="1147667" y="1471422"/>
                          </a:cubicBezTo>
                          <a:cubicBezTo>
                            <a:pt x="1146429" y="1476566"/>
                            <a:pt x="1145000" y="1481519"/>
                            <a:pt x="1143667" y="1486567"/>
                          </a:cubicBezTo>
                          <a:lnTo>
                            <a:pt x="1142619" y="1490281"/>
                          </a:lnTo>
                          <a:cubicBezTo>
                            <a:pt x="1141952" y="1492568"/>
                            <a:pt x="1141381" y="1494854"/>
                            <a:pt x="1140714" y="1497044"/>
                          </a:cubicBezTo>
                          <a:cubicBezTo>
                            <a:pt x="1139476" y="1500950"/>
                            <a:pt x="1138142" y="1504760"/>
                            <a:pt x="1136809" y="1508570"/>
                          </a:cubicBezTo>
                          <a:lnTo>
                            <a:pt x="1134618" y="1514761"/>
                          </a:lnTo>
                          <a:cubicBezTo>
                            <a:pt x="1133951" y="1516761"/>
                            <a:pt x="1133189" y="1518856"/>
                            <a:pt x="1132427" y="1520857"/>
                          </a:cubicBezTo>
                          <a:cubicBezTo>
                            <a:pt x="1130999" y="1524476"/>
                            <a:pt x="1129475" y="1528096"/>
                            <a:pt x="1127951" y="1531715"/>
                          </a:cubicBezTo>
                          <a:lnTo>
                            <a:pt x="1125093" y="1538478"/>
                          </a:lnTo>
                          <a:cubicBezTo>
                            <a:pt x="1124331" y="1540478"/>
                            <a:pt x="1123474" y="1542383"/>
                            <a:pt x="1122617" y="1544384"/>
                          </a:cubicBezTo>
                          <a:cubicBezTo>
                            <a:pt x="1118807" y="1552385"/>
                            <a:pt x="1114520" y="1560767"/>
                            <a:pt x="1109091" y="1570673"/>
                          </a:cubicBezTo>
                          <a:cubicBezTo>
                            <a:pt x="1107091" y="1574197"/>
                            <a:pt x="1105186" y="1577721"/>
                            <a:pt x="1103186" y="1581150"/>
                          </a:cubicBezTo>
                          <a:lnTo>
                            <a:pt x="1099376" y="1587532"/>
                          </a:lnTo>
                          <a:cubicBezTo>
                            <a:pt x="1096613" y="1592104"/>
                            <a:pt x="1093756" y="1596485"/>
                            <a:pt x="1090803" y="1600867"/>
                          </a:cubicBezTo>
                          <a:lnTo>
                            <a:pt x="1088041" y="1605153"/>
                          </a:lnTo>
                          <a:cubicBezTo>
                            <a:pt x="1086612" y="1607153"/>
                            <a:pt x="1085183" y="1609154"/>
                            <a:pt x="1083659" y="1611154"/>
                          </a:cubicBezTo>
                          <a:lnTo>
                            <a:pt x="1079278" y="1617155"/>
                          </a:lnTo>
                          <a:cubicBezTo>
                            <a:pt x="1077849" y="1619060"/>
                            <a:pt x="1076516" y="1621060"/>
                            <a:pt x="1075087" y="1622965"/>
                          </a:cubicBezTo>
                          <a:cubicBezTo>
                            <a:pt x="1073658" y="1624775"/>
                            <a:pt x="1072229" y="1626584"/>
                            <a:pt x="1070705" y="1628394"/>
                          </a:cubicBezTo>
                          <a:lnTo>
                            <a:pt x="1066324" y="1633823"/>
                          </a:lnTo>
                          <a:cubicBezTo>
                            <a:pt x="1064705" y="1635824"/>
                            <a:pt x="1063085" y="1637824"/>
                            <a:pt x="1061466" y="1639729"/>
                          </a:cubicBezTo>
                          <a:lnTo>
                            <a:pt x="1059275" y="1642110"/>
                          </a:lnTo>
                          <a:cubicBezTo>
                            <a:pt x="1053941" y="1648111"/>
                            <a:pt x="1048226" y="1654112"/>
                            <a:pt x="1042130" y="1660112"/>
                          </a:cubicBezTo>
                          <a:cubicBezTo>
                            <a:pt x="1040416" y="1661827"/>
                            <a:pt x="1038701" y="1663446"/>
                            <a:pt x="1036987" y="1665065"/>
                          </a:cubicBezTo>
                          <a:cubicBezTo>
                            <a:pt x="1029462" y="1672209"/>
                            <a:pt x="1022699" y="1678115"/>
                            <a:pt x="1016413" y="1683163"/>
                          </a:cubicBezTo>
                          <a:cubicBezTo>
                            <a:pt x="1014603" y="1684592"/>
                            <a:pt x="1012698" y="1686020"/>
                            <a:pt x="1010793" y="1687449"/>
                          </a:cubicBezTo>
                          <a:lnTo>
                            <a:pt x="1004602" y="1692116"/>
                          </a:lnTo>
                          <a:cubicBezTo>
                            <a:pt x="1003078" y="1693355"/>
                            <a:pt x="1001459" y="1694498"/>
                            <a:pt x="999935" y="1695736"/>
                          </a:cubicBezTo>
                          <a:lnTo>
                            <a:pt x="994124" y="1699736"/>
                          </a:lnTo>
                          <a:cubicBezTo>
                            <a:pt x="990029" y="1702594"/>
                            <a:pt x="986504" y="1705166"/>
                            <a:pt x="982789" y="1707547"/>
                          </a:cubicBezTo>
                          <a:cubicBezTo>
                            <a:pt x="981361" y="1708499"/>
                            <a:pt x="980027" y="1709356"/>
                            <a:pt x="978598" y="1710119"/>
                          </a:cubicBezTo>
                          <a:lnTo>
                            <a:pt x="973074" y="1713548"/>
                          </a:lnTo>
                          <a:cubicBezTo>
                            <a:pt x="970407" y="1715262"/>
                            <a:pt x="967740" y="1716881"/>
                            <a:pt x="965073" y="1718501"/>
                          </a:cubicBezTo>
                          <a:cubicBezTo>
                            <a:pt x="963168" y="1719644"/>
                            <a:pt x="961454" y="1720596"/>
                            <a:pt x="959644" y="1721549"/>
                          </a:cubicBezTo>
                          <a:lnTo>
                            <a:pt x="955929" y="1723644"/>
                          </a:lnTo>
                          <a:cubicBezTo>
                            <a:pt x="952881" y="1725359"/>
                            <a:pt x="949833" y="1727073"/>
                            <a:pt x="946690" y="1728692"/>
                          </a:cubicBezTo>
                          <a:cubicBezTo>
                            <a:pt x="944880" y="1729645"/>
                            <a:pt x="943070" y="1730597"/>
                            <a:pt x="941165" y="1731455"/>
                          </a:cubicBezTo>
                          <a:lnTo>
                            <a:pt x="937165" y="1733455"/>
                          </a:lnTo>
                          <a:cubicBezTo>
                            <a:pt x="934117" y="1734979"/>
                            <a:pt x="930973" y="1736503"/>
                            <a:pt x="927830" y="1738027"/>
                          </a:cubicBezTo>
                          <a:cubicBezTo>
                            <a:pt x="925639" y="1739075"/>
                            <a:pt x="919163" y="1741837"/>
                            <a:pt x="919163" y="1741837"/>
                          </a:cubicBezTo>
                          <a:lnTo>
                            <a:pt x="917924" y="1742408"/>
                          </a:lnTo>
                          <a:cubicBezTo>
                            <a:pt x="914781" y="1743837"/>
                            <a:pt x="911638" y="1745171"/>
                            <a:pt x="908495" y="1746504"/>
                          </a:cubicBezTo>
                          <a:cubicBezTo>
                            <a:pt x="906304" y="1747361"/>
                            <a:pt x="899255" y="1750124"/>
                            <a:pt x="899255" y="1750124"/>
                          </a:cubicBezTo>
                          <a:cubicBezTo>
                            <a:pt x="895636" y="1751457"/>
                            <a:pt x="892016" y="1752886"/>
                            <a:pt x="888302" y="1754219"/>
                          </a:cubicBezTo>
                          <a:cubicBezTo>
                            <a:pt x="885825" y="1755077"/>
                            <a:pt x="878872" y="1757458"/>
                            <a:pt x="878872" y="1757458"/>
                          </a:cubicBezTo>
                          <a:lnTo>
                            <a:pt x="877729" y="1757839"/>
                          </a:lnTo>
                          <a:cubicBezTo>
                            <a:pt x="873252" y="1759363"/>
                            <a:pt x="868775" y="1760792"/>
                            <a:pt x="864203" y="1762220"/>
                          </a:cubicBezTo>
                          <a:cubicBezTo>
                            <a:pt x="806196" y="1779365"/>
                            <a:pt x="745236" y="1789176"/>
                            <a:pt x="683133" y="1791176"/>
                          </a:cubicBezTo>
                          <a:cubicBezTo>
                            <a:pt x="669798" y="1791652"/>
                            <a:pt x="659225" y="1802606"/>
                            <a:pt x="659225" y="1815941"/>
                          </a:cubicBezTo>
                          <a:lnTo>
                            <a:pt x="660559" y="2060067"/>
                          </a:lnTo>
                          <a:lnTo>
                            <a:pt x="541401" y="2055781"/>
                          </a:lnTo>
                          <a:close/>
                          <a:moveTo>
                            <a:pt x="651510" y="1234916"/>
                          </a:moveTo>
                          <a:cubicBezTo>
                            <a:pt x="646843" y="1234916"/>
                            <a:pt x="642176" y="1236250"/>
                            <a:pt x="638175" y="1238822"/>
                          </a:cubicBezTo>
                          <a:cubicBezTo>
                            <a:pt x="631127" y="1243394"/>
                            <a:pt x="626840" y="1251299"/>
                            <a:pt x="626840" y="1259681"/>
                          </a:cubicBezTo>
                          <a:lnTo>
                            <a:pt x="627698" y="1424654"/>
                          </a:lnTo>
                          <a:cubicBezTo>
                            <a:pt x="627698" y="1431417"/>
                            <a:pt x="630555" y="1437799"/>
                            <a:pt x="635413" y="1442466"/>
                          </a:cubicBezTo>
                          <a:cubicBezTo>
                            <a:pt x="639985" y="1446848"/>
                            <a:pt x="646081" y="1449229"/>
                            <a:pt x="652367" y="1449229"/>
                          </a:cubicBezTo>
                          <a:cubicBezTo>
                            <a:pt x="652748" y="1449229"/>
                            <a:pt x="653225" y="1449229"/>
                            <a:pt x="653606" y="1449229"/>
                          </a:cubicBezTo>
                          <a:cubicBezTo>
                            <a:pt x="659702" y="1448943"/>
                            <a:pt x="665321" y="1448372"/>
                            <a:pt x="670751" y="1447800"/>
                          </a:cubicBezTo>
                          <a:cubicBezTo>
                            <a:pt x="670941" y="1447800"/>
                            <a:pt x="672179" y="1447610"/>
                            <a:pt x="672465" y="1447610"/>
                          </a:cubicBezTo>
                          <a:cubicBezTo>
                            <a:pt x="675704" y="1447229"/>
                            <a:pt x="679323" y="1446752"/>
                            <a:pt x="682847" y="1446181"/>
                          </a:cubicBezTo>
                          <a:lnTo>
                            <a:pt x="685514" y="1445705"/>
                          </a:lnTo>
                          <a:cubicBezTo>
                            <a:pt x="688372" y="1445228"/>
                            <a:pt x="691134" y="1444657"/>
                            <a:pt x="693611" y="1444085"/>
                          </a:cubicBezTo>
                          <a:cubicBezTo>
                            <a:pt x="695039" y="1443800"/>
                            <a:pt x="696468" y="1443419"/>
                            <a:pt x="697992" y="1443038"/>
                          </a:cubicBezTo>
                          <a:cubicBezTo>
                            <a:pt x="700088" y="1442561"/>
                            <a:pt x="702374" y="1441895"/>
                            <a:pt x="704564" y="1441323"/>
                          </a:cubicBezTo>
                          <a:cubicBezTo>
                            <a:pt x="711708" y="1439227"/>
                            <a:pt x="718090" y="1436751"/>
                            <a:pt x="723710" y="1433989"/>
                          </a:cubicBezTo>
                          <a:cubicBezTo>
                            <a:pt x="729806" y="1430941"/>
                            <a:pt x="735044" y="1427702"/>
                            <a:pt x="739521" y="1423988"/>
                          </a:cubicBezTo>
                          <a:cubicBezTo>
                            <a:pt x="739997" y="1423606"/>
                            <a:pt x="740474" y="1423226"/>
                            <a:pt x="740855" y="1422749"/>
                          </a:cubicBezTo>
                          <a:cubicBezTo>
                            <a:pt x="741998" y="1421797"/>
                            <a:pt x="743331" y="1420368"/>
                            <a:pt x="744665" y="1418939"/>
                          </a:cubicBezTo>
                          <a:cubicBezTo>
                            <a:pt x="761143" y="1402747"/>
                            <a:pt x="769525" y="1381982"/>
                            <a:pt x="769430" y="1358551"/>
                          </a:cubicBezTo>
                          <a:cubicBezTo>
                            <a:pt x="769239" y="1330928"/>
                            <a:pt x="758095" y="1306259"/>
                            <a:pt x="736283" y="1285399"/>
                          </a:cubicBezTo>
                          <a:cubicBezTo>
                            <a:pt x="717328" y="1267206"/>
                            <a:pt x="692944" y="1251395"/>
                            <a:pt x="661797" y="1237107"/>
                          </a:cubicBezTo>
                          <a:cubicBezTo>
                            <a:pt x="658463" y="1235678"/>
                            <a:pt x="654939" y="1234916"/>
                            <a:pt x="651510" y="1234916"/>
                          </a:cubicBezTo>
                          <a:close/>
                          <a:moveTo>
                            <a:pt x="490823" y="755809"/>
                          </a:moveTo>
                          <a:cubicBezTo>
                            <a:pt x="493776" y="757714"/>
                            <a:pt x="496729" y="759333"/>
                            <a:pt x="499586" y="761048"/>
                          </a:cubicBezTo>
                          <a:lnTo>
                            <a:pt x="503206" y="763238"/>
                          </a:lnTo>
                          <a:cubicBezTo>
                            <a:pt x="504825" y="764191"/>
                            <a:pt x="506444" y="765143"/>
                            <a:pt x="508159" y="766096"/>
                          </a:cubicBezTo>
                          <a:cubicBezTo>
                            <a:pt x="508445" y="766286"/>
                            <a:pt x="509016" y="766572"/>
                            <a:pt x="509397" y="766667"/>
                          </a:cubicBezTo>
                          <a:cubicBezTo>
                            <a:pt x="515017" y="769715"/>
                            <a:pt x="521780" y="773049"/>
                            <a:pt x="528923" y="776383"/>
                          </a:cubicBezTo>
                          <a:cubicBezTo>
                            <a:pt x="532162" y="777907"/>
                            <a:pt x="535686" y="778669"/>
                            <a:pt x="539210" y="778669"/>
                          </a:cubicBezTo>
                          <a:cubicBezTo>
                            <a:pt x="543878" y="778669"/>
                            <a:pt x="548545" y="777335"/>
                            <a:pt x="552641" y="774764"/>
                          </a:cubicBezTo>
                          <a:cubicBezTo>
                            <a:pt x="559689" y="770192"/>
                            <a:pt x="563975" y="762286"/>
                            <a:pt x="563975" y="753904"/>
                          </a:cubicBezTo>
                          <a:lnTo>
                            <a:pt x="563023" y="584359"/>
                          </a:lnTo>
                          <a:cubicBezTo>
                            <a:pt x="563023" y="577406"/>
                            <a:pt x="560070" y="570833"/>
                            <a:pt x="554927" y="566166"/>
                          </a:cubicBezTo>
                          <a:cubicBezTo>
                            <a:pt x="550355" y="562070"/>
                            <a:pt x="544449" y="559784"/>
                            <a:pt x="538353" y="559784"/>
                          </a:cubicBezTo>
                          <a:cubicBezTo>
                            <a:pt x="537591" y="559784"/>
                            <a:pt x="536734" y="559784"/>
                            <a:pt x="535972" y="559880"/>
                          </a:cubicBezTo>
                          <a:cubicBezTo>
                            <a:pt x="521113" y="561308"/>
                            <a:pt x="507492" y="564166"/>
                            <a:pt x="495300" y="568166"/>
                          </a:cubicBezTo>
                          <a:cubicBezTo>
                            <a:pt x="493871" y="568643"/>
                            <a:pt x="492538" y="569214"/>
                            <a:pt x="491109" y="569690"/>
                          </a:cubicBezTo>
                          <a:cubicBezTo>
                            <a:pt x="491109" y="569690"/>
                            <a:pt x="489871" y="570167"/>
                            <a:pt x="489871" y="570167"/>
                          </a:cubicBezTo>
                          <a:cubicBezTo>
                            <a:pt x="485775" y="571786"/>
                            <a:pt x="481774" y="573500"/>
                            <a:pt x="478155" y="575405"/>
                          </a:cubicBezTo>
                          <a:cubicBezTo>
                            <a:pt x="475869" y="576644"/>
                            <a:pt x="474345" y="577406"/>
                            <a:pt x="472916" y="578263"/>
                          </a:cubicBezTo>
                          <a:cubicBezTo>
                            <a:pt x="468916" y="580644"/>
                            <a:pt x="465106" y="583311"/>
                            <a:pt x="461582" y="586169"/>
                          </a:cubicBezTo>
                          <a:cubicBezTo>
                            <a:pt x="460153" y="587312"/>
                            <a:pt x="458724" y="588455"/>
                            <a:pt x="457391" y="589693"/>
                          </a:cubicBezTo>
                          <a:cubicBezTo>
                            <a:pt x="455581" y="591312"/>
                            <a:pt x="454057" y="593026"/>
                            <a:pt x="452628" y="594741"/>
                          </a:cubicBezTo>
                          <a:lnTo>
                            <a:pt x="451295" y="596170"/>
                          </a:lnTo>
                          <a:cubicBezTo>
                            <a:pt x="449675" y="597789"/>
                            <a:pt x="448151" y="599504"/>
                            <a:pt x="446818" y="601313"/>
                          </a:cubicBezTo>
                          <a:cubicBezTo>
                            <a:pt x="445961" y="602551"/>
                            <a:pt x="445103" y="603790"/>
                            <a:pt x="444341" y="605028"/>
                          </a:cubicBezTo>
                          <a:cubicBezTo>
                            <a:pt x="443484" y="606362"/>
                            <a:pt x="442722" y="607790"/>
                            <a:pt x="441960" y="609219"/>
                          </a:cubicBezTo>
                          <a:cubicBezTo>
                            <a:pt x="440722" y="611410"/>
                            <a:pt x="439865" y="612934"/>
                            <a:pt x="439103" y="614363"/>
                          </a:cubicBezTo>
                          <a:cubicBezTo>
                            <a:pt x="438626" y="615220"/>
                            <a:pt x="438055" y="616268"/>
                            <a:pt x="437769" y="617125"/>
                          </a:cubicBezTo>
                          <a:cubicBezTo>
                            <a:pt x="437197" y="618363"/>
                            <a:pt x="436531" y="620173"/>
                            <a:pt x="435864" y="621983"/>
                          </a:cubicBezTo>
                          <a:cubicBezTo>
                            <a:pt x="435293" y="623411"/>
                            <a:pt x="434912" y="624840"/>
                            <a:pt x="434531" y="626269"/>
                          </a:cubicBezTo>
                          <a:cubicBezTo>
                            <a:pt x="433864" y="628460"/>
                            <a:pt x="433388" y="629984"/>
                            <a:pt x="433007" y="631603"/>
                          </a:cubicBezTo>
                          <a:cubicBezTo>
                            <a:pt x="432816" y="632365"/>
                            <a:pt x="432530" y="633127"/>
                            <a:pt x="432435" y="633889"/>
                          </a:cubicBezTo>
                          <a:cubicBezTo>
                            <a:pt x="431864" y="636365"/>
                            <a:pt x="431578" y="637794"/>
                            <a:pt x="431292" y="639223"/>
                          </a:cubicBezTo>
                          <a:cubicBezTo>
                            <a:pt x="431006" y="640937"/>
                            <a:pt x="430911" y="642652"/>
                            <a:pt x="430816" y="644271"/>
                          </a:cubicBezTo>
                          <a:cubicBezTo>
                            <a:pt x="430530" y="647319"/>
                            <a:pt x="430340" y="649700"/>
                            <a:pt x="430244" y="652177"/>
                          </a:cubicBezTo>
                          <a:cubicBezTo>
                            <a:pt x="430054" y="653606"/>
                            <a:pt x="429959" y="655225"/>
                            <a:pt x="429959" y="656939"/>
                          </a:cubicBezTo>
                          <a:cubicBezTo>
                            <a:pt x="429959" y="658654"/>
                            <a:pt x="430149" y="659987"/>
                            <a:pt x="430244" y="661416"/>
                          </a:cubicBezTo>
                          <a:cubicBezTo>
                            <a:pt x="430340" y="663131"/>
                            <a:pt x="430530" y="665607"/>
                            <a:pt x="430816" y="668084"/>
                          </a:cubicBezTo>
                          <a:lnTo>
                            <a:pt x="431006" y="670370"/>
                          </a:lnTo>
                          <a:cubicBezTo>
                            <a:pt x="431101" y="672465"/>
                            <a:pt x="431292" y="674561"/>
                            <a:pt x="431673" y="676561"/>
                          </a:cubicBezTo>
                          <a:cubicBezTo>
                            <a:pt x="431673" y="676751"/>
                            <a:pt x="431864" y="677894"/>
                            <a:pt x="431864" y="677990"/>
                          </a:cubicBezTo>
                          <a:cubicBezTo>
                            <a:pt x="431864" y="678180"/>
                            <a:pt x="432054" y="678942"/>
                            <a:pt x="432340" y="679799"/>
                          </a:cubicBezTo>
                          <a:cubicBezTo>
                            <a:pt x="432911" y="682276"/>
                            <a:pt x="433578" y="684752"/>
                            <a:pt x="434340" y="687134"/>
                          </a:cubicBezTo>
                          <a:lnTo>
                            <a:pt x="434816" y="688658"/>
                          </a:lnTo>
                          <a:cubicBezTo>
                            <a:pt x="435197" y="690277"/>
                            <a:pt x="435578" y="691610"/>
                            <a:pt x="436055" y="692944"/>
                          </a:cubicBezTo>
                          <a:cubicBezTo>
                            <a:pt x="436912" y="695325"/>
                            <a:pt x="437769" y="697611"/>
                            <a:pt x="438722" y="699802"/>
                          </a:cubicBezTo>
                          <a:cubicBezTo>
                            <a:pt x="439388" y="701326"/>
                            <a:pt x="440055" y="702564"/>
                            <a:pt x="440722" y="703898"/>
                          </a:cubicBezTo>
                          <a:lnTo>
                            <a:pt x="441579" y="705517"/>
                          </a:lnTo>
                          <a:cubicBezTo>
                            <a:pt x="442341" y="707136"/>
                            <a:pt x="443103" y="708660"/>
                            <a:pt x="444056" y="710184"/>
                          </a:cubicBezTo>
                          <a:cubicBezTo>
                            <a:pt x="445294" y="712375"/>
                            <a:pt x="446437" y="714280"/>
                            <a:pt x="447675" y="716090"/>
                          </a:cubicBezTo>
                          <a:cubicBezTo>
                            <a:pt x="448247" y="716947"/>
                            <a:pt x="449104" y="718090"/>
                            <a:pt x="450056" y="719233"/>
                          </a:cubicBezTo>
                          <a:cubicBezTo>
                            <a:pt x="452438" y="722471"/>
                            <a:pt x="454914" y="725996"/>
                            <a:pt x="458248" y="729425"/>
                          </a:cubicBezTo>
                          <a:cubicBezTo>
                            <a:pt x="459391" y="730568"/>
                            <a:pt x="460724" y="731806"/>
                            <a:pt x="461963" y="732949"/>
                          </a:cubicBezTo>
                          <a:cubicBezTo>
                            <a:pt x="464439" y="735235"/>
                            <a:pt x="466439" y="737045"/>
                            <a:pt x="468535" y="738854"/>
                          </a:cubicBezTo>
                          <a:cubicBezTo>
                            <a:pt x="470154" y="740378"/>
                            <a:pt x="471202" y="741331"/>
                            <a:pt x="472440" y="742379"/>
                          </a:cubicBezTo>
                          <a:cubicBezTo>
                            <a:pt x="472821" y="742760"/>
                            <a:pt x="475679" y="744760"/>
                            <a:pt x="476060" y="745046"/>
                          </a:cubicBezTo>
                          <a:cubicBezTo>
                            <a:pt x="478631" y="747046"/>
                            <a:pt x="481774" y="749237"/>
                            <a:pt x="484918" y="751427"/>
                          </a:cubicBezTo>
                          <a:lnTo>
                            <a:pt x="486156" y="752285"/>
                          </a:lnTo>
                          <a:cubicBezTo>
                            <a:pt x="487299" y="753142"/>
                            <a:pt x="488537" y="753999"/>
                            <a:pt x="489776" y="754761"/>
                          </a:cubicBezTo>
                          <a:cubicBezTo>
                            <a:pt x="489871" y="755237"/>
                            <a:pt x="490442" y="755618"/>
                            <a:pt x="490823" y="755809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DAF5FF">
                            <a:alpha val="100000"/>
                          </a:srgbClr>
                        </a:gs>
                        <a:gs pos="50000">
                          <a:srgbClr val="A4CDFF">
                            <a:alpha val="49803"/>
                          </a:srgbClr>
                        </a:gs>
                        <a:gs pos="100000">
                          <a:srgbClr val="6EA6FF">
                            <a:alpha val="0"/>
                          </a:srgbClr>
                        </a:gs>
                      </a:gsLst>
                      <a:lin ang="552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8" name="AutoShape 108"/>
                    <p:cNvSpPr/>
                    <p:nvPr/>
                  </p:nvSpPr>
                  <p:spPr>
                    <a:xfrm>
                      <a:off x="6310217" y="2625280"/>
                      <a:ext cx="544067" cy="4684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4067" h="468439">
                          <a:moveTo>
                            <a:pt x="0" y="468440"/>
                          </a:moveTo>
                          <a:lnTo>
                            <a:pt x="118777" y="431197"/>
                          </a:lnTo>
                          <a:lnTo>
                            <a:pt x="369094" y="352616"/>
                          </a:lnTo>
                          <a:lnTo>
                            <a:pt x="544068" y="0"/>
                          </a:lnTo>
                          <a:lnTo>
                            <a:pt x="175069" y="115919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1752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09" name="AutoShape 109"/>
                  <p:cNvSpPr/>
                  <p:nvPr/>
                </p:nvSpPr>
                <p:spPr>
                  <a:xfrm>
                    <a:off x="10993346" y="449428"/>
                    <a:ext cx="526124" cy="7411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3186" h="1568196">
                        <a:moveTo>
                          <a:pt x="1064609" y="803624"/>
                        </a:moveTo>
                        <a:cubicBezTo>
                          <a:pt x="1057656" y="795814"/>
                          <a:pt x="1051655" y="789623"/>
                          <a:pt x="1045750" y="783907"/>
                        </a:cubicBezTo>
                        <a:lnTo>
                          <a:pt x="1041845" y="780288"/>
                        </a:lnTo>
                        <a:cubicBezTo>
                          <a:pt x="1037082" y="775906"/>
                          <a:pt x="1032224" y="771525"/>
                          <a:pt x="1027271" y="767239"/>
                        </a:cubicBezTo>
                        <a:lnTo>
                          <a:pt x="1021556" y="762381"/>
                        </a:lnTo>
                        <a:cubicBezTo>
                          <a:pt x="1016984" y="758571"/>
                          <a:pt x="1012317" y="754761"/>
                          <a:pt x="1007555" y="751046"/>
                        </a:cubicBezTo>
                        <a:lnTo>
                          <a:pt x="1002220" y="746855"/>
                        </a:lnTo>
                        <a:cubicBezTo>
                          <a:pt x="996886" y="742855"/>
                          <a:pt x="991457" y="738854"/>
                          <a:pt x="985933" y="734949"/>
                        </a:cubicBezTo>
                        <a:lnTo>
                          <a:pt x="983552" y="733235"/>
                        </a:lnTo>
                        <a:cubicBezTo>
                          <a:pt x="977170" y="728758"/>
                          <a:pt x="970598" y="724376"/>
                          <a:pt x="964025" y="720185"/>
                        </a:cubicBezTo>
                        <a:lnTo>
                          <a:pt x="957644" y="716280"/>
                        </a:lnTo>
                        <a:cubicBezTo>
                          <a:pt x="953072" y="713423"/>
                          <a:pt x="948309" y="710470"/>
                          <a:pt x="943737" y="707708"/>
                        </a:cubicBezTo>
                        <a:lnTo>
                          <a:pt x="935831" y="703135"/>
                        </a:lnTo>
                        <a:cubicBezTo>
                          <a:pt x="931355" y="700564"/>
                          <a:pt x="926782" y="697992"/>
                          <a:pt x="922211" y="695516"/>
                        </a:cubicBezTo>
                        <a:lnTo>
                          <a:pt x="920591" y="694658"/>
                        </a:lnTo>
                        <a:cubicBezTo>
                          <a:pt x="916591" y="692468"/>
                          <a:pt x="912686" y="690372"/>
                          <a:pt x="908590" y="688277"/>
                        </a:cubicBezTo>
                        <a:cubicBezTo>
                          <a:pt x="896207" y="681800"/>
                          <a:pt x="883349" y="675513"/>
                          <a:pt x="870299" y="669322"/>
                        </a:cubicBezTo>
                        <a:lnTo>
                          <a:pt x="857917" y="663607"/>
                        </a:lnTo>
                        <a:cubicBezTo>
                          <a:pt x="847249" y="658654"/>
                          <a:pt x="836486" y="653796"/>
                          <a:pt x="825437" y="649033"/>
                        </a:cubicBezTo>
                        <a:lnTo>
                          <a:pt x="819722" y="646557"/>
                        </a:lnTo>
                        <a:cubicBezTo>
                          <a:pt x="806291" y="640842"/>
                          <a:pt x="792480" y="635127"/>
                          <a:pt x="778288" y="629602"/>
                        </a:cubicBezTo>
                        <a:lnTo>
                          <a:pt x="770858" y="626650"/>
                        </a:lnTo>
                        <a:cubicBezTo>
                          <a:pt x="755809" y="620744"/>
                          <a:pt x="740474" y="615029"/>
                          <a:pt x="725519" y="609600"/>
                        </a:cubicBezTo>
                        <a:cubicBezTo>
                          <a:pt x="717233" y="606933"/>
                          <a:pt x="709136" y="604171"/>
                          <a:pt x="700469" y="600932"/>
                        </a:cubicBezTo>
                        <a:cubicBezTo>
                          <a:pt x="693325" y="598360"/>
                          <a:pt x="686276" y="595598"/>
                          <a:pt x="679418" y="592836"/>
                        </a:cubicBezTo>
                        <a:cubicBezTo>
                          <a:pt x="674084" y="590645"/>
                          <a:pt x="668941" y="588835"/>
                          <a:pt x="663893" y="587026"/>
                        </a:cubicBezTo>
                        <a:cubicBezTo>
                          <a:pt x="658940" y="585311"/>
                          <a:pt x="654177" y="583692"/>
                          <a:pt x="649319" y="582263"/>
                        </a:cubicBezTo>
                        <a:cubicBezTo>
                          <a:pt x="649319" y="582263"/>
                          <a:pt x="643319" y="580358"/>
                          <a:pt x="642080" y="579977"/>
                        </a:cubicBezTo>
                        <a:cubicBezTo>
                          <a:pt x="631508" y="577025"/>
                          <a:pt x="624078" y="567404"/>
                          <a:pt x="624078" y="556355"/>
                        </a:cubicBezTo>
                        <a:lnTo>
                          <a:pt x="623030" y="355664"/>
                        </a:lnTo>
                        <a:cubicBezTo>
                          <a:pt x="623030" y="348139"/>
                          <a:pt x="626364" y="340995"/>
                          <a:pt x="632270" y="336328"/>
                        </a:cubicBezTo>
                        <a:cubicBezTo>
                          <a:pt x="636651" y="332804"/>
                          <a:pt x="642176" y="330899"/>
                          <a:pt x="647700" y="330899"/>
                        </a:cubicBezTo>
                        <a:cubicBezTo>
                          <a:pt x="649510" y="330899"/>
                          <a:pt x="651320" y="331089"/>
                          <a:pt x="653129" y="331470"/>
                        </a:cubicBezTo>
                        <a:cubicBezTo>
                          <a:pt x="693896" y="340709"/>
                          <a:pt x="734568" y="353377"/>
                          <a:pt x="774002" y="369189"/>
                        </a:cubicBezTo>
                        <a:cubicBezTo>
                          <a:pt x="813911" y="385191"/>
                          <a:pt x="850106" y="402336"/>
                          <a:pt x="880682" y="419767"/>
                        </a:cubicBezTo>
                        <a:cubicBezTo>
                          <a:pt x="898779" y="429197"/>
                          <a:pt x="916591" y="439293"/>
                          <a:pt x="933926" y="449675"/>
                        </a:cubicBezTo>
                        <a:lnTo>
                          <a:pt x="935927" y="450914"/>
                        </a:lnTo>
                        <a:cubicBezTo>
                          <a:pt x="940594" y="453676"/>
                          <a:pt x="945070" y="456629"/>
                          <a:pt x="949547" y="459486"/>
                        </a:cubicBezTo>
                        <a:cubicBezTo>
                          <a:pt x="949547" y="459486"/>
                          <a:pt x="958310" y="465106"/>
                          <a:pt x="961263" y="467011"/>
                        </a:cubicBezTo>
                        <a:lnTo>
                          <a:pt x="1113187" y="161068"/>
                        </a:lnTo>
                        <a:lnTo>
                          <a:pt x="1037368" y="121063"/>
                        </a:lnTo>
                        <a:cubicBezTo>
                          <a:pt x="1025938" y="115157"/>
                          <a:pt x="1014222" y="109252"/>
                          <a:pt x="1002316" y="103441"/>
                        </a:cubicBezTo>
                        <a:lnTo>
                          <a:pt x="993077" y="98965"/>
                        </a:lnTo>
                        <a:cubicBezTo>
                          <a:pt x="981647" y="93536"/>
                          <a:pt x="970026" y="88106"/>
                          <a:pt x="957929" y="82677"/>
                        </a:cubicBezTo>
                        <a:lnTo>
                          <a:pt x="955834" y="81724"/>
                        </a:lnTo>
                        <a:cubicBezTo>
                          <a:pt x="946023" y="77343"/>
                          <a:pt x="936117" y="73057"/>
                          <a:pt x="926020" y="68770"/>
                        </a:cubicBezTo>
                        <a:cubicBezTo>
                          <a:pt x="907637" y="60960"/>
                          <a:pt x="887921" y="53149"/>
                          <a:pt x="866394" y="45244"/>
                        </a:cubicBezTo>
                        <a:cubicBezTo>
                          <a:pt x="845820" y="37719"/>
                          <a:pt x="824484" y="30480"/>
                          <a:pt x="802862" y="23813"/>
                        </a:cubicBezTo>
                        <a:cubicBezTo>
                          <a:pt x="795242" y="21431"/>
                          <a:pt x="787527" y="19336"/>
                          <a:pt x="779431" y="17050"/>
                        </a:cubicBezTo>
                        <a:cubicBezTo>
                          <a:pt x="774002" y="15526"/>
                          <a:pt x="768477" y="14002"/>
                          <a:pt x="763048" y="12573"/>
                        </a:cubicBezTo>
                        <a:cubicBezTo>
                          <a:pt x="757619" y="11144"/>
                          <a:pt x="752285" y="9811"/>
                          <a:pt x="746855" y="8477"/>
                        </a:cubicBezTo>
                        <a:cubicBezTo>
                          <a:pt x="741236" y="7144"/>
                          <a:pt x="735711" y="5810"/>
                          <a:pt x="729996" y="4572"/>
                        </a:cubicBezTo>
                        <a:cubicBezTo>
                          <a:pt x="725519" y="3619"/>
                          <a:pt x="721043" y="2667"/>
                          <a:pt x="716566" y="1714"/>
                        </a:cubicBezTo>
                        <a:cubicBezTo>
                          <a:pt x="713708" y="1143"/>
                          <a:pt x="710946" y="571"/>
                          <a:pt x="708279" y="0"/>
                        </a:cubicBezTo>
                        <a:lnTo>
                          <a:pt x="175736" y="770668"/>
                        </a:lnTo>
                        <a:cubicBezTo>
                          <a:pt x="198120" y="790670"/>
                          <a:pt x="223742" y="809625"/>
                          <a:pt x="252508" y="827056"/>
                        </a:cubicBezTo>
                        <a:cubicBezTo>
                          <a:pt x="291560" y="850868"/>
                          <a:pt x="337661" y="874014"/>
                          <a:pt x="389668" y="895922"/>
                        </a:cubicBezTo>
                        <a:cubicBezTo>
                          <a:pt x="399479" y="900017"/>
                          <a:pt x="409480" y="904208"/>
                          <a:pt x="420148" y="908399"/>
                        </a:cubicBezTo>
                        <a:cubicBezTo>
                          <a:pt x="428911" y="912019"/>
                          <a:pt x="437769" y="915543"/>
                          <a:pt x="446532" y="918972"/>
                        </a:cubicBezTo>
                        <a:cubicBezTo>
                          <a:pt x="480441" y="932212"/>
                          <a:pt x="514826" y="944213"/>
                          <a:pt x="548926" y="954691"/>
                        </a:cubicBezTo>
                        <a:cubicBezTo>
                          <a:pt x="559213" y="957834"/>
                          <a:pt x="566261" y="967359"/>
                          <a:pt x="566357" y="978122"/>
                        </a:cubicBezTo>
                        <a:lnTo>
                          <a:pt x="567404" y="1174337"/>
                        </a:lnTo>
                        <a:cubicBezTo>
                          <a:pt x="567404" y="1181672"/>
                          <a:pt x="564261" y="1188625"/>
                          <a:pt x="558641" y="1193387"/>
                        </a:cubicBezTo>
                        <a:cubicBezTo>
                          <a:pt x="554165" y="1197197"/>
                          <a:pt x="548545" y="1199198"/>
                          <a:pt x="542735" y="1199198"/>
                        </a:cubicBezTo>
                        <a:cubicBezTo>
                          <a:pt x="541306" y="1199198"/>
                          <a:pt x="539782" y="1199102"/>
                          <a:pt x="538353" y="1198817"/>
                        </a:cubicBezTo>
                        <a:cubicBezTo>
                          <a:pt x="532352" y="1197674"/>
                          <a:pt x="526256" y="1196435"/>
                          <a:pt x="520256" y="1195102"/>
                        </a:cubicBezTo>
                        <a:lnTo>
                          <a:pt x="510731" y="1193102"/>
                        </a:lnTo>
                        <a:cubicBezTo>
                          <a:pt x="508254" y="1192625"/>
                          <a:pt x="505778" y="1192149"/>
                          <a:pt x="503396" y="1191482"/>
                        </a:cubicBezTo>
                        <a:lnTo>
                          <a:pt x="496157" y="1189768"/>
                        </a:lnTo>
                        <a:cubicBezTo>
                          <a:pt x="486156" y="1187291"/>
                          <a:pt x="476250" y="1184624"/>
                          <a:pt x="465201" y="1181481"/>
                        </a:cubicBezTo>
                        <a:cubicBezTo>
                          <a:pt x="465201" y="1181481"/>
                          <a:pt x="460724" y="1180243"/>
                          <a:pt x="460439" y="1180243"/>
                        </a:cubicBezTo>
                        <a:lnTo>
                          <a:pt x="456343" y="1178909"/>
                        </a:lnTo>
                        <a:cubicBezTo>
                          <a:pt x="446151" y="1175766"/>
                          <a:pt x="436055" y="1172432"/>
                          <a:pt x="425863" y="1168908"/>
                        </a:cubicBezTo>
                        <a:lnTo>
                          <a:pt x="420338" y="1167003"/>
                        </a:lnTo>
                        <a:lnTo>
                          <a:pt x="417957" y="1166051"/>
                        </a:lnTo>
                        <a:cubicBezTo>
                          <a:pt x="405384" y="1161478"/>
                          <a:pt x="394335" y="1157192"/>
                          <a:pt x="384334" y="1153001"/>
                        </a:cubicBezTo>
                        <a:cubicBezTo>
                          <a:pt x="372523" y="1148048"/>
                          <a:pt x="360998" y="1143095"/>
                          <a:pt x="348996" y="1137666"/>
                        </a:cubicBezTo>
                        <a:lnTo>
                          <a:pt x="346900" y="1136714"/>
                        </a:lnTo>
                        <a:cubicBezTo>
                          <a:pt x="337090" y="1132332"/>
                          <a:pt x="327565" y="1127855"/>
                          <a:pt x="318421" y="1123474"/>
                        </a:cubicBezTo>
                        <a:lnTo>
                          <a:pt x="312992" y="1120902"/>
                        </a:lnTo>
                        <a:cubicBezTo>
                          <a:pt x="303562" y="1116330"/>
                          <a:pt x="294513" y="1111853"/>
                          <a:pt x="285655" y="1107281"/>
                        </a:cubicBezTo>
                        <a:lnTo>
                          <a:pt x="280321" y="1104519"/>
                        </a:lnTo>
                        <a:cubicBezTo>
                          <a:pt x="278225" y="1103471"/>
                          <a:pt x="267367" y="1097566"/>
                          <a:pt x="267367" y="1097566"/>
                        </a:cubicBezTo>
                        <a:cubicBezTo>
                          <a:pt x="262795" y="1095185"/>
                          <a:pt x="258318" y="1092708"/>
                          <a:pt x="254413" y="1090517"/>
                        </a:cubicBezTo>
                        <a:cubicBezTo>
                          <a:pt x="241459" y="1083469"/>
                          <a:pt x="228791" y="1076230"/>
                          <a:pt x="216313" y="1068896"/>
                        </a:cubicBezTo>
                        <a:lnTo>
                          <a:pt x="204978" y="1062133"/>
                        </a:lnTo>
                        <a:cubicBezTo>
                          <a:pt x="196215" y="1056894"/>
                          <a:pt x="187452" y="1051560"/>
                          <a:pt x="178975" y="1046131"/>
                        </a:cubicBezTo>
                        <a:lnTo>
                          <a:pt x="172402" y="1041940"/>
                        </a:lnTo>
                        <a:cubicBezTo>
                          <a:pt x="172402" y="1041940"/>
                          <a:pt x="158020" y="1032701"/>
                          <a:pt x="153638" y="1029748"/>
                        </a:cubicBezTo>
                        <a:lnTo>
                          <a:pt x="0" y="1359027"/>
                        </a:lnTo>
                        <a:cubicBezTo>
                          <a:pt x="69818" y="1403128"/>
                          <a:pt x="148685" y="1441132"/>
                          <a:pt x="234696" y="1472279"/>
                        </a:cubicBezTo>
                        <a:cubicBezTo>
                          <a:pt x="328327" y="1506188"/>
                          <a:pt x="423767" y="1529525"/>
                          <a:pt x="518541" y="1541621"/>
                        </a:cubicBezTo>
                        <a:cubicBezTo>
                          <a:pt x="530828" y="1543145"/>
                          <a:pt x="539972" y="1553623"/>
                          <a:pt x="540068" y="1565910"/>
                        </a:cubicBezTo>
                        <a:lnTo>
                          <a:pt x="540068" y="1568196"/>
                        </a:lnTo>
                        <a:lnTo>
                          <a:pt x="1066705" y="806101"/>
                        </a:lnTo>
                        <a:lnTo>
                          <a:pt x="1064609" y="80362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AF5FF">
                          <a:alpha val="100000"/>
                        </a:srgbClr>
                      </a:gs>
                      <a:gs pos="50000">
                        <a:srgbClr val="A4CDFF">
                          <a:alpha val="49803"/>
                        </a:srgbClr>
                      </a:gs>
                      <a:gs pos="100000">
                        <a:srgbClr val="6EA6FF">
                          <a:alpha val="0"/>
                        </a:srgbClr>
                      </a:gs>
                    </a:gsLst>
                    <a:lin ang="7200000"/>
                  </a:gra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10" name="Group 110"/>
                  <p:cNvGrpSpPr/>
                  <p:nvPr/>
                </p:nvGrpSpPr>
                <p:grpSpPr>
                  <a:xfrm rot="0">
                    <a:off x="11686093" y="834151"/>
                    <a:ext cx="138565" cy="398633"/>
                    <a:chOff x="6804755" y="3404711"/>
                    <a:chExt cx="293179" cy="843438"/>
                  </a:xfrm>
                </p:grpSpPr>
                <p:sp>
                  <p:nvSpPr>
                    <p:cNvPr id="111" name="AutoShape 111"/>
                    <p:cNvSpPr/>
                    <p:nvPr/>
                  </p:nvSpPr>
                  <p:spPr>
                    <a:xfrm>
                      <a:off x="6912006" y="3404711"/>
                      <a:ext cx="65722" cy="8434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843438">
                          <a:moveTo>
                            <a:pt x="32861" y="843439"/>
                          </a:moveTo>
                          <a:lnTo>
                            <a:pt x="32861" y="843439"/>
                          </a:lnTo>
                          <a:cubicBezTo>
                            <a:pt x="14669" y="843439"/>
                            <a:pt x="0" y="828675"/>
                            <a:pt x="0" y="810578"/>
                          </a:cubicBezTo>
                          <a:lnTo>
                            <a:pt x="0" y="32861"/>
                          </a:lnTo>
                          <a:cubicBezTo>
                            <a:pt x="0" y="14669"/>
                            <a:pt x="14764" y="0"/>
                            <a:pt x="32861" y="0"/>
                          </a:cubicBezTo>
                          <a:lnTo>
                            <a:pt x="32861" y="0"/>
                          </a:lnTo>
                          <a:cubicBezTo>
                            <a:pt x="51054" y="0"/>
                            <a:pt x="65723" y="14764"/>
                            <a:pt x="65723" y="32861"/>
                          </a:cubicBezTo>
                          <a:lnTo>
                            <a:pt x="65723" y="810578"/>
                          </a:lnTo>
                          <a:cubicBezTo>
                            <a:pt x="65723" y="828675"/>
                            <a:pt x="50959" y="843439"/>
                            <a:pt x="32861" y="843439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60">
                          <a:srgbClr val="105EDD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162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2" name="AutoShape 112"/>
                    <p:cNvSpPr/>
                    <p:nvPr/>
                  </p:nvSpPr>
                  <p:spPr>
                    <a:xfrm>
                      <a:off x="6804755" y="3854672"/>
                      <a:ext cx="65722" cy="3934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393477">
                          <a:moveTo>
                            <a:pt x="32861" y="393478"/>
                          </a:moveTo>
                          <a:lnTo>
                            <a:pt x="32861" y="393478"/>
                          </a:lnTo>
                          <a:cubicBezTo>
                            <a:pt x="14668" y="393478"/>
                            <a:pt x="0" y="378714"/>
                            <a:pt x="0" y="360617"/>
                          </a:cubicBezTo>
                          <a:lnTo>
                            <a:pt x="0" y="32861"/>
                          </a:lnTo>
                          <a:cubicBezTo>
                            <a:pt x="0" y="14668"/>
                            <a:pt x="14764" y="0"/>
                            <a:pt x="32861" y="0"/>
                          </a:cubicBezTo>
                          <a:lnTo>
                            <a:pt x="32861" y="0"/>
                          </a:lnTo>
                          <a:cubicBezTo>
                            <a:pt x="51054" y="0"/>
                            <a:pt x="65722" y="14764"/>
                            <a:pt x="65722" y="32861"/>
                          </a:cubicBezTo>
                          <a:lnTo>
                            <a:pt x="65722" y="360617"/>
                          </a:lnTo>
                          <a:cubicBezTo>
                            <a:pt x="65722" y="378714"/>
                            <a:pt x="51054" y="393478"/>
                            <a:pt x="32861" y="393478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28">
                          <a:srgbClr val="EAF8FF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162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3" name="AutoShape 113"/>
                    <p:cNvSpPr/>
                    <p:nvPr/>
                  </p:nvSpPr>
                  <p:spPr>
                    <a:xfrm>
                      <a:off x="7032212" y="3638073"/>
                      <a:ext cx="65723" cy="6100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3" h="610076">
                          <a:moveTo>
                            <a:pt x="32861" y="610076"/>
                          </a:moveTo>
                          <a:lnTo>
                            <a:pt x="32861" y="610076"/>
                          </a:lnTo>
                          <a:cubicBezTo>
                            <a:pt x="14669" y="610076"/>
                            <a:pt x="0" y="595313"/>
                            <a:pt x="0" y="577215"/>
                          </a:cubicBezTo>
                          <a:lnTo>
                            <a:pt x="0" y="32861"/>
                          </a:lnTo>
                          <a:cubicBezTo>
                            <a:pt x="0" y="14669"/>
                            <a:pt x="14764" y="0"/>
                            <a:pt x="32861" y="0"/>
                          </a:cubicBezTo>
                          <a:lnTo>
                            <a:pt x="32861" y="0"/>
                          </a:lnTo>
                          <a:cubicBezTo>
                            <a:pt x="51054" y="0"/>
                            <a:pt x="65723" y="14764"/>
                            <a:pt x="65723" y="32861"/>
                          </a:cubicBezTo>
                          <a:lnTo>
                            <a:pt x="65723" y="577215"/>
                          </a:lnTo>
                          <a:cubicBezTo>
                            <a:pt x="65818" y="595313"/>
                            <a:pt x="51054" y="610076"/>
                            <a:pt x="32861" y="610076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59C6ED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162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14" name="Group 114"/>
                  <p:cNvGrpSpPr/>
                  <p:nvPr/>
                </p:nvGrpSpPr>
                <p:grpSpPr>
                  <a:xfrm rot="0">
                    <a:off x="11686093" y="233388"/>
                    <a:ext cx="138565" cy="398633"/>
                    <a:chOff x="6804755" y="2133600"/>
                    <a:chExt cx="293179" cy="843438"/>
                  </a:xfrm>
                </p:grpSpPr>
                <p:sp>
                  <p:nvSpPr>
                    <p:cNvPr id="115" name="AutoShape 115"/>
                    <p:cNvSpPr/>
                    <p:nvPr/>
                  </p:nvSpPr>
                  <p:spPr>
                    <a:xfrm>
                      <a:off x="6924960" y="2133600"/>
                      <a:ext cx="65722" cy="8434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843438">
                          <a:moveTo>
                            <a:pt x="32861" y="0"/>
                          </a:moveTo>
                          <a:lnTo>
                            <a:pt x="32861" y="0"/>
                          </a:lnTo>
                          <a:cubicBezTo>
                            <a:pt x="51054" y="0"/>
                            <a:pt x="65722" y="14764"/>
                            <a:pt x="65722" y="32861"/>
                          </a:cubicBezTo>
                          <a:lnTo>
                            <a:pt x="65722" y="810578"/>
                          </a:lnTo>
                          <a:cubicBezTo>
                            <a:pt x="65722" y="828770"/>
                            <a:pt x="50959" y="843439"/>
                            <a:pt x="32861" y="843439"/>
                          </a:cubicBezTo>
                          <a:lnTo>
                            <a:pt x="32861" y="843439"/>
                          </a:lnTo>
                          <a:cubicBezTo>
                            <a:pt x="14669" y="843439"/>
                            <a:pt x="0" y="828675"/>
                            <a:pt x="0" y="810578"/>
                          </a:cubicBezTo>
                          <a:lnTo>
                            <a:pt x="0" y="32861"/>
                          </a:lnTo>
                          <a:cubicBezTo>
                            <a:pt x="0" y="14764"/>
                            <a:pt x="14764" y="0"/>
                            <a:pt x="328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60">
                          <a:srgbClr val="105EDD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6" name="AutoShape 116"/>
                    <p:cNvSpPr/>
                    <p:nvPr/>
                  </p:nvSpPr>
                  <p:spPr>
                    <a:xfrm>
                      <a:off x="7032212" y="2133600"/>
                      <a:ext cx="65722" cy="3934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393477">
                          <a:moveTo>
                            <a:pt x="32861" y="0"/>
                          </a:moveTo>
                          <a:lnTo>
                            <a:pt x="32861" y="0"/>
                          </a:lnTo>
                          <a:cubicBezTo>
                            <a:pt x="51054" y="0"/>
                            <a:pt x="65723" y="14764"/>
                            <a:pt x="65723" y="32861"/>
                          </a:cubicBezTo>
                          <a:lnTo>
                            <a:pt x="65723" y="360617"/>
                          </a:lnTo>
                          <a:cubicBezTo>
                            <a:pt x="65723" y="378809"/>
                            <a:pt x="50959" y="393478"/>
                            <a:pt x="32861" y="393478"/>
                          </a:cubicBezTo>
                          <a:lnTo>
                            <a:pt x="32861" y="393478"/>
                          </a:lnTo>
                          <a:cubicBezTo>
                            <a:pt x="14669" y="393478"/>
                            <a:pt x="0" y="378714"/>
                            <a:pt x="0" y="360617"/>
                          </a:cubicBezTo>
                          <a:lnTo>
                            <a:pt x="0" y="32861"/>
                          </a:lnTo>
                          <a:cubicBezTo>
                            <a:pt x="0" y="14764"/>
                            <a:pt x="14764" y="0"/>
                            <a:pt x="328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28">
                          <a:srgbClr val="5F63F2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7" name="AutoShape 117"/>
                    <p:cNvSpPr/>
                    <p:nvPr/>
                  </p:nvSpPr>
                  <p:spPr>
                    <a:xfrm>
                      <a:off x="6804755" y="2133600"/>
                      <a:ext cx="65722" cy="6100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610076">
                          <a:moveTo>
                            <a:pt x="32861" y="0"/>
                          </a:moveTo>
                          <a:lnTo>
                            <a:pt x="32861" y="0"/>
                          </a:lnTo>
                          <a:cubicBezTo>
                            <a:pt x="51054" y="0"/>
                            <a:pt x="65722" y="14764"/>
                            <a:pt x="65722" y="32861"/>
                          </a:cubicBezTo>
                          <a:lnTo>
                            <a:pt x="65722" y="577215"/>
                          </a:lnTo>
                          <a:cubicBezTo>
                            <a:pt x="65722" y="595408"/>
                            <a:pt x="50959" y="610076"/>
                            <a:pt x="32861" y="610076"/>
                          </a:cubicBezTo>
                          <a:lnTo>
                            <a:pt x="32861" y="610076"/>
                          </a:lnTo>
                          <a:cubicBezTo>
                            <a:pt x="14668" y="610076"/>
                            <a:pt x="0" y="595313"/>
                            <a:pt x="0" y="577215"/>
                          </a:cubicBezTo>
                          <a:lnTo>
                            <a:pt x="0" y="32861"/>
                          </a:lnTo>
                          <a:cubicBezTo>
                            <a:pt x="0" y="14764"/>
                            <a:pt x="14668" y="0"/>
                            <a:pt x="328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59C6ED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18" name="Group 118"/>
                  <p:cNvGrpSpPr/>
                  <p:nvPr/>
                </p:nvGrpSpPr>
                <p:grpSpPr>
                  <a:xfrm rot="0">
                    <a:off x="11649033" y="1158223"/>
                    <a:ext cx="206417" cy="202682"/>
                    <a:chOff x="6726343" y="4090390"/>
                    <a:chExt cx="436742" cy="428841"/>
                  </a:xfrm>
                </p:grpSpPr>
                <p:sp>
                  <p:nvSpPr>
                    <p:cNvPr id="119" name="AutoShape 119"/>
                    <p:cNvSpPr/>
                    <p:nvPr/>
                  </p:nvSpPr>
                  <p:spPr>
                    <a:xfrm>
                      <a:off x="6774534" y="4137945"/>
                      <a:ext cx="306827" cy="2982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6827" h="298227">
                          <a:moveTo>
                            <a:pt x="163476" y="22955"/>
                          </a:moveTo>
                          <a:cubicBezTo>
                            <a:pt x="162619" y="23432"/>
                            <a:pt x="161666" y="23908"/>
                            <a:pt x="160809" y="24384"/>
                          </a:cubicBezTo>
                          <a:cubicBezTo>
                            <a:pt x="160523" y="24575"/>
                            <a:pt x="160142" y="24765"/>
                            <a:pt x="159856" y="24860"/>
                          </a:cubicBezTo>
                          <a:cubicBezTo>
                            <a:pt x="158713" y="25527"/>
                            <a:pt x="157475" y="26194"/>
                            <a:pt x="156332" y="26861"/>
                          </a:cubicBezTo>
                          <a:cubicBezTo>
                            <a:pt x="155380" y="27432"/>
                            <a:pt x="154427" y="27908"/>
                            <a:pt x="153475" y="28480"/>
                          </a:cubicBezTo>
                          <a:cubicBezTo>
                            <a:pt x="153189" y="28670"/>
                            <a:pt x="152903" y="28766"/>
                            <a:pt x="152617" y="28956"/>
                          </a:cubicBezTo>
                          <a:cubicBezTo>
                            <a:pt x="152427" y="29051"/>
                            <a:pt x="152236" y="29147"/>
                            <a:pt x="152046" y="29242"/>
                          </a:cubicBezTo>
                          <a:cubicBezTo>
                            <a:pt x="151760" y="29337"/>
                            <a:pt x="151570" y="29528"/>
                            <a:pt x="151284" y="29623"/>
                          </a:cubicBezTo>
                          <a:cubicBezTo>
                            <a:pt x="141092" y="35624"/>
                            <a:pt x="130710" y="42482"/>
                            <a:pt x="120423" y="50197"/>
                          </a:cubicBezTo>
                          <a:cubicBezTo>
                            <a:pt x="37651" y="112109"/>
                            <a:pt x="-14642" y="206502"/>
                            <a:pt x="3646" y="260985"/>
                          </a:cubicBezTo>
                          <a:cubicBezTo>
                            <a:pt x="10504" y="281273"/>
                            <a:pt x="26125" y="293180"/>
                            <a:pt x="47461" y="296990"/>
                          </a:cubicBezTo>
                          <a:cubicBezTo>
                            <a:pt x="47842" y="297085"/>
                            <a:pt x="48223" y="297085"/>
                            <a:pt x="48604" y="297180"/>
                          </a:cubicBezTo>
                          <a:cubicBezTo>
                            <a:pt x="49747" y="297371"/>
                            <a:pt x="50795" y="297466"/>
                            <a:pt x="51938" y="297656"/>
                          </a:cubicBezTo>
                          <a:cubicBezTo>
                            <a:pt x="52510" y="297752"/>
                            <a:pt x="53081" y="297847"/>
                            <a:pt x="53748" y="297847"/>
                          </a:cubicBezTo>
                          <a:cubicBezTo>
                            <a:pt x="53938" y="297847"/>
                            <a:pt x="54224" y="297847"/>
                            <a:pt x="54415" y="297847"/>
                          </a:cubicBezTo>
                          <a:cubicBezTo>
                            <a:pt x="57272" y="298133"/>
                            <a:pt x="60320" y="298228"/>
                            <a:pt x="63368" y="298228"/>
                          </a:cubicBezTo>
                          <a:cubicBezTo>
                            <a:pt x="63749" y="298228"/>
                            <a:pt x="64225" y="298228"/>
                            <a:pt x="64606" y="298228"/>
                          </a:cubicBezTo>
                          <a:cubicBezTo>
                            <a:pt x="64892" y="298228"/>
                            <a:pt x="65178" y="298228"/>
                            <a:pt x="65464" y="298228"/>
                          </a:cubicBezTo>
                          <a:cubicBezTo>
                            <a:pt x="65940" y="298228"/>
                            <a:pt x="66416" y="298228"/>
                            <a:pt x="66797" y="298133"/>
                          </a:cubicBezTo>
                          <a:cubicBezTo>
                            <a:pt x="69464" y="298037"/>
                            <a:pt x="72131" y="297847"/>
                            <a:pt x="74798" y="297561"/>
                          </a:cubicBezTo>
                          <a:cubicBezTo>
                            <a:pt x="75274" y="297561"/>
                            <a:pt x="75655" y="297466"/>
                            <a:pt x="76132" y="297466"/>
                          </a:cubicBezTo>
                          <a:cubicBezTo>
                            <a:pt x="76608" y="297371"/>
                            <a:pt x="77084" y="297371"/>
                            <a:pt x="77560" y="297275"/>
                          </a:cubicBezTo>
                          <a:cubicBezTo>
                            <a:pt x="78322" y="297180"/>
                            <a:pt x="79180" y="296990"/>
                            <a:pt x="80037" y="296894"/>
                          </a:cubicBezTo>
                          <a:cubicBezTo>
                            <a:pt x="84037" y="296323"/>
                            <a:pt x="88133" y="295561"/>
                            <a:pt x="92324" y="294608"/>
                          </a:cubicBezTo>
                          <a:cubicBezTo>
                            <a:pt x="93753" y="294227"/>
                            <a:pt x="95277" y="293942"/>
                            <a:pt x="96706" y="293561"/>
                          </a:cubicBezTo>
                          <a:cubicBezTo>
                            <a:pt x="96801" y="293561"/>
                            <a:pt x="96991" y="293465"/>
                            <a:pt x="97087" y="293465"/>
                          </a:cubicBezTo>
                          <a:cubicBezTo>
                            <a:pt x="99277" y="292894"/>
                            <a:pt x="101563" y="292227"/>
                            <a:pt x="103849" y="291560"/>
                          </a:cubicBezTo>
                          <a:cubicBezTo>
                            <a:pt x="104421" y="291370"/>
                            <a:pt x="105088" y="291179"/>
                            <a:pt x="105659" y="290989"/>
                          </a:cubicBezTo>
                          <a:cubicBezTo>
                            <a:pt x="106231" y="290798"/>
                            <a:pt x="106802" y="290608"/>
                            <a:pt x="107374" y="290417"/>
                          </a:cubicBezTo>
                          <a:cubicBezTo>
                            <a:pt x="109279" y="289751"/>
                            <a:pt x="111184" y="289179"/>
                            <a:pt x="113089" y="288417"/>
                          </a:cubicBezTo>
                          <a:cubicBezTo>
                            <a:pt x="114327" y="287941"/>
                            <a:pt x="115660" y="287465"/>
                            <a:pt x="116899" y="286988"/>
                          </a:cubicBezTo>
                          <a:cubicBezTo>
                            <a:pt x="117756" y="286607"/>
                            <a:pt x="118708" y="286322"/>
                            <a:pt x="119566" y="285941"/>
                          </a:cubicBezTo>
                          <a:cubicBezTo>
                            <a:pt x="120994" y="285369"/>
                            <a:pt x="122328" y="284798"/>
                            <a:pt x="123757" y="284226"/>
                          </a:cubicBezTo>
                          <a:cubicBezTo>
                            <a:pt x="124614" y="283845"/>
                            <a:pt x="125376" y="283559"/>
                            <a:pt x="126233" y="283178"/>
                          </a:cubicBezTo>
                          <a:cubicBezTo>
                            <a:pt x="126328" y="283178"/>
                            <a:pt x="126424" y="283083"/>
                            <a:pt x="126519" y="283083"/>
                          </a:cubicBezTo>
                          <a:cubicBezTo>
                            <a:pt x="128138" y="282416"/>
                            <a:pt x="129662" y="281654"/>
                            <a:pt x="131281" y="280988"/>
                          </a:cubicBezTo>
                          <a:cubicBezTo>
                            <a:pt x="132043" y="280607"/>
                            <a:pt x="132710" y="280321"/>
                            <a:pt x="133472" y="279940"/>
                          </a:cubicBezTo>
                          <a:cubicBezTo>
                            <a:pt x="135568" y="278892"/>
                            <a:pt x="137758" y="277940"/>
                            <a:pt x="139854" y="276797"/>
                          </a:cubicBezTo>
                          <a:cubicBezTo>
                            <a:pt x="140044" y="276701"/>
                            <a:pt x="140235" y="276606"/>
                            <a:pt x="140425" y="276511"/>
                          </a:cubicBezTo>
                          <a:cubicBezTo>
                            <a:pt x="142807" y="275368"/>
                            <a:pt x="145093" y="274034"/>
                            <a:pt x="147474" y="272796"/>
                          </a:cubicBezTo>
                          <a:cubicBezTo>
                            <a:pt x="148236" y="272415"/>
                            <a:pt x="148998" y="271939"/>
                            <a:pt x="149665" y="271558"/>
                          </a:cubicBezTo>
                          <a:cubicBezTo>
                            <a:pt x="151284" y="270605"/>
                            <a:pt x="152903" y="269748"/>
                            <a:pt x="154522" y="268796"/>
                          </a:cubicBezTo>
                          <a:cubicBezTo>
                            <a:pt x="155380" y="268319"/>
                            <a:pt x="156332" y="267748"/>
                            <a:pt x="157189" y="267176"/>
                          </a:cubicBezTo>
                          <a:cubicBezTo>
                            <a:pt x="158809" y="266224"/>
                            <a:pt x="160333" y="265271"/>
                            <a:pt x="161952" y="264319"/>
                          </a:cubicBezTo>
                          <a:cubicBezTo>
                            <a:pt x="162809" y="263747"/>
                            <a:pt x="163666" y="263271"/>
                            <a:pt x="164524" y="262700"/>
                          </a:cubicBezTo>
                          <a:cubicBezTo>
                            <a:pt x="166143" y="261652"/>
                            <a:pt x="167762" y="260699"/>
                            <a:pt x="169286" y="259556"/>
                          </a:cubicBezTo>
                          <a:cubicBezTo>
                            <a:pt x="170143" y="258985"/>
                            <a:pt x="170905" y="258509"/>
                            <a:pt x="171763" y="257937"/>
                          </a:cubicBezTo>
                          <a:cubicBezTo>
                            <a:pt x="173477" y="256794"/>
                            <a:pt x="175096" y="255651"/>
                            <a:pt x="176811" y="254508"/>
                          </a:cubicBezTo>
                          <a:cubicBezTo>
                            <a:pt x="177573" y="254032"/>
                            <a:pt x="178335" y="253460"/>
                            <a:pt x="179097" y="252984"/>
                          </a:cubicBezTo>
                          <a:cubicBezTo>
                            <a:pt x="181478" y="251270"/>
                            <a:pt x="183955" y="249555"/>
                            <a:pt x="186336" y="247745"/>
                          </a:cubicBezTo>
                          <a:cubicBezTo>
                            <a:pt x="188908" y="245840"/>
                            <a:pt x="191479" y="243840"/>
                            <a:pt x="193956" y="241840"/>
                          </a:cubicBezTo>
                          <a:cubicBezTo>
                            <a:pt x="194051" y="241745"/>
                            <a:pt x="194242" y="241649"/>
                            <a:pt x="194337" y="241554"/>
                          </a:cubicBezTo>
                          <a:cubicBezTo>
                            <a:pt x="196528" y="239840"/>
                            <a:pt x="198718" y="238030"/>
                            <a:pt x="200909" y="236220"/>
                          </a:cubicBezTo>
                          <a:cubicBezTo>
                            <a:pt x="201576" y="235649"/>
                            <a:pt x="202338" y="234982"/>
                            <a:pt x="203005" y="234410"/>
                          </a:cubicBezTo>
                          <a:cubicBezTo>
                            <a:pt x="204529" y="233077"/>
                            <a:pt x="206148" y="231743"/>
                            <a:pt x="207672" y="230410"/>
                          </a:cubicBezTo>
                          <a:cubicBezTo>
                            <a:pt x="208434" y="229743"/>
                            <a:pt x="209291" y="228981"/>
                            <a:pt x="210053" y="228314"/>
                          </a:cubicBezTo>
                          <a:cubicBezTo>
                            <a:pt x="211577" y="226981"/>
                            <a:pt x="213006" y="225647"/>
                            <a:pt x="214435" y="224314"/>
                          </a:cubicBezTo>
                          <a:cubicBezTo>
                            <a:pt x="215197" y="223647"/>
                            <a:pt x="215863" y="222980"/>
                            <a:pt x="216625" y="222314"/>
                          </a:cubicBezTo>
                          <a:cubicBezTo>
                            <a:pt x="218340" y="220790"/>
                            <a:pt x="219959" y="219170"/>
                            <a:pt x="221674" y="217551"/>
                          </a:cubicBezTo>
                          <a:cubicBezTo>
                            <a:pt x="222150" y="217170"/>
                            <a:pt x="222531" y="216694"/>
                            <a:pt x="223007" y="216313"/>
                          </a:cubicBezTo>
                          <a:cubicBezTo>
                            <a:pt x="225103" y="214313"/>
                            <a:pt x="227103" y="212217"/>
                            <a:pt x="229103" y="210217"/>
                          </a:cubicBezTo>
                          <a:cubicBezTo>
                            <a:pt x="229675" y="209645"/>
                            <a:pt x="230246" y="209074"/>
                            <a:pt x="230818" y="208407"/>
                          </a:cubicBezTo>
                          <a:cubicBezTo>
                            <a:pt x="232246" y="206883"/>
                            <a:pt x="233675" y="205454"/>
                            <a:pt x="235104" y="203930"/>
                          </a:cubicBezTo>
                          <a:cubicBezTo>
                            <a:pt x="235961" y="203073"/>
                            <a:pt x="236723" y="202216"/>
                            <a:pt x="237485" y="201359"/>
                          </a:cubicBezTo>
                          <a:cubicBezTo>
                            <a:pt x="238628" y="200120"/>
                            <a:pt x="239771" y="198882"/>
                            <a:pt x="240914" y="197644"/>
                          </a:cubicBezTo>
                          <a:cubicBezTo>
                            <a:pt x="242057" y="196406"/>
                            <a:pt x="243105" y="195167"/>
                            <a:pt x="244153" y="193929"/>
                          </a:cubicBezTo>
                          <a:cubicBezTo>
                            <a:pt x="245105" y="192881"/>
                            <a:pt x="245962" y="191834"/>
                            <a:pt x="246915" y="190786"/>
                          </a:cubicBezTo>
                          <a:cubicBezTo>
                            <a:pt x="248725" y="188595"/>
                            <a:pt x="250534" y="186404"/>
                            <a:pt x="252344" y="184214"/>
                          </a:cubicBezTo>
                          <a:cubicBezTo>
                            <a:pt x="252725" y="183737"/>
                            <a:pt x="253201" y="183166"/>
                            <a:pt x="253582" y="182690"/>
                          </a:cubicBezTo>
                          <a:cubicBezTo>
                            <a:pt x="255868" y="179737"/>
                            <a:pt x="258154" y="176879"/>
                            <a:pt x="260345" y="173927"/>
                          </a:cubicBezTo>
                          <a:cubicBezTo>
                            <a:pt x="260917" y="173165"/>
                            <a:pt x="261488" y="172307"/>
                            <a:pt x="262060" y="171545"/>
                          </a:cubicBezTo>
                          <a:cubicBezTo>
                            <a:pt x="263774" y="169259"/>
                            <a:pt x="265393" y="166878"/>
                            <a:pt x="267013" y="164592"/>
                          </a:cubicBezTo>
                          <a:cubicBezTo>
                            <a:pt x="267775" y="163449"/>
                            <a:pt x="268632" y="162306"/>
                            <a:pt x="269394" y="161068"/>
                          </a:cubicBezTo>
                          <a:cubicBezTo>
                            <a:pt x="269394" y="161068"/>
                            <a:pt x="269489" y="160973"/>
                            <a:pt x="269489" y="160973"/>
                          </a:cubicBezTo>
                          <a:cubicBezTo>
                            <a:pt x="269775" y="160496"/>
                            <a:pt x="270061" y="160020"/>
                            <a:pt x="270346" y="159639"/>
                          </a:cubicBezTo>
                          <a:cubicBezTo>
                            <a:pt x="271775" y="157544"/>
                            <a:pt x="273204" y="155353"/>
                            <a:pt x="274537" y="153257"/>
                          </a:cubicBezTo>
                          <a:cubicBezTo>
                            <a:pt x="275109" y="152400"/>
                            <a:pt x="275585" y="151448"/>
                            <a:pt x="276157" y="150590"/>
                          </a:cubicBezTo>
                          <a:cubicBezTo>
                            <a:pt x="277204" y="148876"/>
                            <a:pt x="278252" y="147257"/>
                            <a:pt x="279205" y="145542"/>
                          </a:cubicBezTo>
                          <a:cubicBezTo>
                            <a:pt x="279776" y="144494"/>
                            <a:pt x="280348" y="143542"/>
                            <a:pt x="280919" y="142494"/>
                          </a:cubicBezTo>
                          <a:cubicBezTo>
                            <a:pt x="281776" y="140970"/>
                            <a:pt x="282729" y="139351"/>
                            <a:pt x="283586" y="137827"/>
                          </a:cubicBezTo>
                          <a:cubicBezTo>
                            <a:pt x="284158" y="136779"/>
                            <a:pt x="284729" y="135731"/>
                            <a:pt x="285301" y="134684"/>
                          </a:cubicBezTo>
                          <a:cubicBezTo>
                            <a:pt x="286063" y="133160"/>
                            <a:pt x="286920" y="131636"/>
                            <a:pt x="287682" y="130112"/>
                          </a:cubicBezTo>
                          <a:cubicBezTo>
                            <a:pt x="288158" y="129064"/>
                            <a:pt x="288730" y="128016"/>
                            <a:pt x="289206" y="126968"/>
                          </a:cubicBezTo>
                          <a:cubicBezTo>
                            <a:pt x="289968" y="125349"/>
                            <a:pt x="290730" y="123730"/>
                            <a:pt x="291492" y="122111"/>
                          </a:cubicBezTo>
                          <a:cubicBezTo>
                            <a:pt x="291968" y="121158"/>
                            <a:pt x="292349" y="120206"/>
                            <a:pt x="292825" y="119253"/>
                          </a:cubicBezTo>
                          <a:cubicBezTo>
                            <a:pt x="293587" y="117443"/>
                            <a:pt x="294349" y="115634"/>
                            <a:pt x="295111" y="113824"/>
                          </a:cubicBezTo>
                          <a:cubicBezTo>
                            <a:pt x="295397" y="113062"/>
                            <a:pt x="295778" y="112300"/>
                            <a:pt x="296064" y="111633"/>
                          </a:cubicBezTo>
                          <a:cubicBezTo>
                            <a:pt x="296350" y="110871"/>
                            <a:pt x="296635" y="110109"/>
                            <a:pt x="296921" y="109347"/>
                          </a:cubicBezTo>
                          <a:cubicBezTo>
                            <a:pt x="297493" y="107918"/>
                            <a:pt x="298064" y="106490"/>
                            <a:pt x="298540" y="104966"/>
                          </a:cubicBezTo>
                          <a:cubicBezTo>
                            <a:pt x="298826" y="104108"/>
                            <a:pt x="299112" y="103251"/>
                            <a:pt x="299398" y="102394"/>
                          </a:cubicBezTo>
                          <a:cubicBezTo>
                            <a:pt x="299779" y="101156"/>
                            <a:pt x="300160" y="100013"/>
                            <a:pt x="300541" y="98774"/>
                          </a:cubicBezTo>
                          <a:cubicBezTo>
                            <a:pt x="301493" y="95822"/>
                            <a:pt x="302255" y="92964"/>
                            <a:pt x="303017" y="90107"/>
                          </a:cubicBezTo>
                          <a:cubicBezTo>
                            <a:pt x="303208" y="89440"/>
                            <a:pt x="303303" y="88868"/>
                            <a:pt x="303493" y="88202"/>
                          </a:cubicBezTo>
                          <a:cubicBezTo>
                            <a:pt x="303970" y="86297"/>
                            <a:pt x="304351" y="84296"/>
                            <a:pt x="304732" y="82487"/>
                          </a:cubicBezTo>
                          <a:cubicBezTo>
                            <a:pt x="304922" y="81629"/>
                            <a:pt x="305113" y="80677"/>
                            <a:pt x="305208" y="79820"/>
                          </a:cubicBezTo>
                          <a:cubicBezTo>
                            <a:pt x="305494" y="78391"/>
                            <a:pt x="305684" y="76962"/>
                            <a:pt x="305875" y="75533"/>
                          </a:cubicBezTo>
                          <a:cubicBezTo>
                            <a:pt x="305970" y="74581"/>
                            <a:pt x="306160" y="73628"/>
                            <a:pt x="306256" y="72676"/>
                          </a:cubicBezTo>
                          <a:cubicBezTo>
                            <a:pt x="306351" y="71533"/>
                            <a:pt x="306446" y="70485"/>
                            <a:pt x="306541" y="69437"/>
                          </a:cubicBezTo>
                          <a:cubicBezTo>
                            <a:pt x="306637" y="68390"/>
                            <a:pt x="306732" y="67437"/>
                            <a:pt x="306732" y="66389"/>
                          </a:cubicBezTo>
                          <a:cubicBezTo>
                            <a:pt x="306827" y="65437"/>
                            <a:pt x="306827" y="64389"/>
                            <a:pt x="306827" y="63437"/>
                          </a:cubicBezTo>
                          <a:cubicBezTo>
                            <a:pt x="306827" y="62389"/>
                            <a:pt x="306827" y="61341"/>
                            <a:pt x="306827" y="60293"/>
                          </a:cubicBezTo>
                          <a:cubicBezTo>
                            <a:pt x="306827" y="59436"/>
                            <a:pt x="306827" y="58579"/>
                            <a:pt x="306732" y="57722"/>
                          </a:cubicBezTo>
                          <a:cubicBezTo>
                            <a:pt x="306732" y="56674"/>
                            <a:pt x="306637" y="55626"/>
                            <a:pt x="306541" y="54578"/>
                          </a:cubicBezTo>
                          <a:cubicBezTo>
                            <a:pt x="306446" y="53816"/>
                            <a:pt x="306446" y="53054"/>
                            <a:pt x="306351" y="52197"/>
                          </a:cubicBezTo>
                          <a:cubicBezTo>
                            <a:pt x="306256" y="51149"/>
                            <a:pt x="306065" y="50102"/>
                            <a:pt x="305970" y="49054"/>
                          </a:cubicBezTo>
                          <a:cubicBezTo>
                            <a:pt x="305875" y="48292"/>
                            <a:pt x="305779" y="47625"/>
                            <a:pt x="305684" y="46863"/>
                          </a:cubicBezTo>
                          <a:cubicBezTo>
                            <a:pt x="305494" y="45720"/>
                            <a:pt x="305303" y="44672"/>
                            <a:pt x="305017" y="43625"/>
                          </a:cubicBezTo>
                          <a:cubicBezTo>
                            <a:pt x="304922" y="43053"/>
                            <a:pt x="304732" y="42386"/>
                            <a:pt x="304636" y="41815"/>
                          </a:cubicBezTo>
                          <a:cubicBezTo>
                            <a:pt x="304446" y="40862"/>
                            <a:pt x="304160" y="40005"/>
                            <a:pt x="303874" y="39148"/>
                          </a:cubicBezTo>
                          <a:cubicBezTo>
                            <a:pt x="303684" y="38481"/>
                            <a:pt x="303493" y="37719"/>
                            <a:pt x="303303" y="37052"/>
                          </a:cubicBezTo>
                          <a:cubicBezTo>
                            <a:pt x="302731" y="35433"/>
                            <a:pt x="302160" y="33814"/>
                            <a:pt x="301493" y="32290"/>
                          </a:cubicBezTo>
                          <a:cubicBezTo>
                            <a:pt x="301398" y="32099"/>
                            <a:pt x="301303" y="31909"/>
                            <a:pt x="301207" y="31718"/>
                          </a:cubicBezTo>
                          <a:cubicBezTo>
                            <a:pt x="300636" y="30385"/>
                            <a:pt x="299969" y="29147"/>
                            <a:pt x="299398" y="28004"/>
                          </a:cubicBezTo>
                          <a:cubicBezTo>
                            <a:pt x="299207" y="27623"/>
                            <a:pt x="298921" y="27242"/>
                            <a:pt x="298731" y="26861"/>
                          </a:cubicBezTo>
                          <a:cubicBezTo>
                            <a:pt x="298159" y="25908"/>
                            <a:pt x="297588" y="24860"/>
                            <a:pt x="296921" y="24003"/>
                          </a:cubicBezTo>
                          <a:cubicBezTo>
                            <a:pt x="296540" y="23432"/>
                            <a:pt x="296159" y="22955"/>
                            <a:pt x="295778" y="22384"/>
                          </a:cubicBezTo>
                          <a:cubicBezTo>
                            <a:pt x="295207" y="21622"/>
                            <a:pt x="294730" y="20955"/>
                            <a:pt x="294159" y="20193"/>
                          </a:cubicBezTo>
                          <a:cubicBezTo>
                            <a:pt x="293683" y="19622"/>
                            <a:pt x="293206" y="19050"/>
                            <a:pt x="292730" y="18479"/>
                          </a:cubicBezTo>
                          <a:cubicBezTo>
                            <a:pt x="292159" y="17812"/>
                            <a:pt x="291587" y="17240"/>
                            <a:pt x="291016" y="16574"/>
                          </a:cubicBezTo>
                          <a:cubicBezTo>
                            <a:pt x="290539" y="16097"/>
                            <a:pt x="289968" y="15526"/>
                            <a:pt x="289396" y="15050"/>
                          </a:cubicBezTo>
                          <a:cubicBezTo>
                            <a:pt x="288825" y="14478"/>
                            <a:pt x="288158" y="13907"/>
                            <a:pt x="287491" y="13430"/>
                          </a:cubicBezTo>
                          <a:cubicBezTo>
                            <a:pt x="286920" y="12954"/>
                            <a:pt x="286348" y="12478"/>
                            <a:pt x="285777" y="12097"/>
                          </a:cubicBezTo>
                          <a:cubicBezTo>
                            <a:pt x="285110" y="11621"/>
                            <a:pt x="284443" y="11049"/>
                            <a:pt x="283777" y="10668"/>
                          </a:cubicBezTo>
                          <a:cubicBezTo>
                            <a:pt x="283205" y="10287"/>
                            <a:pt x="282538" y="9811"/>
                            <a:pt x="281872" y="9430"/>
                          </a:cubicBezTo>
                          <a:cubicBezTo>
                            <a:pt x="281110" y="8954"/>
                            <a:pt x="280443" y="8573"/>
                            <a:pt x="279681" y="8096"/>
                          </a:cubicBezTo>
                          <a:cubicBezTo>
                            <a:pt x="279014" y="7715"/>
                            <a:pt x="278347" y="7334"/>
                            <a:pt x="277681" y="7049"/>
                          </a:cubicBezTo>
                          <a:cubicBezTo>
                            <a:pt x="276919" y="6668"/>
                            <a:pt x="276157" y="6287"/>
                            <a:pt x="275395" y="5906"/>
                          </a:cubicBezTo>
                          <a:cubicBezTo>
                            <a:pt x="274728" y="5620"/>
                            <a:pt x="273966" y="5334"/>
                            <a:pt x="273299" y="5048"/>
                          </a:cubicBezTo>
                          <a:cubicBezTo>
                            <a:pt x="272442" y="4763"/>
                            <a:pt x="271680" y="4382"/>
                            <a:pt x="270823" y="4096"/>
                          </a:cubicBezTo>
                          <a:cubicBezTo>
                            <a:pt x="270061" y="3810"/>
                            <a:pt x="269394" y="3620"/>
                            <a:pt x="268632" y="3334"/>
                          </a:cubicBezTo>
                          <a:cubicBezTo>
                            <a:pt x="267775" y="3048"/>
                            <a:pt x="266917" y="2858"/>
                            <a:pt x="265965" y="2572"/>
                          </a:cubicBezTo>
                          <a:cubicBezTo>
                            <a:pt x="265203" y="2381"/>
                            <a:pt x="264441" y="2191"/>
                            <a:pt x="263679" y="2000"/>
                          </a:cubicBezTo>
                          <a:cubicBezTo>
                            <a:pt x="262726" y="1810"/>
                            <a:pt x="261869" y="1619"/>
                            <a:pt x="260917" y="1429"/>
                          </a:cubicBezTo>
                          <a:cubicBezTo>
                            <a:pt x="260155" y="1238"/>
                            <a:pt x="259297" y="1143"/>
                            <a:pt x="258535" y="953"/>
                          </a:cubicBezTo>
                          <a:cubicBezTo>
                            <a:pt x="257583" y="762"/>
                            <a:pt x="256630" y="667"/>
                            <a:pt x="255678" y="572"/>
                          </a:cubicBezTo>
                          <a:cubicBezTo>
                            <a:pt x="254821" y="476"/>
                            <a:pt x="254059" y="381"/>
                            <a:pt x="253201" y="286"/>
                          </a:cubicBezTo>
                          <a:cubicBezTo>
                            <a:pt x="252249" y="191"/>
                            <a:pt x="251201" y="95"/>
                            <a:pt x="250153" y="95"/>
                          </a:cubicBezTo>
                          <a:cubicBezTo>
                            <a:pt x="249296" y="0"/>
                            <a:pt x="248439" y="0"/>
                            <a:pt x="247582" y="0"/>
                          </a:cubicBezTo>
                          <a:cubicBezTo>
                            <a:pt x="246534" y="0"/>
                            <a:pt x="245486" y="0"/>
                            <a:pt x="244438" y="0"/>
                          </a:cubicBezTo>
                          <a:cubicBezTo>
                            <a:pt x="243581" y="0"/>
                            <a:pt x="242724" y="0"/>
                            <a:pt x="241771" y="0"/>
                          </a:cubicBezTo>
                          <a:cubicBezTo>
                            <a:pt x="240628" y="0"/>
                            <a:pt x="239581" y="95"/>
                            <a:pt x="238438" y="191"/>
                          </a:cubicBezTo>
                          <a:cubicBezTo>
                            <a:pt x="237580" y="286"/>
                            <a:pt x="236723" y="286"/>
                            <a:pt x="235771" y="381"/>
                          </a:cubicBezTo>
                          <a:cubicBezTo>
                            <a:pt x="234628" y="476"/>
                            <a:pt x="233389" y="572"/>
                            <a:pt x="232246" y="762"/>
                          </a:cubicBezTo>
                          <a:cubicBezTo>
                            <a:pt x="231389" y="857"/>
                            <a:pt x="230532" y="953"/>
                            <a:pt x="229579" y="1048"/>
                          </a:cubicBezTo>
                          <a:cubicBezTo>
                            <a:pt x="228341" y="1238"/>
                            <a:pt x="227008" y="1429"/>
                            <a:pt x="225769" y="1619"/>
                          </a:cubicBezTo>
                          <a:cubicBezTo>
                            <a:pt x="225293" y="1715"/>
                            <a:pt x="224722" y="1810"/>
                            <a:pt x="224245" y="1810"/>
                          </a:cubicBezTo>
                          <a:cubicBezTo>
                            <a:pt x="223960" y="1905"/>
                            <a:pt x="223579" y="1905"/>
                            <a:pt x="223293" y="2000"/>
                          </a:cubicBezTo>
                          <a:cubicBezTo>
                            <a:pt x="221864" y="2286"/>
                            <a:pt x="220435" y="2572"/>
                            <a:pt x="219007" y="2858"/>
                          </a:cubicBezTo>
                          <a:cubicBezTo>
                            <a:pt x="218340" y="3048"/>
                            <a:pt x="217673" y="3143"/>
                            <a:pt x="216911" y="3239"/>
                          </a:cubicBezTo>
                          <a:cubicBezTo>
                            <a:pt x="216530" y="3334"/>
                            <a:pt x="216054" y="3429"/>
                            <a:pt x="215673" y="3524"/>
                          </a:cubicBezTo>
                          <a:cubicBezTo>
                            <a:pt x="213958" y="3905"/>
                            <a:pt x="212149" y="4382"/>
                            <a:pt x="210339" y="4763"/>
                          </a:cubicBezTo>
                          <a:cubicBezTo>
                            <a:pt x="210244" y="4763"/>
                            <a:pt x="210148" y="4858"/>
                            <a:pt x="210053" y="4858"/>
                          </a:cubicBezTo>
                          <a:cubicBezTo>
                            <a:pt x="210053" y="4858"/>
                            <a:pt x="210053" y="4858"/>
                            <a:pt x="210053" y="4858"/>
                          </a:cubicBezTo>
                          <a:cubicBezTo>
                            <a:pt x="207958" y="5429"/>
                            <a:pt x="205957" y="6001"/>
                            <a:pt x="203862" y="6668"/>
                          </a:cubicBezTo>
                          <a:cubicBezTo>
                            <a:pt x="202909" y="6953"/>
                            <a:pt x="202052" y="7239"/>
                            <a:pt x="201100" y="7525"/>
                          </a:cubicBezTo>
                          <a:cubicBezTo>
                            <a:pt x="199861" y="7906"/>
                            <a:pt x="198528" y="8382"/>
                            <a:pt x="197290" y="8763"/>
                          </a:cubicBezTo>
                          <a:cubicBezTo>
                            <a:pt x="197194" y="8763"/>
                            <a:pt x="197099" y="8858"/>
                            <a:pt x="197004" y="8858"/>
                          </a:cubicBezTo>
                          <a:cubicBezTo>
                            <a:pt x="193861" y="9906"/>
                            <a:pt x="190622" y="11144"/>
                            <a:pt x="187384" y="12478"/>
                          </a:cubicBezTo>
                          <a:cubicBezTo>
                            <a:pt x="187098" y="12573"/>
                            <a:pt x="186812" y="12764"/>
                            <a:pt x="186431" y="12859"/>
                          </a:cubicBezTo>
                          <a:cubicBezTo>
                            <a:pt x="185860" y="13145"/>
                            <a:pt x="185193" y="13335"/>
                            <a:pt x="184621" y="13621"/>
                          </a:cubicBezTo>
                          <a:cubicBezTo>
                            <a:pt x="183097" y="14288"/>
                            <a:pt x="181478" y="14954"/>
                            <a:pt x="179954" y="15621"/>
                          </a:cubicBezTo>
                          <a:cubicBezTo>
                            <a:pt x="175954" y="17431"/>
                            <a:pt x="171858" y="19336"/>
                            <a:pt x="167762" y="21336"/>
                          </a:cubicBezTo>
                          <a:cubicBezTo>
                            <a:pt x="167762" y="21336"/>
                            <a:pt x="167762" y="21336"/>
                            <a:pt x="167762" y="21336"/>
                          </a:cubicBezTo>
                          <a:cubicBezTo>
                            <a:pt x="166143" y="21527"/>
                            <a:pt x="164809" y="22289"/>
                            <a:pt x="163476" y="22955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5B000">
                            <a:alpha val="100000"/>
                          </a:srgbClr>
                        </a:gs>
                        <a:gs pos="99910">
                          <a:srgbClr val="CD8A00">
                            <a:alpha val="100000"/>
                          </a:srgbClr>
                        </a:gs>
                      </a:gsLst>
                      <a:lin ang="1896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0" name="AutoShape 120"/>
                    <p:cNvSpPr/>
                    <p:nvPr/>
                  </p:nvSpPr>
                  <p:spPr>
                    <a:xfrm>
                      <a:off x="6747129" y="4118609"/>
                      <a:ext cx="415956" cy="40062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5956" h="400621">
                          <a:moveTo>
                            <a:pt x="410909" y="126587"/>
                          </a:moveTo>
                          <a:cubicBezTo>
                            <a:pt x="411004" y="126302"/>
                            <a:pt x="411004" y="126016"/>
                            <a:pt x="411099" y="125730"/>
                          </a:cubicBezTo>
                          <a:cubicBezTo>
                            <a:pt x="411289" y="125063"/>
                            <a:pt x="411385" y="124492"/>
                            <a:pt x="411575" y="123825"/>
                          </a:cubicBezTo>
                          <a:cubicBezTo>
                            <a:pt x="412147" y="121253"/>
                            <a:pt x="412718" y="118777"/>
                            <a:pt x="413195" y="116300"/>
                          </a:cubicBezTo>
                          <a:cubicBezTo>
                            <a:pt x="413290" y="115824"/>
                            <a:pt x="413385" y="115253"/>
                            <a:pt x="413480" y="114776"/>
                          </a:cubicBezTo>
                          <a:cubicBezTo>
                            <a:pt x="413575" y="114110"/>
                            <a:pt x="413766" y="113443"/>
                            <a:pt x="413861" y="112776"/>
                          </a:cubicBezTo>
                          <a:cubicBezTo>
                            <a:pt x="414147" y="110871"/>
                            <a:pt x="414433" y="109061"/>
                            <a:pt x="414718" y="107156"/>
                          </a:cubicBezTo>
                          <a:cubicBezTo>
                            <a:pt x="414814" y="106490"/>
                            <a:pt x="414909" y="105728"/>
                            <a:pt x="415004" y="105061"/>
                          </a:cubicBezTo>
                          <a:cubicBezTo>
                            <a:pt x="415100" y="104489"/>
                            <a:pt x="415195" y="104013"/>
                            <a:pt x="415195" y="103442"/>
                          </a:cubicBezTo>
                          <a:cubicBezTo>
                            <a:pt x="415385" y="102013"/>
                            <a:pt x="415480" y="100584"/>
                            <a:pt x="415576" y="99155"/>
                          </a:cubicBezTo>
                          <a:cubicBezTo>
                            <a:pt x="415671" y="98298"/>
                            <a:pt x="415671" y="97536"/>
                            <a:pt x="415766" y="96679"/>
                          </a:cubicBezTo>
                          <a:cubicBezTo>
                            <a:pt x="415766" y="96203"/>
                            <a:pt x="415862" y="95631"/>
                            <a:pt x="415862" y="95155"/>
                          </a:cubicBezTo>
                          <a:cubicBezTo>
                            <a:pt x="415957" y="93821"/>
                            <a:pt x="415957" y="92583"/>
                            <a:pt x="415957" y="91250"/>
                          </a:cubicBezTo>
                          <a:cubicBezTo>
                            <a:pt x="415957" y="90392"/>
                            <a:pt x="415957" y="89630"/>
                            <a:pt x="415957" y="88773"/>
                          </a:cubicBezTo>
                          <a:cubicBezTo>
                            <a:pt x="415957" y="88202"/>
                            <a:pt x="415957" y="87725"/>
                            <a:pt x="415957" y="87154"/>
                          </a:cubicBezTo>
                          <a:cubicBezTo>
                            <a:pt x="415957" y="86011"/>
                            <a:pt x="415957" y="84868"/>
                            <a:pt x="415862" y="83725"/>
                          </a:cubicBezTo>
                          <a:cubicBezTo>
                            <a:pt x="415862" y="82963"/>
                            <a:pt x="415766" y="82201"/>
                            <a:pt x="415766" y="81439"/>
                          </a:cubicBezTo>
                          <a:cubicBezTo>
                            <a:pt x="415766" y="80772"/>
                            <a:pt x="415671" y="80201"/>
                            <a:pt x="415671" y="79534"/>
                          </a:cubicBezTo>
                          <a:cubicBezTo>
                            <a:pt x="415576" y="78486"/>
                            <a:pt x="415480" y="77438"/>
                            <a:pt x="415385" y="76486"/>
                          </a:cubicBezTo>
                          <a:cubicBezTo>
                            <a:pt x="415290" y="75819"/>
                            <a:pt x="415195" y="75248"/>
                            <a:pt x="415195" y="74581"/>
                          </a:cubicBezTo>
                          <a:cubicBezTo>
                            <a:pt x="415100" y="73819"/>
                            <a:pt x="415004" y="73057"/>
                            <a:pt x="414909" y="72295"/>
                          </a:cubicBezTo>
                          <a:cubicBezTo>
                            <a:pt x="414814" y="71342"/>
                            <a:pt x="414623" y="70390"/>
                            <a:pt x="414433" y="69437"/>
                          </a:cubicBezTo>
                          <a:cubicBezTo>
                            <a:pt x="414338" y="68961"/>
                            <a:pt x="414242" y="68485"/>
                            <a:pt x="414147" y="68104"/>
                          </a:cubicBezTo>
                          <a:cubicBezTo>
                            <a:pt x="413957" y="67151"/>
                            <a:pt x="413766" y="66104"/>
                            <a:pt x="413575" y="65151"/>
                          </a:cubicBezTo>
                          <a:cubicBezTo>
                            <a:pt x="413385" y="64389"/>
                            <a:pt x="413195" y="63532"/>
                            <a:pt x="413004" y="62770"/>
                          </a:cubicBezTo>
                          <a:cubicBezTo>
                            <a:pt x="412909" y="62484"/>
                            <a:pt x="412813" y="62198"/>
                            <a:pt x="412813" y="62008"/>
                          </a:cubicBezTo>
                          <a:cubicBezTo>
                            <a:pt x="412337" y="60198"/>
                            <a:pt x="411861" y="58293"/>
                            <a:pt x="411194" y="56579"/>
                          </a:cubicBezTo>
                          <a:cubicBezTo>
                            <a:pt x="411099" y="56483"/>
                            <a:pt x="411099" y="56293"/>
                            <a:pt x="411004" y="56198"/>
                          </a:cubicBezTo>
                          <a:cubicBezTo>
                            <a:pt x="410337" y="54197"/>
                            <a:pt x="409575" y="52292"/>
                            <a:pt x="408718" y="50483"/>
                          </a:cubicBezTo>
                          <a:cubicBezTo>
                            <a:pt x="408622" y="50292"/>
                            <a:pt x="408527" y="50006"/>
                            <a:pt x="408432" y="49816"/>
                          </a:cubicBezTo>
                          <a:cubicBezTo>
                            <a:pt x="408146" y="49244"/>
                            <a:pt x="407860" y="48578"/>
                            <a:pt x="407575" y="48006"/>
                          </a:cubicBezTo>
                          <a:cubicBezTo>
                            <a:pt x="407099" y="46958"/>
                            <a:pt x="406527" y="46006"/>
                            <a:pt x="406051" y="45053"/>
                          </a:cubicBezTo>
                          <a:cubicBezTo>
                            <a:pt x="405765" y="44577"/>
                            <a:pt x="405575" y="44006"/>
                            <a:pt x="405289" y="43529"/>
                          </a:cubicBezTo>
                          <a:cubicBezTo>
                            <a:pt x="404908" y="42863"/>
                            <a:pt x="404527" y="42196"/>
                            <a:pt x="404146" y="41529"/>
                          </a:cubicBezTo>
                          <a:cubicBezTo>
                            <a:pt x="403765" y="40958"/>
                            <a:pt x="403384" y="40386"/>
                            <a:pt x="403003" y="39815"/>
                          </a:cubicBezTo>
                          <a:cubicBezTo>
                            <a:pt x="402431" y="38957"/>
                            <a:pt x="401955" y="38195"/>
                            <a:pt x="401384" y="37338"/>
                          </a:cubicBezTo>
                          <a:cubicBezTo>
                            <a:pt x="401003" y="36862"/>
                            <a:pt x="400621" y="36290"/>
                            <a:pt x="400241" y="35814"/>
                          </a:cubicBezTo>
                          <a:cubicBezTo>
                            <a:pt x="399955" y="35433"/>
                            <a:pt x="399574" y="35052"/>
                            <a:pt x="399288" y="34671"/>
                          </a:cubicBezTo>
                          <a:lnTo>
                            <a:pt x="366236" y="0"/>
                          </a:lnTo>
                          <a:cubicBezTo>
                            <a:pt x="366332" y="191"/>
                            <a:pt x="366427" y="286"/>
                            <a:pt x="366617" y="476"/>
                          </a:cubicBezTo>
                          <a:cubicBezTo>
                            <a:pt x="366998" y="953"/>
                            <a:pt x="367284" y="1429"/>
                            <a:pt x="367665" y="1905"/>
                          </a:cubicBezTo>
                          <a:cubicBezTo>
                            <a:pt x="368141" y="2572"/>
                            <a:pt x="368713" y="3334"/>
                            <a:pt x="369189" y="4096"/>
                          </a:cubicBezTo>
                          <a:cubicBezTo>
                            <a:pt x="369380" y="4382"/>
                            <a:pt x="369570" y="4667"/>
                            <a:pt x="369760" y="4953"/>
                          </a:cubicBezTo>
                          <a:cubicBezTo>
                            <a:pt x="370046" y="5334"/>
                            <a:pt x="370237" y="5810"/>
                            <a:pt x="370522" y="6287"/>
                          </a:cubicBezTo>
                          <a:cubicBezTo>
                            <a:pt x="370904" y="6858"/>
                            <a:pt x="371189" y="7429"/>
                            <a:pt x="371570" y="8001"/>
                          </a:cubicBezTo>
                          <a:cubicBezTo>
                            <a:pt x="371856" y="8477"/>
                            <a:pt x="372142" y="9049"/>
                            <a:pt x="372428" y="9525"/>
                          </a:cubicBezTo>
                          <a:cubicBezTo>
                            <a:pt x="372523" y="9716"/>
                            <a:pt x="372713" y="9906"/>
                            <a:pt x="372809" y="10097"/>
                          </a:cubicBezTo>
                          <a:cubicBezTo>
                            <a:pt x="373285" y="10954"/>
                            <a:pt x="373666" y="11906"/>
                            <a:pt x="374047" y="12764"/>
                          </a:cubicBezTo>
                          <a:cubicBezTo>
                            <a:pt x="374333" y="13335"/>
                            <a:pt x="374618" y="13811"/>
                            <a:pt x="374809" y="14383"/>
                          </a:cubicBezTo>
                          <a:cubicBezTo>
                            <a:pt x="374904" y="14669"/>
                            <a:pt x="374999" y="14859"/>
                            <a:pt x="375190" y="15145"/>
                          </a:cubicBezTo>
                          <a:cubicBezTo>
                            <a:pt x="375190" y="15240"/>
                            <a:pt x="375285" y="15335"/>
                            <a:pt x="375285" y="15431"/>
                          </a:cubicBezTo>
                          <a:cubicBezTo>
                            <a:pt x="376047" y="17240"/>
                            <a:pt x="376809" y="19145"/>
                            <a:pt x="377476" y="21050"/>
                          </a:cubicBezTo>
                          <a:cubicBezTo>
                            <a:pt x="377476" y="21146"/>
                            <a:pt x="377571" y="21336"/>
                            <a:pt x="377571" y="21431"/>
                          </a:cubicBezTo>
                          <a:cubicBezTo>
                            <a:pt x="378142" y="23241"/>
                            <a:pt x="378714" y="25051"/>
                            <a:pt x="379190" y="26956"/>
                          </a:cubicBezTo>
                          <a:cubicBezTo>
                            <a:pt x="379285" y="27242"/>
                            <a:pt x="379285" y="27432"/>
                            <a:pt x="379381" y="27718"/>
                          </a:cubicBezTo>
                          <a:cubicBezTo>
                            <a:pt x="379571" y="28480"/>
                            <a:pt x="379762" y="29337"/>
                            <a:pt x="379952" y="30099"/>
                          </a:cubicBezTo>
                          <a:cubicBezTo>
                            <a:pt x="380143" y="31147"/>
                            <a:pt x="380429" y="32099"/>
                            <a:pt x="380619" y="33147"/>
                          </a:cubicBezTo>
                          <a:cubicBezTo>
                            <a:pt x="380714" y="33528"/>
                            <a:pt x="380714" y="34004"/>
                            <a:pt x="380809" y="34385"/>
                          </a:cubicBezTo>
                          <a:cubicBezTo>
                            <a:pt x="381000" y="35338"/>
                            <a:pt x="381095" y="36290"/>
                            <a:pt x="381286" y="37243"/>
                          </a:cubicBezTo>
                          <a:cubicBezTo>
                            <a:pt x="381381" y="38005"/>
                            <a:pt x="381571" y="38767"/>
                            <a:pt x="381667" y="39624"/>
                          </a:cubicBezTo>
                          <a:cubicBezTo>
                            <a:pt x="381762" y="40196"/>
                            <a:pt x="381762" y="40862"/>
                            <a:pt x="381857" y="41434"/>
                          </a:cubicBezTo>
                          <a:cubicBezTo>
                            <a:pt x="381953" y="42482"/>
                            <a:pt x="382048" y="43434"/>
                            <a:pt x="382143" y="44482"/>
                          </a:cubicBezTo>
                          <a:cubicBezTo>
                            <a:pt x="382238" y="45149"/>
                            <a:pt x="382238" y="45815"/>
                            <a:pt x="382334" y="46387"/>
                          </a:cubicBezTo>
                          <a:cubicBezTo>
                            <a:pt x="382334" y="47149"/>
                            <a:pt x="382334" y="47911"/>
                            <a:pt x="382429" y="48578"/>
                          </a:cubicBezTo>
                          <a:cubicBezTo>
                            <a:pt x="382429" y="49721"/>
                            <a:pt x="382524" y="50864"/>
                            <a:pt x="382524" y="52007"/>
                          </a:cubicBezTo>
                          <a:cubicBezTo>
                            <a:pt x="382524" y="52578"/>
                            <a:pt x="382524" y="53150"/>
                            <a:pt x="382524" y="53721"/>
                          </a:cubicBezTo>
                          <a:cubicBezTo>
                            <a:pt x="382524" y="54483"/>
                            <a:pt x="382429" y="55340"/>
                            <a:pt x="382429" y="56102"/>
                          </a:cubicBezTo>
                          <a:cubicBezTo>
                            <a:pt x="382429" y="57436"/>
                            <a:pt x="382334" y="58674"/>
                            <a:pt x="382238" y="60008"/>
                          </a:cubicBezTo>
                          <a:cubicBezTo>
                            <a:pt x="382238" y="60579"/>
                            <a:pt x="382238" y="61055"/>
                            <a:pt x="382143" y="61627"/>
                          </a:cubicBezTo>
                          <a:cubicBezTo>
                            <a:pt x="382048" y="62389"/>
                            <a:pt x="381953" y="63246"/>
                            <a:pt x="381953" y="64008"/>
                          </a:cubicBezTo>
                          <a:cubicBezTo>
                            <a:pt x="381857" y="65437"/>
                            <a:pt x="381667" y="66866"/>
                            <a:pt x="381571" y="68294"/>
                          </a:cubicBezTo>
                          <a:cubicBezTo>
                            <a:pt x="381476" y="68866"/>
                            <a:pt x="381476" y="69437"/>
                            <a:pt x="381381" y="70009"/>
                          </a:cubicBezTo>
                          <a:cubicBezTo>
                            <a:pt x="381286" y="70676"/>
                            <a:pt x="381191" y="71438"/>
                            <a:pt x="381095" y="72104"/>
                          </a:cubicBezTo>
                          <a:cubicBezTo>
                            <a:pt x="380809" y="73914"/>
                            <a:pt x="380524" y="75819"/>
                            <a:pt x="380238" y="77724"/>
                          </a:cubicBezTo>
                          <a:cubicBezTo>
                            <a:pt x="380143" y="78391"/>
                            <a:pt x="380047" y="79058"/>
                            <a:pt x="379952" y="79724"/>
                          </a:cubicBezTo>
                          <a:cubicBezTo>
                            <a:pt x="379857" y="80201"/>
                            <a:pt x="379762" y="80772"/>
                            <a:pt x="379667" y="81248"/>
                          </a:cubicBezTo>
                          <a:cubicBezTo>
                            <a:pt x="379190" y="83725"/>
                            <a:pt x="378619" y="86297"/>
                            <a:pt x="378047" y="88773"/>
                          </a:cubicBezTo>
                          <a:cubicBezTo>
                            <a:pt x="378047" y="88868"/>
                            <a:pt x="378047" y="88964"/>
                            <a:pt x="377952" y="89059"/>
                          </a:cubicBezTo>
                          <a:cubicBezTo>
                            <a:pt x="377857" y="89630"/>
                            <a:pt x="377762" y="90202"/>
                            <a:pt x="377571" y="90773"/>
                          </a:cubicBezTo>
                          <a:cubicBezTo>
                            <a:pt x="377476" y="91059"/>
                            <a:pt x="377380" y="91345"/>
                            <a:pt x="377380" y="91535"/>
                          </a:cubicBezTo>
                          <a:cubicBezTo>
                            <a:pt x="377190" y="92202"/>
                            <a:pt x="377000" y="92774"/>
                            <a:pt x="376904" y="93440"/>
                          </a:cubicBezTo>
                          <a:cubicBezTo>
                            <a:pt x="376618" y="94488"/>
                            <a:pt x="376333" y="95536"/>
                            <a:pt x="376047" y="96679"/>
                          </a:cubicBezTo>
                          <a:cubicBezTo>
                            <a:pt x="375761" y="97631"/>
                            <a:pt x="375475" y="98584"/>
                            <a:pt x="375190" y="99632"/>
                          </a:cubicBezTo>
                          <a:cubicBezTo>
                            <a:pt x="374999" y="100394"/>
                            <a:pt x="374713" y="101251"/>
                            <a:pt x="374428" y="102013"/>
                          </a:cubicBezTo>
                          <a:cubicBezTo>
                            <a:pt x="374237" y="102584"/>
                            <a:pt x="374047" y="103156"/>
                            <a:pt x="373951" y="103727"/>
                          </a:cubicBezTo>
                          <a:cubicBezTo>
                            <a:pt x="373666" y="104585"/>
                            <a:pt x="373380" y="105442"/>
                            <a:pt x="373094" y="106299"/>
                          </a:cubicBezTo>
                          <a:cubicBezTo>
                            <a:pt x="372999" y="106680"/>
                            <a:pt x="372809" y="107061"/>
                            <a:pt x="372713" y="107442"/>
                          </a:cubicBezTo>
                          <a:cubicBezTo>
                            <a:pt x="372332" y="108585"/>
                            <a:pt x="371951" y="109728"/>
                            <a:pt x="371570" y="110871"/>
                          </a:cubicBezTo>
                          <a:cubicBezTo>
                            <a:pt x="371475" y="111252"/>
                            <a:pt x="371284" y="111633"/>
                            <a:pt x="371189" y="112014"/>
                          </a:cubicBezTo>
                          <a:cubicBezTo>
                            <a:pt x="370618" y="113538"/>
                            <a:pt x="370046" y="115062"/>
                            <a:pt x="369475" y="116586"/>
                          </a:cubicBezTo>
                          <a:cubicBezTo>
                            <a:pt x="369094" y="117539"/>
                            <a:pt x="368713" y="118586"/>
                            <a:pt x="368332" y="119539"/>
                          </a:cubicBezTo>
                          <a:cubicBezTo>
                            <a:pt x="368237" y="119729"/>
                            <a:pt x="368237" y="119920"/>
                            <a:pt x="368141" y="120110"/>
                          </a:cubicBezTo>
                          <a:cubicBezTo>
                            <a:pt x="367855" y="120872"/>
                            <a:pt x="367475" y="121729"/>
                            <a:pt x="367093" y="122492"/>
                          </a:cubicBezTo>
                          <a:cubicBezTo>
                            <a:pt x="366141" y="124873"/>
                            <a:pt x="365188" y="127254"/>
                            <a:pt x="364141" y="129635"/>
                          </a:cubicBezTo>
                          <a:cubicBezTo>
                            <a:pt x="363569" y="130874"/>
                            <a:pt x="362998" y="132112"/>
                            <a:pt x="362426" y="133445"/>
                          </a:cubicBezTo>
                          <a:cubicBezTo>
                            <a:pt x="361474" y="135541"/>
                            <a:pt x="360521" y="137732"/>
                            <a:pt x="359474" y="139827"/>
                          </a:cubicBezTo>
                          <a:cubicBezTo>
                            <a:pt x="359188" y="140399"/>
                            <a:pt x="358902" y="140970"/>
                            <a:pt x="358616" y="141637"/>
                          </a:cubicBezTo>
                          <a:cubicBezTo>
                            <a:pt x="358235" y="142399"/>
                            <a:pt x="357854" y="143161"/>
                            <a:pt x="357473" y="143923"/>
                          </a:cubicBezTo>
                          <a:cubicBezTo>
                            <a:pt x="356425" y="145923"/>
                            <a:pt x="355473" y="147923"/>
                            <a:pt x="354425" y="149924"/>
                          </a:cubicBezTo>
                          <a:cubicBezTo>
                            <a:pt x="353663" y="151257"/>
                            <a:pt x="352996" y="152686"/>
                            <a:pt x="352234" y="154019"/>
                          </a:cubicBezTo>
                          <a:cubicBezTo>
                            <a:pt x="351092" y="156020"/>
                            <a:pt x="349949" y="158115"/>
                            <a:pt x="348805" y="160115"/>
                          </a:cubicBezTo>
                          <a:cubicBezTo>
                            <a:pt x="348043" y="161449"/>
                            <a:pt x="347282" y="162782"/>
                            <a:pt x="346520" y="164116"/>
                          </a:cubicBezTo>
                          <a:cubicBezTo>
                            <a:pt x="345281" y="166307"/>
                            <a:pt x="343948" y="168497"/>
                            <a:pt x="342519" y="170688"/>
                          </a:cubicBezTo>
                          <a:cubicBezTo>
                            <a:pt x="341757" y="171831"/>
                            <a:pt x="341090" y="173069"/>
                            <a:pt x="340328" y="174212"/>
                          </a:cubicBezTo>
                          <a:cubicBezTo>
                            <a:pt x="338614" y="176975"/>
                            <a:pt x="336804" y="179737"/>
                            <a:pt x="334994" y="182499"/>
                          </a:cubicBezTo>
                          <a:cubicBezTo>
                            <a:pt x="334613" y="183071"/>
                            <a:pt x="334328" y="183642"/>
                            <a:pt x="333946" y="184118"/>
                          </a:cubicBezTo>
                          <a:cubicBezTo>
                            <a:pt x="333851" y="184214"/>
                            <a:pt x="333851" y="184309"/>
                            <a:pt x="333756" y="184404"/>
                          </a:cubicBezTo>
                          <a:cubicBezTo>
                            <a:pt x="333661" y="184499"/>
                            <a:pt x="333661" y="184595"/>
                            <a:pt x="333566" y="184595"/>
                          </a:cubicBezTo>
                          <a:cubicBezTo>
                            <a:pt x="332994" y="185452"/>
                            <a:pt x="332422" y="186309"/>
                            <a:pt x="331851" y="187166"/>
                          </a:cubicBezTo>
                          <a:cubicBezTo>
                            <a:pt x="331375" y="187833"/>
                            <a:pt x="330899" y="188500"/>
                            <a:pt x="330422" y="189167"/>
                          </a:cubicBezTo>
                          <a:cubicBezTo>
                            <a:pt x="328327" y="192215"/>
                            <a:pt x="326136" y="195263"/>
                            <a:pt x="323850" y="198311"/>
                          </a:cubicBezTo>
                          <a:cubicBezTo>
                            <a:pt x="323850" y="198311"/>
                            <a:pt x="323850" y="198406"/>
                            <a:pt x="323755" y="198406"/>
                          </a:cubicBezTo>
                          <a:cubicBezTo>
                            <a:pt x="323183" y="199168"/>
                            <a:pt x="322612" y="200025"/>
                            <a:pt x="322040" y="200787"/>
                          </a:cubicBezTo>
                          <a:cubicBezTo>
                            <a:pt x="321850" y="200978"/>
                            <a:pt x="321755" y="201168"/>
                            <a:pt x="321564" y="201359"/>
                          </a:cubicBezTo>
                          <a:cubicBezTo>
                            <a:pt x="318707" y="205264"/>
                            <a:pt x="315754" y="209074"/>
                            <a:pt x="312706" y="212884"/>
                          </a:cubicBezTo>
                          <a:cubicBezTo>
                            <a:pt x="312610" y="212979"/>
                            <a:pt x="312515" y="213074"/>
                            <a:pt x="312420" y="213170"/>
                          </a:cubicBezTo>
                          <a:cubicBezTo>
                            <a:pt x="311944" y="213741"/>
                            <a:pt x="311467" y="214313"/>
                            <a:pt x="310991" y="214884"/>
                          </a:cubicBezTo>
                          <a:cubicBezTo>
                            <a:pt x="308705" y="217742"/>
                            <a:pt x="306324" y="220599"/>
                            <a:pt x="303943" y="223457"/>
                          </a:cubicBezTo>
                          <a:cubicBezTo>
                            <a:pt x="303562" y="223933"/>
                            <a:pt x="303181" y="224314"/>
                            <a:pt x="302800" y="224790"/>
                          </a:cubicBezTo>
                          <a:cubicBezTo>
                            <a:pt x="301942" y="225743"/>
                            <a:pt x="301180" y="226695"/>
                            <a:pt x="300323" y="227648"/>
                          </a:cubicBezTo>
                          <a:cubicBezTo>
                            <a:pt x="298895" y="229267"/>
                            <a:pt x="297466" y="230886"/>
                            <a:pt x="296037" y="232505"/>
                          </a:cubicBezTo>
                          <a:cubicBezTo>
                            <a:pt x="295561" y="233077"/>
                            <a:pt x="295084" y="233648"/>
                            <a:pt x="294608" y="234220"/>
                          </a:cubicBezTo>
                          <a:cubicBezTo>
                            <a:pt x="293656" y="235268"/>
                            <a:pt x="292608" y="236411"/>
                            <a:pt x="291655" y="237458"/>
                          </a:cubicBezTo>
                          <a:cubicBezTo>
                            <a:pt x="290608" y="238601"/>
                            <a:pt x="289560" y="239744"/>
                            <a:pt x="288512" y="240887"/>
                          </a:cubicBezTo>
                          <a:cubicBezTo>
                            <a:pt x="288131" y="241364"/>
                            <a:pt x="287750" y="241745"/>
                            <a:pt x="287274" y="242221"/>
                          </a:cubicBezTo>
                          <a:cubicBezTo>
                            <a:pt x="286226" y="243269"/>
                            <a:pt x="285179" y="244316"/>
                            <a:pt x="284226" y="245459"/>
                          </a:cubicBezTo>
                          <a:cubicBezTo>
                            <a:pt x="283750" y="245936"/>
                            <a:pt x="283369" y="246412"/>
                            <a:pt x="282892" y="246793"/>
                          </a:cubicBezTo>
                          <a:cubicBezTo>
                            <a:pt x="282130" y="247555"/>
                            <a:pt x="281368" y="248317"/>
                            <a:pt x="280702" y="249079"/>
                          </a:cubicBezTo>
                          <a:cubicBezTo>
                            <a:pt x="280511" y="249269"/>
                            <a:pt x="280321" y="249460"/>
                            <a:pt x="280130" y="249650"/>
                          </a:cubicBezTo>
                          <a:cubicBezTo>
                            <a:pt x="279463" y="250317"/>
                            <a:pt x="278892" y="250889"/>
                            <a:pt x="278225" y="251555"/>
                          </a:cubicBezTo>
                          <a:cubicBezTo>
                            <a:pt x="276511" y="253270"/>
                            <a:pt x="274796" y="255079"/>
                            <a:pt x="272987" y="256794"/>
                          </a:cubicBezTo>
                          <a:cubicBezTo>
                            <a:pt x="272891" y="256889"/>
                            <a:pt x="272701" y="256985"/>
                            <a:pt x="272605" y="257175"/>
                          </a:cubicBezTo>
                          <a:cubicBezTo>
                            <a:pt x="272034" y="257747"/>
                            <a:pt x="271463" y="258318"/>
                            <a:pt x="270891" y="258890"/>
                          </a:cubicBezTo>
                          <a:cubicBezTo>
                            <a:pt x="269367" y="260318"/>
                            <a:pt x="267843" y="261842"/>
                            <a:pt x="266319" y="263271"/>
                          </a:cubicBezTo>
                          <a:cubicBezTo>
                            <a:pt x="266129" y="263462"/>
                            <a:pt x="265938" y="263652"/>
                            <a:pt x="265747" y="263747"/>
                          </a:cubicBezTo>
                          <a:cubicBezTo>
                            <a:pt x="265271" y="264224"/>
                            <a:pt x="264795" y="264605"/>
                            <a:pt x="264319" y="265081"/>
                          </a:cubicBezTo>
                          <a:cubicBezTo>
                            <a:pt x="263366" y="265938"/>
                            <a:pt x="262414" y="266795"/>
                            <a:pt x="261461" y="267748"/>
                          </a:cubicBezTo>
                          <a:cubicBezTo>
                            <a:pt x="260985" y="268129"/>
                            <a:pt x="260604" y="268605"/>
                            <a:pt x="260128" y="268986"/>
                          </a:cubicBezTo>
                          <a:cubicBezTo>
                            <a:pt x="259556" y="269558"/>
                            <a:pt x="258889" y="270129"/>
                            <a:pt x="258318" y="270701"/>
                          </a:cubicBezTo>
                          <a:cubicBezTo>
                            <a:pt x="257461" y="271463"/>
                            <a:pt x="256604" y="272225"/>
                            <a:pt x="255746" y="272987"/>
                          </a:cubicBezTo>
                          <a:cubicBezTo>
                            <a:pt x="254699" y="273939"/>
                            <a:pt x="253651" y="274796"/>
                            <a:pt x="252603" y="275749"/>
                          </a:cubicBezTo>
                          <a:cubicBezTo>
                            <a:pt x="251936" y="276320"/>
                            <a:pt x="251270" y="276892"/>
                            <a:pt x="250603" y="277463"/>
                          </a:cubicBezTo>
                          <a:cubicBezTo>
                            <a:pt x="249555" y="278416"/>
                            <a:pt x="248412" y="279368"/>
                            <a:pt x="247269" y="280226"/>
                          </a:cubicBezTo>
                          <a:cubicBezTo>
                            <a:pt x="246983" y="280416"/>
                            <a:pt x="246697" y="280702"/>
                            <a:pt x="246412" y="280892"/>
                          </a:cubicBezTo>
                          <a:cubicBezTo>
                            <a:pt x="245459" y="281654"/>
                            <a:pt x="244507" y="282512"/>
                            <a:pt x="243650" y="283274"/>
                          </a:cubicBezTo>
                          <a:cubicBezTo>
                            <a:pt x="243364" y="283559"/>
                            <a:pt x="242983" y="283845"/>
                            <a:pt x="242697" y="284131"/>
                          </a:cubicBezTo>
                          <a:cubicBezTo>
                            <a:pt x="242030" y="284702"/>
                            <a:pt x="241268" y="285274"/>
                            <a:pt x="240601" y="285845"/>
                          </a:cubicBezTo>
                          <a:cubicBezTo>
                            <a:pt x="238792" y="287369"/>
                            <a:pt x="236887" y="288893"/>
                            <a:pt x="235077" y="290322"/>
                          </a:cubicBezTo>
                          <a:cubicBezTo>
                            <a:pt x="234887" y="290417"/>
                            <a:pt x="234791" y="290608"/>
                            <a:pt x="234601" y="290703"/>
                          </a:cubicBezTo>
                          <a:cubicBezTo>
                            <a:pt x="234601" y="290703"/>
                            <a:pt x="234601" y="290703"/>
                            <a:pt x="234505" y="290798"/>
                          </a:cubicBezTo>
                          <a:cubicBezTo>
                            <a:pt x="234220" y="290989"/>
                            <a:pt x="234029" y="291179"/>
                            <a:pt x="233743" y="291370"/>
                          </a:cubicBezTo>
                          <a:cubicBezTo>
                            <a:pt x="231458" y="293180"/>
                            <a:pt x="229076" y="294989"/>
                            <a:pt x="226695" y="296799"/>
                          </a:cubicBezTo>
                          <a:cubicBezTo>
                            <a:pt x="226504" y="296990"/>
                            <a:pt x="226314" y="297085"/>
                            <a:pt x="226124" y="297275"/>
                          </a:cubicBezTo>
                          <a:cubicBezTo>
                            <a:pt x="225647" y="297656"/>
                            <a:pt x="225076" y="298037"/>
                            <a:pt x="224600" y="298418"/>
                          </a:cubicBezTo>
                          <a:cubicBezTo>
                            <a:pt x="222980" y="299657"/>
                            <a:pt x="221361" y="300800"/>
                            <a:pt x="219646" y="302038"/>
                          </a:cubicBezTo>
                          <a:cubicBezTo>
                            <a:pt x="218884" y="302609"/>
                            <a:pt x="218122" y="303181"/>
                            <a:pt x="217456" y="303657"/>
                          </a:cubicBezTo>
                          <a:cubicBezTo>
                            <a:pt x="217170" y="303848"/>
                            <a:pt x="216884" y="304038"/>
                            <a:pt x="216694" y="304229"/>
                          </a:cubicBezTo>
                          <a:cubicBezTo>
                            <a:pt x="216122" y="304610"/>
                            <a:pt x="215646" y="304991"/>
                            <a:pt x="215075" y="305372"/>
                          </a:cubicBezTo>
                          <a:cubicBezTo>
                            <a:pt x="214122" y="306038"/>
                            <a:pt x="213074" y="306705"/>
                            <a:pt x="212122" y="307467"/>
                          </a:cubicBezTo>
                          <a:cubicBezTo>
                            <a:pt x="210979" y="308229"/>
                            <a:pt x="209836" y="309086"/>
                            <a:pt x="208788" y="309848"/>
                          </a:cubicBezTo>
                          <a:cubicBezTo>
                            <a:pt x="208502" y="310039"/>
                            <a:pt x="208312" y="310134"/>
                            <a:pt x="208026" y="310325"/>
                          </a:cubicBezTo>
                          <a:cubicBezTo>
                            <a:pt x="207169" y="310896"/>
                            <a:pt x="206407" y="311372"/>
                            <a:pt x="205550" y="311944"/>
                          </a:cubicBezTo>
                          <a:cubicBezTo>
                            <a:pt x="204407" y="312706"/>
                            <a:pt x="203359" y="313373"/>
                            <a:pt x="202216" y="314135"/>
                          </a:cubicBezTo>
                          <a:cubicBezTo>
                            <a:pt x="201359" y="314706"/>
                            <a:pt x="200596" y="315278"/>
                            <a:pt x="199739" y="315754"/>
                          </a:cubicBezTo>
                          <a:cubicBezTo>
                            <a:pt x="199549" y="315849"/>
                            <a:pt x="199358" y="316040"/>
                            <a:pt x="199168" y="316135"/>
                          </a:cubicBezTo>
                          <a:cubicBezTo>
                            <a:pt x="198692" y="316421"/>
                            <a:pt x="198120" y="316802"/>
                            <a:pt x="197644" y="317087"/>
                          </a:cubicBezTo>
                          <a:cubicBezTo>
                            <a:pt x="197072" y="317468"/>
                            <a:pt x="196501" y="317754"/>
                            <a:pt x="196025" y="318135"/>
                          </a:cubicBezTo>
                          <a:cubicBezTo>
                            <a:pt x="194882" y="318897"/>
                            <a:pt x="193738" y="319564"/>
                            <a:pt x="192596" y="320326"/>
                          </a:cubicBezTo>
                          <a:cubicBezTo>
                            <a:pt x="192024" y="320707"/>
                            <a:pt x="191357" y="321088"/>
                            <a:pt x="190786" y="321469"/>
                          </a:cubicBezTo>
                          <a:cubicBezTo>
                            <a:pt x="190691" y="321564"/>
                            <a:pt x="190500" y="321659"/>
                            <a:pt x="190405" y="321755"/>
                          </a:cubicBezTo>
                          <a:cubicBezTo>
                            <a:pt x="190309" y="321850"/>
                            <a:pt x="190119" y="321945"/>
                            <a:pt x="190024" y="322040"/>
                          </a:cubicBezTo>
                          <a:cubicBezTo>
                            <a:pt x="188785" y="322802"/>
                            <a:pt x="187642" y="323469"/>
                            <a:pt x="186500" y="324136"/>
                          </a:cubicBezTo>
                          <a:cubicBezTo>
                            <a:pt x="185357" y="324803"/>
                            <a:pt x="184118" y="325565"/>
                            <a:pt x="182975" y="326231"/>
                          </a:cubicBezTo>
                          <a:cubicBezTo>
                            <a:pt x="182689" y="326422"/>
                            <a:pt x="182404" y="326612"/>
                            <a:pt x="182023" y="326803"/>
                          </a:cubicBezTo>
                          <a:cubicBezTo>
                            <a:pt x="181832" y="326898"/>
                            <a:pt x="181737" y="326993"/>
                            <a:pt x="181642" y="327089"/>
                          </a:cubicBezTo>
                          <a:cubicBezTo>
                            <a:pt x="181546" y="327089"/>
                            <a:pt x="181546" y="327184"/>
                            <a:pt x="181451" y="327184"/>
                          </a:cubicBezTo>
                          <a:cubicBezTo>
                            <a:pt x="181451" y="327184"/>
                            <a:pt x="181451" y="327184"/>
                            <a:pt x="181451" y="327184"/>
                          </a:cubicBezTo>
                          <a:cubicBezTo>
                            <a:pt x="179832" y="328136"/>
                            <a:pt x="178117" y="328994"/>
                            <a:pt x="176498" y="329946"/>
                          </a:cubicBezTo>
                          <a:cubicBezTo>
                            <a:pt x="175546" y="330518"/>
                            <a:pt x="174593" y="331089"/>
                            <a:pt x="173546" y="331565"/>
                          </a:cubicBezTo>
                          <a:cubicBezTo>
                            <a:pt x="173450" y="331661"/>
                            <a:pt x="173355" y="331661"/>
                            <a:pt x="173260" y="331756"/>
                          </a:cubicBezTo>
                          <a:cubicBezTo>
                            <a:pt x="172879" y="331946"/>
                            <a:pt x="172593" y="332137"/>
                            <a:pt x="172212" y="332327"/>
                          </a:cubicBezTo>
                          <a:cubicBezTo>
                            <a:pt x="172021" y="332423"/>
                            <a:pt x="171831" y="332518"/>
                            <a:pt x="171641" y="332613"/>
                          </a:cubicBezTo>
                          <a:cubicBezTo>
                            <a:pt x="170879" y="332994"/>
                            <a:pt x="170212" y="333375"/>
                            <a:pt x="169450" y="333756"/>
                          </a:cubicBezTo>
                          <a:cubicBezTo>
                            <a:pt x="167735" y="334709"/>
                            <a:pt x="165925" y="335661"/>
                            <a:pt x="164211" y="336518"/>
                          </a:cubicBezTo>
                          <a:cubicBezTo>
                            <a:pt x="164021" y="336614"/>
                            <a:pt x="163735" y="336709"/>
                            <a:pt x="163544" y="336899"/>
                          </a:cubicBezTo>
                          <a:cubicBezTo>
                            <a:pt x="163259" y="336995"/>
                            <a:pt x="162973" y="337185"/>
                            <a:pt x="162782" y="337280"/>
                          </a:cubicBezTo>
                          <a:cubicBezTo>
                            <a:pt x="162401" y="337471"/>
                            <a:pt x="161925" y="337757"/>
                            <a:pt x="161544" y="337947"/>
                          </a:cubicBezTo>
                          <a:cubicBezTo>
                            <a:pt x="160877" y="338233"/>
                            <a:pt x="160306" y="338519"/>
                            <a:pt x="159639" y="338804"/>
                          </a:cubicBezTo>
                          <a:cubicBezTo>
                            <a:pt x="158115" y="339566"/>
                            <a:pt x="156591" y="340328"/>
                            <a:pt x="155067" y="340995"/>
                          </a:cubicBezTo>
                          <a:cubicBezTo>
                            <a:pt x="154114" y="341471"/>
                            <a:pt x="153162" y="341852"/>
                            <a:pt x="152209" y="342329"/>
                          </a:cubicBezTo>
                          <a:cubicBezTo>
                            <a:pt x="151638" y="342614"/>
                            <a:pt x="151067" y="342900"/>
                            <a:pt x="150400" y="343186"/>
                          </a:cubicBezTo>
                          <a:cubicBezTo>
                            <a:pt x="150019" y="343376"/>
                            <a:pt x="149733" y="343472"/>
                            <a:pt x="149352" y="343662"/>
                          </a:cubicBezTo>
                          <a:cubicBezTo>
                            <a:pt x="148209" y="344138"/>
                            <a:pt x="147066" y="344710"/>
                            <a:pt x="145923" y="345186"/>
                          </a:cubicBezTo>
                          <a:cubicBezTo>
                            <a:pt x="144780" y="345662"/>
                            <a:pt x="143637" y="346139"/>
                            <a:pt x="142494" y="346615"/>
                          </a:cubicBezTo>
                          <a:cubicBezTo>
                            <a:pt x="141732" y="346901"/>
                            <a:pt x="140970" y="347282"/>
                            <a:pt x="140208" y="347567"/>
                          </a:cubicBezTo>
                          <a:cubicBezTo>
                            <a:pt x="139732" y="347758"/>
                            <a:pt x="139255" y="347948"/>
                            <a:pt x="138684" y="348139"/>
                          </a:cubicBezTo>
                          <a:cubicBezTo>
                            <a:pt x="138589" y="348234"/>
                            <a:pt x="138398" y="348234"/>
                            <a:pt x="138303" y="348329"/>
                          </a:cubicBezTo>
                          <a:cubicBezTo>
                            <a:pt x="137636" y="348615"/>
                            <a:pt x="136970" y="348901"/>
                            <a:pt x="136303" y="349091"/>
                          </a:cubicBezTo>
                          <a:cubicBezTo>
                            <a:pt x="135446" y="349472"/>
                            <a:pt x="134588" y="349758"/>
                            <a:pt x="133731" y="350044"/>
                          </a:cubicBezTo>
                          <a:cubicBezTo>
                            <a:pt x="132874" y="350330"/>
                            <a:pt x="132112" y="350711"/>
                            <a:pt x="131254" y="350996"/>
                          </a:cubicBezTo>
                          <a:cubicBezTo>
                            <a:pt x="130969" y="351092"/>
                            <a:pt x="130588" y="351187"/>
                            <a:pt x="130302" y="351377"/>
                          </a:cubicBezTo>
                          <a:cubicBezTo>
                            <a:pt x="129159" y="351758"/>
                            <a:pt x="128016" y="352235"/>
                            <a:pt x="126873" y="352616"/>
                          </a:cubicBezTo>
                          <a:cubicBezTo>
                            <a:pt x="126301" y="352806"/>
                            <a:pt x="125730" y="352997"/>
                            <a:pt x="125158" y="353282"/>
                          </a:cubicBezTo>
                          <a:cubicBezTo>
                            <a:pt x="124968" y="353378"/>
                            <a:pt x="124778" y="353473"/>
                            <a:pt x="124492" y="353473"/>
                          </a:cubicBezTo>
                          <a:cubicBezTo>
                            <a:pt x="124301" y="353568"/>
                            <a:pt x="124016" y="353568"/>
                            <a:pt x="123825" y="353663"/>
                          </a:cubicBezTo>
                          <a:cubicBezTo>
                            <a:pt x="122015" y="354330"/>
                            <a:pt x="120205" y="354902"/>
                            <a:pt x="118396" y="355473"/>
                          </a:cubicBezTo>
                          <a:cubicBezTo>
                            <a:pt x="117634" y="355759"/>
                            <a:pt x="116776" y="355949"/>
                            <a:pt x="116014" y="356235"/>
                          </a:cubicBezTo>
                          <a:cubicBezTo>
                            <a:pt x="115824" y="356330"/>
                            <a:pt x="115633" y="356330"/>
                            <a:pt x="115443" y="356426"/>
                          </a:cubicBezTo>
                          <a:cubicBezTo>
                            <a:pt x="112681" y="357283"/>
                            <a:pt x="109918" y="358045"/>
                            <a:pt x="107251" y="358712"/>
                          </a:cubicBezTo>
                          <a:cubicBezTo>
                            <a:pt x="107251" y="358712"/>
                            <a:pt x="107156" y="358712"/>
                            <a:pt x="107156" y="358712"/>
                          </a:cubicBezTo>
                          <a:cubicBezTo>
                            <a:pt x="107156" y="358712"/>
                            <a:pt x="107156" y="358712"/>
                            <a:pt x="107156" y="358712"/>
                          </a:cubicBezTo>
                          <a:cubicBezTo>
                            <a:pt x="107061" y="358712"/>
                            <a:pt x="106871" y="358807"/>
                            <a:pt x="106775" y="358807"/>
                          </a:cubicBezTo>
                          <a:cubicBezTo>
                            <a:pt x="106489" y="358902"/>
                            <a:pt x="106204" y="358902"/>
                            <a:pt x="105918" y="358997"/>
                          </a:cubicBezTo>
                          <a:cubicBezTo>
                            <a:pt x="103632" y="359569"/>
                            <a:pt x="101346" y="360140"/>
                            <a:pt x="99155" y="360617"/>
                          </a:cubicBezTo>
                          <a:cubicBezTo>
                            <a:pt x="98870" y="360712"/>
                            <a:pt x="98679" y="360712"/>
                            <a:pt x="98393" y="360807"/>
                          </a:cubicBezTo>
                          <a:cubicBezTo>
                            <a:pt x="97631" y="360998"/>
                            <a:pt x="96869" y="361093"/>
                            <a:pt x="96107" y="361283"/>
                          </a:cubicBezTo>
                          <a:cubicBezTo>
                            <a:pt x="94488" y="361664"/>
                            <a:pt x="92774" y="361950"/>
                            <a:pt x="91154" y="362236"/>
                          </a:cubicBezTo>
                          <a:cubicBezTo>
                            <a:pt x="90678" y="362331"/>
                            <a:pt x="90297" y="362426"/>
                            <a:pt x="89821" y="362522"/>
                          </a:cubicBezTo>
                          <a:cubicBezTo>
                            <a:pt x="89059" y="362617"/>
                            <a:pt x="88392" y="362712"/>
                            <a:pt x="87630" y="362903"/>
                          </a:cubicBezTo>
                          <a:cubicBezTo>
                            <a:pt x="86201" y="363093"/>
                            <a:pt x="84772" y="363379"/>
                            <a:pt x="83344" y="363569"/>
                          </a:cubicBezTo>
                          <a:cubicBezTo>
                            <a:pt x="82772" y="363665"/>
                            <a:pt x="82105" y="363760"/>
                            <a:pt x="81534" y="363855"/>
                          </a:cubicBezTo>
                          <a:cubicBezTo>
                            <a:pt x="80867" y="363950"/>
                            <a:pt x="80296" y="363950"/>
                            <a:pt x="79629" y="364046"/>
                          </a:cubicBezTo>
                          <a:cubicBezTo>
                            <a:pt x="78296" y="364236"/>
                            <a:pt x="77057" y="364331"/>
                            <a:pt x="75724" y="364427"/>
                          </a:cubicBezTo>
                          <a:cubicBezTo>
                            <a:pt x="74962" y="364522"/>
                            <a:pt x="74200" y="364617"/>
                            <a:pt x="73438" y="364617"/>
                          </a:cubicBezTo>
                          <a:cubicBezTo>
                            <a:pt x="72962" y="364617"/>
                            <a:pt x="72390" y="364712"/>
                            <a:pt x="71914" y="364712"/>
                          </a:cubicBezTo>
                          <a:cubicBezTo>
                            <a:pt x="70675" y="364808"/>
                            <a:pt x="69437" y="364808"/>
                            <a:pt x="68294" y="364903"/>
                          </a:cubicBezTo>
                          <a:cubicBezTo>
                            <a:pt x="67437" y="364903"/>
                            <a:pt x="66484" y="364998"/>
                            <a:pt x="65627" y="364998"/>
                          </a:cubicBezTo>
                          <a:cubicBezTo>
                            <a:pt x="65246" y="364998"/>
                            <a:pt x="64865" y="364998"/>
                            <a:pt x="64484" y="364998"/>
                          </a:cubicBezTo>
                          <a:cubicBezTo>
                            <a:pt x="63341" y="364998"/>
                            <a:pt x="62103" y="364998"/>
                            <a:pt x="60960" y="364998"/>
                          </a:cubicBezTo>
                          <a:cubicBezTo>
                            <a:pt x="60008" y="364998"/>
                            <a:pt x="59150" y="364998"/>
                            <a:pt x="58198" y="364998"/>
                          </a:cubicBezTo>
                          <a:cubicBezTo>
                            <a:pt x="57912" y="364998"/>
                            <a:pt x="57531" y="364998"/>
                            <a:pt x="57245" y="364998"/>
                          </a:cubicBezTo>
                          <a:cubicBezTo>
                            <a:pt x="56864" y="364998"/>
                            <a:pt x="56388" y="364903"/>
                            <a:pt x="56007" y="364903"/>
                          </a:cubicBezTo>
                          <a:cubicBezTo>
                            <a:pt x="55150" y="364903"/>
                            <a:pt x="54388" y="364808"/>
                            <a:pt x="53530" y="364712"/>
                          </a:cubicBezTo>
                          <a:cubicBezTo>
                            <a:pt x="52768" y="364617"/>
                            <a:pt x="52102" y="364617"/>
                            <a:pt x="51340" y="364617"/>
                          </a:cubicBezTo>
                          <a:cubicBezTo>
                            <a:pt x="50959" y="364617"/>
                            <a:pt x="50578" y="364522"/>
                            <a:pt x="50197" y="364522"/>
                          </a:cubicBezTo>
                          <a:cubicBezTo>
                            <a:pt x="49435" y="364427"/>
                            <a:pt x="48673" y="364331"/>
                            <a:pt x="47816" y="364236"/>
                          </a:cubicBezTo>
                          <a:cubicBezTo>
                            <a:pt x="46768" y="364141"/>
                            <a:pt x="45720" y="364046"/>
                            <a:pt x="44672" y="363855"/>
                          </a:cubicBezTo>
                          <a:cubicBezTo>
                            <a:pt x="44482" y="363855"/>
                            <a:pt x="44291" y="363760"/>
                            <a:pt x="44101" y="363760"/>
                          </a:cubicBezTo>
                          <a:cubicBezTo>
                            <a:pt x="43910" y="363760"/>
                            <a:pt x="43625" y="363665"/>
                            <a:pt x="43434" y="363665"/>
                          </a:cubicBezTo>
                          <a:cubicBezTo>
                            <a:pt x="42577" y="363569"/>
                            <a:pt x="41720" y="363379"/>
                            <a:pt x="40862" y="363188"/>
                          </a:cubicBezTo>
                          <a:cubicBezTo>
                            <a:pt x="40005" y="362998"/>
                            <a:pt x="39148" y="362903"/>
                            <a:pt x="38291" y="362712"/>
                          </a:cubicBezTo>
                          <a:cubicBezTo>
                            <a:pt x="37719" y="362617"/>
                            <a:pt x="37243" y="362426"/>
                            <a:pt x="36671" y="362331"/>
                          </a:cubicBezTo>
                          <a:cubicBezTo>
                            <a:pt x="35909" y="362141"/>
                            <a:pt x="35147" y="361950"/>
                            <a:pt x="34385" y="361760"/>
                          </a:cubicBezTo>
                          <a:cubicBezTo>
                            <a:pt x="33623" y="361569"/>
                            <a:pt x="32861" y="361379"/>
                            <a:pt x="32195" y="361188"/>
                          </a:cubicBezTo>
                          <a:cubicBezTo>
                            <a:pt x="31528" y="360998"/>
                            <a:pt x="30861" y="360807"/>
                            <a:pt x="30194" y="360617"/>
                          </a:cubicBezTo>
                          <a:cubicBezTo>
                            <a:pt x="29528" y="360426"/>
                            <a:pt x="28956" y="360236"/>
                            <a:pt x="28289" y="360045"/>
                          </a:cubicBezTo>
                          <a:cubicBezTo>
                            <a:pt x="27622" y="359855"/>
                            <a:pt x="26956" y="359569"/>
                            <a:pt x="26384" y="359378"/>
                          </a:cubicBezTo>
                          <a:cubicBezTo>
                            <a:pt x="25622" y="359093"/>
                            <a:pt x="24860" y="358807"/>
                            <a:pt x="24098" y="358426"/>
                          </a:cubicBezTo>
                          <a:cubicBezTo>
                            <a:pt x="23622" y="358235"/>
                            <a:pt x="23050" y="358045"/>
                            <a:pt x="22574" y="357854"/>
                          </a:cubicBezTo>
                          <a:cubicBezTo>
                            <a:pt x="22003" y="357569"/>
                            <a:pt x="21431" y="357283"/>
                            <a:pt x="20860" y="357092"/>
                          </a:cubicBezTo>
                          <a:cubicBezTo>
                            <a:pt x="20098" y="356711"/>
                            <a:pt x="19336" y="356426"/>
                            <a:pt x="18669" y="356045"/>
                          </a:cubicBezTo>
                          <a:cubicBezTo>
                            <a:pt x="18193" y="355759"/>
                            <a:pt x="17621" y="355568"/>
                            <a:pt x="17145" y="355283"/>
                          </a:cubicBezTo>
                          <a:cubicBezTo>
                            <a:pt x="16764" y="355092"/>
                            <a:pt x="16383" y="354902"/>
                            <a:pt x="16002" y="354616"/>
                          </a:cubicBezTo>
                          <a:cubicBezTo>
                            <a:pt x="15812" y="354521"/>
                            <a:pt x="15716" y="354425"/>
                            <a:pt x="15526" y="354330"/>
                          </a:cubicBezTo>
                          <a:cubicBezTo>
                            <a:pt x="14859" y="353949"/>
                            <a:pt x="14097" y="353568"/>
                            <a:pt x="13430" y="353092"/>
                          </a:cubicBezTo>
                          <a:cubicBezTo>
                            <a:pt x="12954" y="352806"/>
                            <a:pt x="12383" y="352425"/>
                            <a:pt x="11906" y="352139"/>
                          </a:cubicBezTo>
                          <a:cubicBezTo>
                            <a:pt x="11335" y="351758"/>
                            <a:pt x="10858" y="351377"/>
                            <a:pt x="10287" y="351092"/>
                          </a:cubicBezTo>
                          <a:cubicBezTo>
                            <a:pt x="9716" y="350711"/>
                            <a:pt x="9144" y="350330"/>
                            <a:pt x="8572" y="349949"/>
                          </a:cubicBezTo>
                          <a:cubicBezTo>
                            <a:pt x="8096" y="349568"/>
                            <a:pt x="7525" y="349187"/>
                            <a:pt x="7049" y="348806"/>
                          </a:cubicBezTo>
                          <a:cubicBezTo>
                            <a:pt x="6477" y="348329"/>
                            <a:pt x="5905" y="347853"/>
                            <a:pt x="5334" y="347472"/>
                          </a:cubicBezTo>
                          <a:cubicBezTo>
                            <a:pt x="4953" y="347091"/>
                            <a:pt x="4477" y="346805"/>
                            <a:pt x="4096" y="346424"/>
                          </a:cubicBezTo>
                          <a:cubicBezTo>
                            <a:pt x="3524" y="345948"/>
                            <a:pt x="3048" y="345472"/>
                            <a:pt x="2572" y="344996"/>
                          </a:cubicBezTo>
                          <a:cubicBezTo>
                            <a:pt x="2000" y="344519"/>
                            <a:pt x="1429" y="343948"/>
                            <a:pt x="953" y="343376"/>
                          </a:cubicBezTo>
                          <a:cubicBezTo>
                            <a:pt x="667" y="343091"/>
                            <a:pt x="286" y="342805"/>
                            <a:pt x="0" y="342519"/>
                          </a:cubicBezTo>
                          <a:lnTo>
                            <a:pt x="33718" y="377762"/>
                          </a:lnTo>
                          <a:cubicBezTo>
                            <a:pt x="35052" y="379190"/>
                            <a:pt x="36385" y="380429"/>
                            <a:pt x="37909" y="381762"/>
                          </a:cubicBezTo>
                          <a:cubicBezTo>
                            <a:pt x="38386" y="382143"/>
                            <a:pt x="38862" y="382524"/>
                            <a:pt x="39338" y="383000"/>
                          </a:cubicBezTo>
                          <a:cubicBezTo>
                            <a:pt x="40291" y="383858"/>
                            <a:pt x="41338" y="384620"/>
                            <a:pt x="42386" y="385382"/>
                          </a:cubicBezTo>
                          <a:cubicBezTo>
                            <a:pt x="42958" y="385858"/>
                            <a:pt x="43625" y="386239"/>
                            <a:pt x="44196" y="386620"/>
                          </a:cubicBezTo>
                          <a:cubicBezTo>
                            <a:pt x="45149" y="387287"/>
                            <a:pt x="46196" y="387953"/>
                            <a:pt x="47149" y="388525"/>
                          </a:cubicBezTo>
                          <a:cubicBezTo>
                            <a:pt x="47816" y="388906"/>
                            <a:pt x="48482" y="389287"/>
                            <a:pt x="49244" y="389763"/>
                          </a:cubicBezTo>
                          <a:cubicBezTo>
                            <a:pt x="50292" y="390335"/>
                            <a:pt x="51245" y="390906"/>
                            <a:pt x="52292" y="391382"/>
                          </a:cubicBezTo>
                          <a:cubicBezTo>
                            <a:pt x="53054" y="391763"/>
                            <a:pt x="53816" y="392144"/>
                            <a:pt x="54483" y="392430"/>
                          </a:cubicBezTo>
                          <a:cubicBezTo>
                            <a:pt x="55531" y="392906"/>
                            <a:pt x="56674" y="393383"/>
                            <a:pt x="57721" y="393859"/>
                          </a:cubicBezTo>
                          <a:cubicBezTo>
                            <a:pt x="58483" y="394145"/>
                            <a:pt x="59246" y="394526"/>
                            <a:pt x="60008" y="394811"/>
                          </a:cubicBezTo>
                          <a:cubicBezTo>
                            <a:pt x="61150" y="395192"/>
                            <a:pt x="62389" y="395669"/>
                            <a:pt x="63532" y="396050"/>
                          </a:cubicBezTo>
                          <a:cubicBezTo>
                            <a:pt x="64294" y="396335"/>
                            <a:pt x="65056" y="396526"/>
                            <a:pt x="65818" y="396812"/>
                          </a:cubicBezTo>
                          <a:cubicBezTo>
                            <a:pt x="67151" y="397193"/>
                            <a:pt x="68485" y="397478"/>
                            <a:pt x="69818" y="397859"/>
                          </a:cubicBezTo>
                          <a:cubicBezTo>
                            <a:pt x="70485" y="398050"/>
                            <a:pt x="71152" y="398240"/>
                            <a:pt x="71914" y="398336"/>
                          </a:cubicBezTo>
                          <a:cubicBezTo>
                            <a:pt x="73819" y="398717"/>
                            <a:pt x="75724" y="399098"/>
                            <a:pt x="77724" y="399383"/>
                          </a:cubicBezTo>
                          <a:cubicBezTo>
                            <a:pt x="77914" y="399383"/>
                            <a:pt x="78105" y="399479"/>
                            <a:pt x="78296" y="399479"/>
                          </a:cubicBezTo>
                          <a:cubicBezTo>
                            <a:pt x="80486" y="399764"/>
                            <a:pt x="82677" y="400050"/>
                            <a:pt x="84963" y="400241"/>
                          </a:cubicBezTo>
                          <a:cubicBezTo>
                            <a:pt x="85630" y="400336"/>
                            <a:pt x="86392" y="400336"/>
                            <a:pt x="87154" y="400336"/>
                          </a:cubicBezTo>
                          <a:cubicBezTo>
                            <a:pt x="88678" y="400431"/>
                            <a:pt x="90297" y="400526"/>
                            <a:pt x="91916" y="400622"/>
                          </a:cubicBezTo>
                          <a:cubicBezTo>
                            <a:pt x="92774" y="400622"/>
                            <a:pt x="93726" y="400622"/>
                            <a:pt x="94679" y="400622"/>
                          </a:cubicBezTo>
                          <a:cubicBezTo>
                            <a:pt x="96107" y="400622"/>
                            <a:pt x="97631" y="400622"/>
                            <a:pt x="99060" y="400622"/>
                          </a:cubicBezTo>
                          <a:cubicBezTo>
                            <a:pt x="100013" y="400622"/>
                            <a:pt x="101060" y="400526"/>
                            <a:pt x="102013" y="400526"/>
                          </a:cubicBezTo>
                          <a:cubicBezTo>
                            <a:pt x="103442" y="400431"/>
                            <a:pt x="104870" y="400431"/>
                            <a:pt x="106394" y="400241"/>
                          </a:cubicBezTo>
                          <a:cubicBezTo>
                            <a:pt x="107442" y="400145"/>
                            <a:pt x="108490" y="400050"/>
                            <a:pt x="109538" y="399955"/>
                          </a:cubicBezTo>
                          <a:cubicBezTo>
                            <a:pt x="111062" y="399860"/>
                            <a:pt x="112490" y="399669"/>
                            <a:pt x="114014" y="399479"/>
                          </a:cubicBezTo>
                          <a:cubicBezTo>
                            <a:pt x="115062" y="399383"/>
                            <a:pt x="116110" y="399193"/>
                            <a:pt x="117158" y="399098"/>
                          </a:cubicBezTo>
                          <a:cubicBezTo>
                            <a:pt x="118682" y="398907"/>
                            <a:pt x="120301" y="398621"/>
                            <a:pt x="121825" y="398336"/>
                          </a:cubicBezTo>
                          <a:cubicBezTo>
                            <a:pt x="122872" y="398145"/>
                            <a:pt x="123920" y="398050"/>
                            <a:pt x="124968" y="397859"/>
                          </a:cubicBezTo>
                          <a:cubicBezTo>
                            <a:pt x="126683" y="397574"/>
                            <a:pt x="128397" y="397193"/>
                            <a:pt x="130112" y="396812"/>
                          </a:cubicBezTo>
                          <a:cubicBezTo>
                            <a:pt x="131064" y="396621"/>
                            <a:pt x="132017" y="396431"/>
                            <a:pt x="132874" y="396240"/>
                          </a:cubicBezTo>
                          <a:cubicBezTo>
                            <a:pt x="135160" y="395764"/>
                            <a:pt x="137350" y="395192"/>
                            <a:pt x="139637" y="394621"/>
                          </a:cubicBezTo>
                          <a:cubicBezTo>
                            <a:pt x="140017" y="394526"/>
                            <a:pt x="140494" y="394430"/>
                            <a:pt x="140875" y="394335"/>
                          </a:cubicBezTo>
                          <a:cubicBezTo>
                            <a:pt x="140875" y="394335"/>
                            <a:pt x="140970" y="394335"/>
                            <a:pt x="140970" y="394335"/>
                          </a:cubicBezTo>
                          <a:cubicBezTo>
                            <a:pt x="143637" y="393573"/>
                            <a:pt x="146399" y="392811"/>
                            <a:pt x="149162" y="392049"/>
                          </a:cubicBezTo>
                          <a:cubicBezTo>
                            <a:pt x="149924" y="391763"/>
                            <a:pt x="150781" y="391478"/>
                            <a:pt x="151638" y="391287"/>
                          </a:cubicBezTo>
                          <a:cubicBezTo>
                            <a:pt x="153638" y="390716"/>
                            <a:pt x="155543" y="390049"/>
                            <a:pt x="157543" y="389382"/>
                          </a:cubicBezTo>
                          <a:cubicBezTo>
                            <a:pt x="157734" y="389287"/>
                            <a:pt x="158020" y="389192"/>
                            <a:pt x="158210" y="389192"/>
                          </a:cubicBezTo>
                          <a:cubicBezTo>
                            <a:pt x="160115" y="388525"/>
                            <a:pt x="162020" y="387858"/>
                            <a:pt x="164021" y="387096"/>
                          </a:cubicBezTo>
                          <a:cubicBezTo>
                            <a:pt x="164306" y="387001"/>
                            <a:pt x="164687" y="386906"/>
                            <a:pt x="164973" y="386715"/>
                          </a:cubicBezTo>
                          <a:cubicBezTo>
                            <a:pt x="167259" y="385858"/>
                            <a:pt x="169640" y="384905"/>
                            <a:pt x="172021" y="383953"/>
                          </a:cubicBezTo>
                          <a:cubicBezTo>
                            <a:pt x="172117" y="383858"/>
                            <a:pt x="172307" y="383858"/>
                            <a:pt x="172403" y="383762"/>
                          </a:cubicBezTo>
                          <a:cubicBezTo>
                            <a:pt x="175927" y="382334"/>
                            <a:pt x="179451" y="380810"/>
                            <a:pt x="183071" y="379190"/>
                          </a:cubicBezTo>
                          <a:cubicBezTo>
                            <a:pt x="183451" y="379000"/>
                            <a:pt x="183737" y="378905"/>
                            <a:pt x="184118" y="378714"/>
                          </a:cubicBezTo>
                          <a:cubicBezTo>
                            <a:pt x="184785" y="378428"/>
                            <a:pt x="185357" y="378143"/>
                            <a:pt x="186023" y="377857"/>
                          </a:cubicBezTo>
                          <a:cubicBezTo>
                            <a:pt x="188500" y="376714"/>
                            <a:pt x="190976" y="375571"/>
                            <a:pt x="193453" y="374333"/>
                          </a:cubicBezTo>
                          <a:cubicBezTo>
                            <a:pt x="194120" y="374047"/>
                            <a:pt x="194691" y="373761"/>
                            <a:pt x="195358" y="373380"/>
                          </a:cubicBezTo>
                          <a:cubicBezTo>
                            <a:pt x="195739" y="373190"/>
                            <a:pt x="196215" y="372999"/>
                            <a:pt x="196596" y="372809"/>
                          </a:cubicBezTo>
                          <a:cubicBezTo>
                            <a:pt x="198882" y="371666"/>
                            <a:pt x="201073" y="370523"/>
                            <a:pt x="203359" y="369284"/>
                          </a:cubicBezTo>
                          <a:cubicBezTo>
                            <a:pt x="204025" y="368903"/>
                            <a:pt x="204788" y="368522"/>
                            <a:pt x="205454" y="368141"/>
                          </a:cubicBezTo>
                          <a:cubicBezTo>
                            <a:pt x="205645" y="368046"/>
                            <a:pt x="205835" y="367951"/>
                            <a:pt x="206026" y="367856"/>
                          </a:cubicBezTo>
                          <a:cubicBezTo>
                            <a:pt x="209074" y="366236"/>
                            <a:pt x="212122" y="364522"/>
                            <a:pt x="215265" y="362712"/>
                          </a:cubicBezTo>
                          <a:lnTo>
                            <a:pt x="215265" y="362712"/>
                          </a:lnTo>
                          <a:cubicBezTo>
                            <a:pt x="215265" y="362712"/>
                            <a:pt x="215265" y="362712"/>
                            <a:pt x="215360" y="362712"/>
                          </a:cubicBezTo>
                          <a:cubicBezTo>
                            <a:pt x="218313" y="360998"/>
                            <a:pt x="221361" y="359188"/>
                            <a:pt x="224314" y="357378"/>
                          </a:cubicBezTo>
                          <a:cubicBezTo>
                            <a:pt x="224409" y="357283"/>
                            <a:pt x="224600" y="357188"/>
                            <a:pt x="224695" y="357092"/>
                          </a:cubicBezTo>
                          <a:cubicBezTo>
                            <a:pt x="225742" y="356426"/>
                            <a:pt x="226790" y="355759"/>
                            <a:pt x="227838" y="355092"/>
                          </a:cubicBezTo>
                          <a:cubicBezTo>
                            <a:pt x="229553" y="353949"/>
                            <a:pt x="231362" y="352901"/>
                            <a:pt x="233077" y="351758"/>
                          </a:cubicBezTo>
                          <a:cubicBezTo>
                            <a:pt x="233267" y="351663"/>
                            <a:pt x="233458" y="351473"/>
                            <a:pt x="233648" y="351377"/>
                          </a:cubicBezTo>
                          <a:cubicBezTo>
                            <a:pt x="234696" y="350711"/>
                            <a:pt x="235839" y="349949"/>
                            <a:pt x="236982" y="349187"/>
                          </a:cubicBezTo>
                          <a:cubicBezTo>
                            <a:pt x="238601" y="348139"/>
                            <a:pt x="240316" y="346996"/>
                            <a:pt x="241935" y="345853"/>
                          </a:cubicBezTo>
                          <a:cubicBezTo>
                            <a:pt x="242221" y="345662"/>
                            <a:pt x="242411" y="345472"/>
                            <a:pt x="242697" y="345377"/>
                          </a:cubicBezTo>
                          <a:cubicBezTo>
                            <a:pt x="243840" y="344615"/>
                            <a:pt x="245078" y="343757"/>
                            <a:pt x="246221" y="342900"/>
                          </a:cubicBezTo>
                          <a:cubicBezTo>
                            <a:pt x="247650" y="341852"/>
                            <a:pt x="249174" y="340900"/>
                            <a:pt x="250603" y="339852"/>
                          </a:cubicBezTo>
                          <a:cubicBezTo>
                            <a:pt x="250888" y="339662"/>
                            <a:pt x="251079" y="339471"/>
                            <a:pt x="251365" y="339281"/>
                          </a:cubicBezTo>
                          <a:cubicBezTo>
                            <a:pt x="253746" y="337566"/>
                            <a:pt x="256127" y="335852"/>
                            <a:pt x="258509" y="334042"/>
                          </a:cubicBezTo>
                          <a:cubicBezTo>
                            <a:pt x="258985" y="333661"/>
                            <a:pt x="259556" y="333280"/>
                            <a:pt x="260033" y="332899"/>
                          </a:cubicBezTo>
                          <a:cubicBezTo>
                            <a:pt x="262890" y="330803"/>
                            <a:pt x="265652" y="328613"/>
                            <a:pt x="268510" y="326422"/>
                          </a:cubicBezTo>
                          <a:cubicBezTo>
                            <a:pt x="268510" y="326422"/>
                            <a:pt x="268510" y="326422"/>
                            <a:pt x="268605" y="326422"/>
                          </a:cubicBezTo>
                          <a:cubicBezTo>
                            <a:pt x="268796" y="326327"/>
                            <a:pt x="268986" y="326136"/>
                            <a:pt x="269176" y="325946"/>
                          </a:cubicBezTo>
                          <a:cubicBezTo>
                            <a:pt x="271748" y="323945"/>
                            <a:pt x="274225" y="321850"/>
                            <a:pt x="276796" y="319754"/>
                          </a:cubicBezTo>
                          <a:cubicBezTo>
                            <a:pt x="277082" y="319469"/>
                            <a:pt x="277463" y="319278"/>
                            <a:pt x="277749" y="318992"/>
                          </a:cubicBezTo>
                          <a:cubicBezTo>
                            <a:pt x="278701" y="318230"/>
                            <a:pt x="279654" y="317373"/>
                            <a:pt x="280607" y="316611"/>
                          </a:cubicBezTo>
                          <a:cubicBezTo>
                            <a:pt x="281940" y="315468"/>
                            <a:pt x="283369" y="314325"/>
                            <a:pt x="284702" y="313087"/>
                          </a:cubicBezTo>
                          <a:cubicBezTo>
                            <a:pt x="285369" y="312515"/>
                            <a:pt x="286036" y="311944"/>
                            <a:pt x="286703" y="311372"/>
                          </a:cubicBezTo>
                          <a:cubicBezTo>
                            <a:pt x="287750" y="310420"/>
                            <a:pt x="288798" y="309563"/>
                            <a:pt x="289846" y="308610"/>
                          </a:cubicBezTo>
                          <a:cubicBezTo>
                            <a:pt x="290703" y="307848"/>
                            <a:pt x="291560" y="307086"/>
                            <a:pt x="292417" y="306324"/>
                          </a:cubicBezTo>
                          <a:cubicBezTo>
                            <a:pt x="293465" y="305372"/>
                            <a:pt x="294513" y="304419"/>
                            <a:pt x="295561" y="303467"/>
                          </a:cubicBezTo>
                          <a:cubicBezTo>
                            <a:pt x="296513" y="302609"/>
                            <a:pt x="297466" y="301752"/>
                            <a:pt x="298418" y="300800"/>
                          </a:cubicBezTo>
                          <a:cubicBezTo>
                            <a:pt x="298895" y="300323"/>
                            <a:pt x="299371" y="299942"/>
                            <a:pt x="299752" y="299466"/>
                          </a:cubicBezTo>
                          <a:cubicBezTo>
                            <a:pt x="301466" y="297847"/>
                            <a:pt x="303181" y="296228"/>
                            <a:pt x="304895" y="294608"/>
                          </a:cubicBezTo>
                          <a:cubicBezTo>
                            <a:pt x="305467" y="294037"/>
                            <a:pt x="306038" y="293465"/>
                            <a:pt x="306610" y="292894"/>
                          </a:cubicBezTo>
                          <a:cubicBezTo>
                            <a:pt x="306705" y="292799"/>
                            <a:pt x="306896" y="292608"/>
                            <a:pt x="306991" y="292513"/>
                          </a:cubicBezTo>
                          <a:cubicBezTo>
                            <a:pt x="309372" y="290132"/>
                            <a:pt x="311753" y="287846"/>
                            <a:pt x="314134" y="285369"/>
                          </a:cubicBezTo>
                          <a:cubicBezTo>
                            <a:pt x="314325" y="285179"/>
                            <a:pt x="314516" y="284988"/>
                            <a:pt x="314706" y="284798"/>
                          </a:cubicBezTo>
                          <a:cubicBezTo>
                            <a:pt x="315468" y="284036"/>
                            <a:pt x="316230" y="283274"/>
                            <a:pt x="316992" y="282416"/>
                          </a:cubicBezTo>
                          <a:cubicBezTo>
                            <a:pt x="318421" y="280892"/>
                            <a:pt x="319945" y="279368"/>
                            <a:pt x="321374" y="277844"/>
                          </a:cubicBezTo>
                          <a:cubicBezTo>
                            <a:pt x="321755" y="277368"/>
                            <a:pt x="322231" y="276987"/>
                            <a:pt x="322612" y="276511"/>
                          </a:cubicBezTo>
                          <a:cubicBezTo>
                            <a:pt x="323659" y="275368"/>
                            <a:pt x="324707" y="274225"/>
                            <a:pt x="325755" y="273082"/>
                          </a:cubicBezTo>
                          <a:cubicBezTo>
                            <a:pt x="326708" y="272034"/>
                            <a:pt x="327755" y="270891"/>
                            <a:pt x="328708" y="269843"/>
                          </a:cubicBezTo>
                          <a:cubicBezTo>
                            <a:pt x="329184" y="269272"/>
                            <a:pt x="329755" y="268700"/>
                            <a:pt x="330232" y="268224"/>
                          </a:cubicBezTo>
                          <a:cubicBezTo>
                            <a:pt x="331660" y="266605"/>
                            <a:pt x="333089" y="264986"/>
                            <a:pt x="334518" y="263366"/>
                          </a:cubicBezTo>
                          <a:cubicBezTo>
                            <a:pt x="335375" y="262414"/>
                            <a:pt x="336137" y="261461"/>
                            <a:pt x="336995" y="260509"/>
                          </a:cubicBezTo>
                          <a:cubicBezTo>
                            <a:pt x="337375" y="260033"/>
                            <a:pt x="337757" y="259652"/>
                            <a:pt x="338138" y="259175"/>
                          </a:cubicBezTo>
                          <a:cubicBezTo>
                            <a:pt x="340519" y="256318"/>
                            <a:pt x="342900" y="253460"/>
                            <a:pt x="345186" y="250603"/>
                          </a:cubicBezTo>
                          <a:cubicBezTo>
                            <a:pt x="345662" y="250031"/>
                            <a:pt x="346138" y="249460"/>
                            <a:pt x="346615" y="248888"/>
                          </a:cubicBezTo>
                          <a:cubicBezTo>
                            <a:pt x="346710" y="248793"/>
                            <a:pt x="346805" y="248698"/>
                            <a:pt x="346900" y="248603"/>
                          </a:cubicBezTo>
                          <a:cubicBezTo>
                            <a:pt x="349949" y="244793"/>
                            <a:pt x="352901" y="240887"/>
                            <a:pt x="355759" y="237077"/>
                          </a:cubicBezTo>
                          <a:cubicBezTo>
                            <a:pt x="356521" y="236029"/>
                            <a:pt x="357283" y="234982"/>
                            <a:pt x="358045" y="234029"/>
                          </a:cubicBezTo>
                          <a:cubicBezTo>
                            <a:pt x="360235" y="230981"/>
                            <a:pt x="362426" y="227933"/>
                            <a:pt x="364617" y="224885"/>
                          </a:cubicBezTo>
                          <a:cubicBezTo>
                            <a:pt x="365093" y="224219"/>
                            <a:pt x="365570" y="223552"/>
                            <a:pt x="365950" y="222885"/>
                          </a:cubicBezTo>
                          <a:cubicBezTo>
                            <a:pt x="366522" y="222028"/>
                            <a:pt x="367189" y="221171"/>
                            <a:pt x="367760" y="220313"/>
                          </a:cubicBezTo>
                          <a:cubicBezTo>
                            <a:pt x="367855" y="220218"/>
                            <a:pt x="367855" y="220123"/>
                            <a:pt x="367951" y="220123"/>
                          </a:cubicBezTo>
                          <a:cubicBezTo>
                            <a:pt x="368046" y="220028"/>
                            <a:pt x="368046" y="219932"/>
                            <a:pt x="368141" y="219837"/>
                          </a:cubicBezTo>
                          <a:cubicBezTo>
                            <a:pt x="368522" y="219266"/>
                            <a:pt x="368903" y="218694"/>
                            <a:pt x="369189" y="218218"/>
                          </a:cubicBezTo>
                          <a:cubicBezTo>
                            <a:pt x="370999" y="215456"/>
                            <a:pt x="372809" y="212693"/>
                            <a:pt x="374523" y="209931"/>
                          </a:cubicBezTo>
                          <a:cubicBezTo>
                            <a:pt x="375285" y="208788"/>
                            <a:pt x="375952" y="207550"/>
                            <a:pt x="376714" y="206407"/>
                          </a:cubicBezTo>
                          <a:cubicBezTo>
                            <a:pt x="378047" y="204216"/>
                            <a:pt x="379381" y="202025"/>
                            <a:pt x="380619" y="199835"/>
                          </a:cubicBezTo>
                          <a:cubicBezTo>
                            <a:pt x="381381" y="198501"/>
                            <a:pt x="382143" y="197168"/>
                            <a:pt x="382905" y="195834"/>
                          </a:cubicBezTo>
                          <a:cubicBezTo>
                            <a:pt x="384048" y="193834"/>
                            <a:pt x="385191" y="191738"/>
                            <a:pt x="386334" y="189738"/>
                          </a:cubicBezTo>
                          <a:cubicBezTo>
                            <a:pt x="387096" y="188404"/>
                            <a:pt x="387858" y="186976"/>
                            <a:pt x="388525" y="185642"/>
                          </a:cubicBezTo>
                          <a:cubicBezTo>
                            <a:pt x="389572" y="183642"/>
                            <a:pt x="390620" y="181642"/>
                            <a:pt x="391573" y="179642"/>
                          </a:cubicBezTo>
                          <a:cubicBezTo>
                            <a:pt x="391954" y="178879"/>
                            <a:pt x="392335" y="178118"/>
                            <a:pt x="392716" y="177260"/>
                          </a:cubicBezTo>
                          <a:cubicBezTo>
                            <a:pt x="393001" y="176689"/>
                            <a:pt x="393287" y="176117"/>
                            <a:pt x="393573" y="175546"/>
                          </a:cubicBezTo>
                          <a:cubicBezTo>
                            <a:pt x="394621" y="173450"/>
                            <a:pt x="395573" y="171260"/>
                            <a:pt x="396526" y="169164"/>
                          </a:cubicBezTo>
                          <a:cubicBezTo>
                            <a:pt x="397097" y="167926"/>
                            <a:pt x="397669" y="166688"/>
                            <a:pt x="398240" y="165449"/>
                          </a:cubicBezTo>
                          <a:cubicBezTo>
                            <a:pt x="399288" y="163068"/>
                            <a:pt x="400241" y="160687"/>
                            <a:pt x="401193" y="158306"/>
                          </a:cubicBezTo>
                          <a:cubicBezTo>
                            <a:pt x="401479" y="157448"/>
                            <a:pt x="401860" y="156686"/>
                            <a:pt x="402241" y="155829"/>
                          </a:cubicBezTo>
                          <a:cubicBezTo>
                            <a:pt x="402336" y="155639"/>
                            <a:pt x="402431" y="155448"/>
                            <a:pt x="402431" y="155258"/>
                          </a:cubicBezTo>
                          <a:cubicBezTo>
                            <a:pt x="402812" y="154305"/>
                            <a:pt x="403193" y="153257"/>
                            <a:pt x="403574" y="152305"/>
                          </a:cubicBezTo>
                          <a:cubicBezTo>
                            <a:pt x="404336" y="150400"/>
                            <a:pt x="405003" y="148495"/>
                            <a:pt x="405670" y="146590"/>
                          </a:cubicBezTo>
                          <a:cubicBezTo>
                            <a:pt x="406051" y="145447"/>
                            <a:pt x="406432" y="144304"/>
                            <a:pt x="406813" y="143161"/>
                          </a:cubicBezTo>
                          <a:cubicBezTo>
                            <a:pt x="407194" y="141923"/>
                            <a:pt x="407670" y="140684"/>
                            <a:pt x="408051" y="139446"/>
                          </a:cubicBezTo>
                          <a:cubicBezTo>
                            <a:pt x="408242" y="138875"/>
                            <a:pt x="408432" y="138303"/>
                            <a:pt x="408622" y="137732"/>
                          </a:cubicBezTo>
                          <a:cubicBezTo>
                            <a:pt x="408908" y="136970"/>
                            <a:pt x="409099" y="136112"/>
                            <a:pt x="409289" y="135350"/>
                          </a:cubicBezTo>
                          <a:cubicBezTo>
                            <a:pt x="409861" y="133255"/>
                            <a:pt x="410432" y="131254"/>
                            <a:pt x="411004" y="129159"/>
                          </a:cubicBezTo>
                          <a:cubicBezTo>
                            <a:pt x="410623" y="127826"/>
                            <a:pt x="410718" y="127254"/>
                            <a:pt x="410909" y="12658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F7D2">
                            <a:alpha val="100000"/>
                          </a:srgbClr>
                        </a:gs>
                        <a:gs pos="17090">
                          <a:srgbClr val="E8A027">
                            <a:alpha val="100000"/>
                          </a:srgbClr>
                        </a:gs>
                        <a:gs pos="34580">
                          <a:srgbClr val="965200">
                            <a:alpha val="100000"/>
                          </a:srgbClr>
                        </a:gs>
                        <a:gs pos="60439">
                          <a:srgbClr val="965200">
                            <a:alpha val="100000"/>
                          </a:srgbClr>
                        </a:gs>
                        <a:gs pos="83370">
                          <a:srgbClr val="E8A027">
                            <a:alpha val="100000"/>
                          </a:srgbClr>
                        </a:gs>
                        <a:gs pos="99910">
                          <a:srgbClr val="FFD108">
                            <a:alpha val="100000"/>
                          </a:srgbClr>
                        </a:gs>
                      </a:gsLst>
                      <a:lin ang="822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1" name="AutoShape 121"/>
                    <p:cNvSpPr/>
                    <p:nvPr/>
                  </p:nvSpPr>
                  <p:spPr>
                    <a:xfrm>
                      <a:off x="6726343" y="4090390"/>
                      <a:ext cx="403214" cy="392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3214" h="392551">
                          <a:moveTo>
                            <a:pt x="25739" y="374835"/>
                          </a:moveTo>
                          <a:cubicBezTo>
                            <a:pt x="26310" y="375311"/>
                            <a:pt x="26882" y="375787"/>
                            <a:pt x="27453" y="376168"/>
                          </a:cubicBezTo>
                          <a:cubicBezTo>
                            <a:pt x="28501" y="377025"/>
                            <a:pt x="29549" y="377787"/>
                            <a:pt x="30692" y="378549"/>
                          </a:cubicBezTo>
                          <a:cubicBezTo>
                            <a:pt x="31263" y="378930"/>
                            <a:pt x="31739" y="379311"/>
                            <a:pt x="32311" y="379597"/>
                          </a:cubicBezTo>
                          <a:cubicBezTo>
                            <a:pt x="33645" y="380454"/>
                            <a:pt x="34978" y="381216"/>
                            <a:pt x="36312" y="381978"/>
                          </a:cubicBezTo>
                          <a:cubicBezTo>
                            <a:pt x="36692" y="382169"/>
                            <a:pt x="37074" y="382455"/>
                            <a:pt x="37454" y="382645"/>
                          </a:cubicBezTo>
                          <a:cubicBezTo>
                            <a:pt x="39264" y="383598"/>
                            <a:pt x="41074" y="384455"/>
                            <a:pt x="42884" y="385217"/>
                          </a:cubicBezTo>
                          <a:cubicBezTo>
                            <a:pt x="43360" y="385407"/>
                            <a:pt x="43931" y="385598"/>
                            <a:pt x="44408" y="385788"/>
                          </a:cubicBezTo>
                          <a:cubicBezTo>
                            <a:pt x="45837" y="386360"/>
                            <a:pt x="47170" y="386931"/>
                            <a:pt x="48694" y="387408"/>
                          </a:cubicBezTo>
                          <a:cubicBezTo>
                            <a:pt x="49361" y="387598"/>
                            <a:pt x="49932" y="387789"/>
                            <a:pt x="50599" y="387979"/>
                          </a:cubicBezTo>
                          <a:cubicBezTo>
                            <a:pt x="52028" y="388455"/>
                            <a:pt x="53361" y="388836"/>
                            <a:pt x="54790" y="389217"/>
                          </a:cubicBezTo>
                          <a:cubicBezTo>
                            <a:pt x="55552" y="389408"/>
                            <a:pt x="56314" y="389598"/>
                            <a:pt x="57076" y="389789"/>
                          </a:cubicBezTo>
                          <a:cubicBezTo>
                            <a:pt x="58505" y="390075"/>
                            <a:pt x="59838" y="390360"/>
                            <a:pt x="61267" y="390646"/>
                          </a:cubicBezTo>
                          <a:cubicBezTo>
                            <a:pt x="62124" y="390837"/>
                            <a:pt x="62981" y="390932"/>
                            <a:pt x="63839" y="391122"/>
                          </a:cubicBezTo>
                          <a:cubicBezTo>
                            <a:pt x="65267" y="391313"/>
                            <a:pt x="66791" y="391503"/>
                            <a:pt x="68220" y="391694"/>
                          </a:cubicBezTo>
                          <a:cubicBezTo>
                            <a:pt x="68982" y="391789"/>
                            <a:pt x="69744" y="391884"/>
                            <a:pt x="70601" y="391980"/>
                          </a:cubicBezTo>
                          <a:cubicBezTo>
                            <a:pt x="72506" y="392170"/>
                            <a:pt x="74412" y="392265"/>
                            <a:pt x="76316" y="392361"/>
                          </a:cubicBezTo>
                          <a:cubicBezTo>
                            <a:pt x="76697" y="392361"/>
                            <a:pt x="77174" y="392456"/>
                            <a:pt x="77555" y="392456"/>
                          </a:cubicBezTo>
                          <a:cubicBezTo>
                            <a:pt x="79936" y="392551"/>
                            <a:pt x="82317" y="392551"/>
                            <a:pt x="84794" y="392551"/>
                          </a:cubicBezTo>
                          <a:cubicBezTo>
                            <a:pt x="85175" y="392551"/>
                            <a:pt x="85556" y="392551"/>
                            <a:pt x="85937" y="392551"/>
                          </a:cubicBezTo>
                          <a:cubicBezTo>
                            <a:pt x="88032" y="392456"/>
                            <a:pt x="90128" y="392361"/>
                            <a:pt x="92318" y="392265"/>
                          </a:cubicBezTo>
                          <a:cubicBezTo>
                            <a:pt x="92795" y="392265"/>
                            <a:pt x="93366" y="392170"/>
                            <a:pt x="93842" y="392170"/>
                          </a:cubicBezTo>
                          <a:cubicBezTo>
                            <a:pt x="95938" y="391980"/>
                            <a:pt x="97938" y="391789"/>
                            <a:pt x="100034" y="391503"/>
                          </a:cubicBezTo>
                          <a:cubicBezTo>
                            <a:pt x="100700" y="391408"/>
                            <a:pt x="101272" y="391408"/>
                            <a:pt x="101939" y="391313"/>
                          </a:cubicBezTo>
                          <a:cubicBezTo>
                            <a:pt x="103939" y="391027"/>
                            <a:pt x="106034" y="390741"/>
                            <a:pt x="108035" y="390360"/>
                          </a:cubicBezTo>
                          <a:cubicBezTo>
                            <a:pt x="108797" y="390265"/>
                            <a:pt x="109463" y="390170"/>
                            <a:pt x="110225" y="389979"/>
                          </a:cubicBezTo>
                          <a:cubicBezTo>
                            <a:pt x="112321" y="389598"/>
                            <a:pt x="114416" y="389217"/>
                            <a:pt x="116512" y="388741"/>
                          </a:cubicBezTo>
                          <a:cubicBezTo>
                            <a:pt x="117274" y="388551"/>
                            <a:pt x="118036" y="388455"/>
                            <a:pt x="118798" y="388265"/>
                          </a:cubicBezTo>
                          <a:cubicBezTo>
                            <a:pt x="121560" y="387693"/>
                            <a:pt x="124322" y="387027"/>
                            <a:pt x="127180" y="386265"/>
                          </a:cubicBezTo>
                          <a:cubicBezTo>
                            <a:pt x="127275" y="386265"/>
                            <a:pt x="127466" y="386169"/>
                            <a:pt x="127561" y="386169"/>
                          </a:cubicBezTo>
                          <a:cubicBezTo>
                            <a:pt x="130514" y="385407"/>
                            <a:pt x="133466" y="384550"/>
                            <a:pt x="136419" y="383598"/>
                          </a:cubicBezTo>
                          <a:cubicBezTo>
                            <a:pt x="137181" y="383312"/>
                            <a:pt x="138038" y="383121"/>
                            <a:pt x="138800" y="382836"/>
                          </a:cubicBezTo>
                          <a:cubicBezTo>
                            <a:pt x="140991" y="382169"/>
                            <a:pt x="143277" y="381407"/>
                            <a:pt x="145563" y="380645"/>
                          </a:cubicBezTo>
                          <a:cubicBezTo>
                            <a:pt x="146135" y="380454"/>
                            <a:pt x="146706" y="380264"/>
                            <a:pt x="147278" y="379978"/>
                          </a:cubicBezTo>
                          <a:cubicBezTo>
                            <a:pt x="149564" y="379216"/>
                            <a:pt x="151850" y="378359"/>
                            <a:pt x="154136" y="377502"/>
                          </a:cubicBezTo>
                          <a:cubicBezTo>
                            <a:pt x="154993" y="377216"/>
                            <a:pt x="155850" y="376835"/>
                            <a:pt x="156708" y="376549"/>
                          </a:cubicBezTo>
                          <a:cubicBezTo>
                            <a:pt x="158041" y="376073"/>
                            <a:pt x="159279" y="375501"/>
                            <a:pt x="160613" y="374930"/>
                          </a:cubicBezTo>
                          <a:cubicBezTo>
                            <a:pt x="161375" y="374644"/>
                            <a:pt x="162137" y="374358"/>
                            <a:pt x="162899" y="373977"/>
                          </a:cubicBezTo>
                          <a:cubicBezTo>
                            <a:pt x="164042" y="373501"/>
                            <a:pt x="165185" y="373025"/>
                            <a:pt x="166328" y="372549"/>
                          </a:cubicBezTo>
                          <a:cubicBezTo>
                            <a:pt x="168423" y="371691"/>
                            <a:pt x="170424" y="370739"/>
                            <a:pt x="172519" y="369786"/>
                          </a:cubicBezTo>
                          <a:cubicBezTo>
                            <a:pt x="173471" y="369310"/>
                            <a:pt x="174424" y="368929"/>
                            <a:pt x="175376" y="368453"/>
                          </a:cubicBezTo>
                          <a:cubicBezTo>
                            <a:pt x="178234" y="367119"/>
                            <a:pt x="180996" y="365786"/>
                            <a:pt x="183854" y="364262"/>
                          </a:cubicBezTo>
                          <a:cubicBezTo>
                            <a:pt x="184044" y="364167"/>
                            <a:pt x="184330" y="364071"/>
                            <a:pt x="184520" y="363881"/>
                          </a:cubicBezTo>
                          <a:cubicBezTo>
                            <a:pt x="187473" y="362357"/>
                            <a:pt x="190521" y="360738"/>
                            <a:pt x="193474" y="359118"/>
                          </a:cubicBezTo>
                          <a:cubicBezTo>
                            <a:pt x="193569" y="359023"/>
                            <a:pt x="193664" y="359023"/>
                            <a:pt x="193760" y="358928"/>
                          </a:cubicBezTo>
                          <a:cubicBezTo>
                            <a:pt x="194712" y="358356"/>
                            <a:pt x="195665" y="357880"/>
                            <a:pt x="196712" y="357309"/>
                          </a:cubicBezTo>
                          <a:cubicBezTo>
                            <a:pt x="198522" y="356261"/>
                            <a:pt x="200427" y="355213"/>
                            <a:pt x="202237" y="354165"/>
                          </a:cubicBezTo>
                          <a:cubicBezTo>
                            <a:pt x="202523" y="353975"/>
                            <a:pt x="202904" y="353784"/>
                            <a:pt x="203189" y="353594"/>
                          </a:cubicBezTo>
                          <a:cubicBezTo>
                            <a:pt x="204333" y="352927"/>
                            <a:pt x="205571" y="352165"/>
                            <a:pt x="206714" y="351498"/>
                          </a:cubicBezTo>
                          <a:cubicBezTo>
                            <a:pt x="207857" y="350832"/>
                            <a:pt x="209095" y="350070"/>
                            <a:pt x="210238" y="349308"/>
                          </a:cubicBezTo>
                          <a:cubicBezTo>
                            <a:pt x="211095" y="348736"/>
                            <a:pt x="212048" y="348260"/>
                            <a:pt x="212905" y="347688"/>
                          </a:cubicBezTo>
                          <a:cubicBezTo>
                            <a:pt x="214048" y="347022"/>
                            <a:pt x="215191" y="346260"/>
                            <a:pt x="216334" y="345498"/>
                          </a:cubicBezTo>
                          <a:cubicBezTo>
                            <a:pt x="216905" y="345117"/>
                            <a:pt x="217382" y="344831"/>
                            <a:pt x="217953" y="344450"/>
                          </a:cubicBezTo>
                          <a:cubicBezTo>
                            <a:pt x="219477" y="343497"/>
                            <a:pt x="221001" y="342450"/>
                            <a:pt x="222620" y="341497"/>
                          </a:cubicBezTo>
                          <a:cubicBezTo>
                            <a:pt x="223763" y="340735"/>
                            <a:pt x="224811" y="340068"/>
                            <a:pt x="225954" y="339306"/>
                          </a:cubicBezTo>
                          <a:cubicBezTo>
                            <a:pt x="228145" y="337878"/>
                            <a:pt x="230336" y="336354"/>
                            <a:pt x="232526" y="334830"/>
                          </a:cubicBezTo>
                          <a:cubicBezTo>
                            <a:pt x="233479" y="334163"/>
                            <a:pt x="234527" y="333496"/>
                            <a:pt x="235479" y="332734"/>
                          </a:cubicBezTo>
                          <a:cubicBezTo>
                            <a:pt x="237003" y="331686"/>
                            <a:pt x="238527" y="330543"/>
                            <a:pt x="240051" y="329400"/>
                          </a:cubicBezTo>
                          <a:cubicBezTo>
                            <a:pt x="241670" y="328162"/>
                            <a:pt x="243385" y="327019"/>
                            <a:pt x="245004" y="325781"/>
                          </a:cubicBezTo>
                          <a:cubicBezTo>
                            <a:pt x="245766" y="325209"/>
                            <a:pt x="246433" y="324733"/>
                            <a:pt x="247100" y="324162"/>
                          </a:cubicBezTo>
                          <a:cubicBezTo>
                            <a:pt x="249481" y="322352"/>
                            <a:pt x="251862" y="320542"/>
                            <a:pt x="254148" y="318732"/>
                          </a:cubicBezTo>
                          <a:cubicBezTo>
                            <a:pt x="254434" y="318542"/>
                            <a:pt x="254720" y="318351"/>
                            <a:pt x="255005" y="318066"/>
                          </a:cubicBezTo>
                          <a:cubicBezTo>
                            <a:pt x="255196" y="317970"/>
                            <a:pt x="255291" y="317780"/>
                            <a:pt x="255482" y="317685"/>
                          </a:cubicBezTo>
                          <a:cubicBezTo>
                            <a:pt x="257387" y="316161"/>
                            <a:pt x="259196" y="314732"/>
                            <a:pt x="261006" y="313208"/>
                          </a:cubicBezTo>
                          <a:cubicBezTo>
                            <a:pt x="262054" y="312351"/>
                            <a:pt x="263102" y="311589"/>
                            <a:pt x="264149" y="310731"/>
                          </a:cubicBezTo>
                          <a:cubicBezTo>
                            <a:pt x="265102" y="309969"/>
                            <a:pt x="266054" y="309112"/>
                            <a:pt x="266912" y="308350"/>
                          </a:cubicBezTo>
                          <a:cubicBezTo>
                            <a:pt x="267197" y="308160"/>
                            <a:pt x="267483" y="307874"/>
                            <a:pt x="267769" y="307683"/>
                          </a:cubicBezTo>
                          <a:cubicBezTo>
                            <a:pt x="269579" y="306159"/>
                            <a:pt x="271293" y="304635"/>
                            <a:pt x="273103" y="303111"/>
                          </a:cubicBezTo>
                          <a:cubicBezTo>
                            <a:pt x="274151" y="302159"/>
                            <a:pt x="275199" y="301302"/>
                            <a:pt x="276246" y="300349"/>
                          </a:cubicBezTo>
                          <a:cubicBezTo>
                            <a:pt x="277770" y="299016"/>
                            <a:pt x="279199" y="297682"/>
                            <a:pt x="280628" y="296349"/>
                          </a:cubicBezTo>
                          <a:cubicBezTo>
                            <a:pt x="281104" y="295968"/>
                            <a:pt x="281485" y="295587"/>
                            <a:pt x="281961" y="295110"/>
                          </a:cubicBezTo>
                          <a:cubicBezTo>
                            <a:pt x="282914" y="294253"/>
                            <a:pt x="283866" y="293396"/>
                            <a:pt x="284819" y="292443"/>
                          </a:cubicBezTo>
                          <a:cubicBezTo>
                            <a:pt x="285485" y="291872"/>
                            <a:pt x="286152" y="291205"/>
                            <a:pt x="286724" y="290634"/>
                          </a:cubicBezTo>
                          <a:cubicBezTo>
                            <a:pt x="288248" y="289205"/>
                            <a:pt x="289867" y="287681"/>
                            <a:pt x="291391" y="286252"/>
                          </a:cubicBezTo>
                          <a:cubicBezTo>
                            <a:pt x="291962" y="285681"/>
                            <a:pt x="292534" y="285109"/>
                            <a:pt x="293105" y="284538"/>
                          </a:cubicBezTo>
                          <a:cubicBezTo>
                            <a:pt x="295010" y="282728"/>
                            <a:pt x="296820" y="280823"/>
                            <a:pt x="298725" y="279013"/>
                          </a:cubicBezTo>
                          <a:cubicBezTo>
                            <a:pt x="299583" y="278156"/>
                            <a:pt x="300345" y="277394"/>
                            <a:pt x="301202" y="276537"/>
                          </a:cubicBezTo>
                          <a:cubicBezTo>
                            <a:pt x="301964" y="275775"/>
                            <a:pt x="302726" y="275013"/>
                            <a:pt x="303392" y="274251"/>
                          </a:cubicBezTo>
                          <a:cubicBezTo>
                            <a:pt x="303869" y="273774"/>
                            <a:pt x="304250" y="273298"/>
                            <a:pt x="304726" y="272917"/>
                          </a:cubicBezTo>
                          <a:cubicBezTo>
                            <a:pt x="306155" y="271393"/>
                            <a:pt x="307583" y="269869"/>
                            <a:pt x="309012" y="268440"/>
                          </a:cubicBezTo>
                          <a:cubicBezTo>
                            <a:pt x="310060" y="267297"/>
                            <a:pt x="311108" y="266154"/>
                            <a:pt x="312155" y="265011"/>
                          </a:cubicBezTo>
                          <a:cubicBezTo>
                            <a:pt x="313679" y="263392"/>
                            <a:pt x="315108" y="261773"/>
                            <a:pt x="316632" y="260058"/>
                          </a:cubicBezTo>
                          <a:cubicBezTo>
                            <a:pt x="318061" y="258439"/>
                            <a:pt x="319490" y="256820"/>
                            <a:pt x="320918" y="255201"/>
                          </a:cubicBezTo>
                          <a:cubicBezTo>
                            <a:pt x="322157" y="253772"/>
                            <a:pt x="323300" y="252438"/>
                            <a:pt x="324538" y="251010"/>
                          </a:cubicBezTo>
                          <a:cubicBezTo>
                            <a:pt x="326919" y="248152"/>
                            <a:pt x="329300" y="245295"/>
                            <a:pt x="331587" y="242437"/>
                          </a:cubicBezTo>
                          <a:cubicBezTo>
                            <a:pt x="332158" y="241770"/>
                            <a:pt x="332729" y="241104"/>
                            <a:pt x="333206" y="240437"/>
                          </a:cubicBezTo>
                          <a:cubicBezTo>
                            <a:pt x="336254" y="236627"/>
                            <a:pt x="339206" y="232722"/>
                            <a:pt x="342064" y="228912"/>
                          </a:cubicBezTo>
                          <a:cubicBezTo>
                            <a:pt x="342254" y="228721"/>
                            <a:pt x="342350" y="228531"/>
                            <a:pt x="342540" y="228340"/>
                          </a:cubicBezTo>
                          <a:cubicBezTo>
                            <a:pt x="343112" y="227578"/>
                            <a:pt x="343683" y="226721"/>
                            <a:pt x="344255" y="225959"/>
                          </a:cubicBezTo>
                          <a:cubicBezTo>
                            <a:pt x="344255" y="225959"/>
                            <a:pt x="344255" y="225864"/>
                            <a:pt x="344350" y="225864"/>
                          </a:cubicBezTo>
                          <a:cubicBezTo>
                            <a:pt x="346541" y="222816"/>
                            <a:pt x="348731" y="219768"/>
                            <a:pt x="350922" y="216720"/>
                          </a:cubicBezTo>
                          <a:cubicBezTo>
                            <a:pt x="351970" y="215196"/>
                            <a:pt x="353018" y="213672"/>
                            <a:pt x="354066" y="212148"/>
                          </a:cubicBezTo>
                          <a:cubicBezTo>
                            <a:pt x="354161" y="212052"/>
                            <a:pt x="354161" y="211957"/>
                            <a:pt x="354256" y="211957"/>
                          </a:cubicBezTo>
                          <a:cubicBezTo>
                            <a:pt x="354732" y="211290"/>
                            <a:pt x="355113" y="210624"/>
                            <a:pt x="355494" y="210052"/>
                          </a:cubicBezTo>
                          <a:cubicBezTo>
                            <a:pt x="357304" y="207290"/>
                            <a:pt x="359114" y="204528"/>
                            <a:pt x="360828" y="201765"/>
                          </a:cubicBezTo>
                          <a:cubicBezTo>
                            <a:pt x="361590" y="200622"/>
                            <a:pt x="362257" y="199384"/>
                            <a:pt x="363019" y="198241"/>
                          </a:cubicBezTo>
                          <a:cubicBezTo>
                            <a:pt x="364352" y="196050"/>
                            <a:pt x="365686" y="193860"/>
                            <a:pt x="367020" y="191669"/>
                          </a:cubicBezTo>
                          <a:cubicBezTo>
                            <a:pt x="367781" y="190335"/>
                            <a:pt x="368543" y="189002"/>
                            <a:pt x="369305" y="187668"/>
                          </a:cubicBezTo>
                          <a:cubicBezTo>
                            <a:pt x="370449" y="185668"/>
                            <a:pt x="371591" y="183573"/>
                            <a:pt x="372734" y="181572"/>
                          </a:cubicBezTo>
                          <a:cubicBezTo>
                            <a:pt x="373496" y="180239"/>
                            <a:pt x="374258" y="178810"/>
                            <a:pt x="374925" y="177477"/>
                          </a:cubicBezTo>
                          <a:cubicBezTo>
                            <a:pt x="375973" y="175476"/>
                            <a:pt x="377021" y="173476"/>
                            <a:pt x="377973" y="171476"/>
                          </a:cubicBezTo>
                          <a:cubicBezTo>
                            <a:pt x="378640" y="170142"/>
                            <a:pt x="379307" y="168809"/>
                            <a:pt x="379974" y="167380"/>
                          </a:cubicBezTo>
                          <a:cubicBezTo>
                            <a:pt x="381021" y="165285"/>
                            <a:pt x="381974" y="163094"/>
                            <a:pt x="382926" y="160998"/>
                          </a:cubicBezTo>
                          <a:cubicBezTo>
                            <a:pt x="383498" y="159760"/>
                            <a:pt x="384069" y="158522"/>
                            <a:pt x="384641" y="157188"/>
                          </a:cubicBezTo>
                          <a:cubicBezTo>
                            <a:pt x="385688" y="154807"/>
                            <a:pt x="386641" y="152426"/>
                            <a:pt x="387593" y="150045"/>
                          </a:cubicBezTo>
                          <a:cubicBezTo>
                            <a:pt x="387974" y="149092"/>
                            <a:pt x="388451" y="148044"/>
                            <a:pt x="388832" y="147092"/>
                          </a:cubicBezTo>
                          <a:cubicBezTo>
                            <a:pt x="389213" y="146139"/>
                            <a:pt x="389594" y="145092"/>
                            <a:pt x="389975" y="144139"/>
                          </a:cubicBezTo>
                          <a:cubicBezTo>
                            <a:pt x="390546" y="142615"/>
                            <a:pt x="391118" y="141091"/>
                            <a:pt x="391689" y="139567"/>
                          </a:cubicBezTo>
                          <a:cubicBezTo>
                            <a:pt x="391784" y="139186"/>
                            <a:pt x="391975" y="138805"/>
                            <a:pt x="392070" y="138424"/>
                          </a:cubicBezTo>
                          <a:cubicBezTo>
                            <a:pt x="392451" y="137281"/>
                            <a:pt x="392832" y="136138"/>
                            <a:pt x="393213" y="134995"/>
                          </a:cubicBezTo>
                          <a:cubicBezTo>
                            <a:pt x="393308" y="134614"/>
                            <a:pt x="393499" y="134233"/>
                            <a:pt x="393594" y="133852"/>
                          </a:cubicBezTo>
                          <a:cubicBezTo>
                            <a:pt x="394070" y="132423"/>
                            <a:pt x="394547" y="130995"/>
                            <a:pt x="395023" y="129566"/>
                          </a:cubicBezTo>
                          <a:cubicBezTo>
                            <a:pt x="395309" y="128804"/>
                            <a:pt x="395499" y="127947"/>
                            <a:pt x="395785" y="127185"/>
                          </a:cubicBezTo>
                          <a:cubicBezTo>
                            <a:pt x="396071" y="126232"/>
                            <a:pt x="396356" y="125184"/>
                            <a:pt x="396642" y="124232"/>
                          </a:cubicBezTo>
                          <a:cubicBezTo>
                            <a:pt x="396928" y="123184"/>
                            <a:pt x="397214" y="122136"/>
                            <a:pt x="397499" y="121089"/>
                          </a:cubicBezTo>
                          <a:cubicBezTo>
                            <a:pt x="397690" y="120422"/>
                            <a:pt x="397880" y="119850"/>
                            <a:pt x="397976" y="119184"/>
                          </a:cubicBezTo>
                          <a:cubicBezTo>
                            <a:pt x="398166" y="118326"/>
                            <a:pt x="398357" y="117564"/>
                            <a:pt x="398547" y="116707"/>
                          </a:cubicBezTo>
                          <a:cubicBezTo>
                            <a:pt x="398547" y="116612"/>
                            <a:pt x="398547" y="116517"/>
                            <a:pt x="398642" y="116421"/>
                          </a:cubicBezTo>
                          <a:cubicBezTo>
                            <a:pt x="399214" y="113850"/>
                            <a:pt x="399785" y="111373"/>
                            <a:pt x="400262" y="108897"/>
                          </a:cubicBezTo>
                          <a:cubicBezTo>
                            <a:pt x="400452" y="107754"/>
                            <a:pt x="400738" y="106515"/>
                            <a:pt x="400929" y="105372"/>
                          </a:cubicBezTo>
                          <a:cubicBezTo>
                            <a:pt x="401214" y="103467"/>
                            <a:pt x="401500" y="101658"/>
                            <a:pt x="401786" y="99753"/>
                          </a:cubicBezTo>
                          <a:cubicBezTo>
                            <a:pt x="401976" y="98514"/>
                            <a:pt x="402167" y="97276"/>
                            <a:pt x="402262" y="95943"/>
                          </a:cubicBezTo>
                          <a:cubicBezTo>
                            <a:pt x="402452" y="94514"/>
                            <a:pt x="402548" y="93085"/>
                            <a:pt x="402643" y="91656"/>
                          </a:cubicBezTo>
                          <a:cubicBezTo>
                            <a:pt x="402738" y="90323"/>
                            <a:pt x="402833" y="88989"/>
                            <a:pt x="402929" y="87656"/>
                          </a:cubicBezTo>
                          <a:cubicBezTo>
                            <a:pt x="403024" y="86322"/>
                            <a:pt x="403024" y="85084"/>
                            <a:pt x="403119" y="83751"/>
                          </a:cubicBezTo>
                          <a:cubicBezTo>
                            <a:pt x="403119" y="82417"/>
                            <a:pt x="403214" y="80988"/>
                            <a:pt x="403214" y="79655"/>
                          </a:cubicBezTo>
                          <a:cubicBezTo>
                            <a:pt x="403214" y="78512"/>
                            <a:pt x="403214" y="77369"/>
                            <a:pt x="403119" y="76226"/>
                          </a:cubicBezTo>
                          <a:cubicBezTo>
                            <a:pt x="403024" y="74797"/>
                            <a:pt x="403024" y="73464"/>
                            <a:pt x="402929" y="72035"/>
                          </a:cubicBezTo>
                          <a:cubicBezTo>
                            <a:pt x="402833" y="70987"/>
                            <a:pt x="402738" y="69939"/>
                            <a:pt x="402643" y="68987"/>
                          </a:cubicBezTo>
                          <a:cubicBezTo>
                            <a:pt x="402548" y="67558"/>
                            <a:pt x="402357" y="66225"/>
                            <a:pt x="402167" y="64796"/>
                          </a:cubicBezTo>
                          <a:cubicBezTo>
                            <a:pt x="402071" y="63843"/>
                            <a:pt x="401881" y="62891"/>
                            <a:pt x="401691" y="61938"/>
                          </a:cubicBezTo>
                          <a:cubicBezTo>
                            <a:pt x="401405" y="60510"/>
                            <a:pt x="401119" y="59081"/>
                            <a:pt x="400833" y="57652"/>
                          </a:cubicBezTo>
                          <a:cubicBezTo>
                            <a:pt x="400643" y="56890"/>
                            <a:pt x="400452" y="56033"/>
                            <a:pt x="400262" y="55271"/>
                          </a:cubicBezTo>
                          <a:cubicBezTo>
                            <a:pt x="399690" y="53175"/>
                            <a:pt x="399119" y="51080"/>
                            <a:pt x="398452" y="48984"/>
                          </a:cubicBezTo>
                          <a:cubicBezTo>
                            <a:pt x="397690" y="46794"/>
                            <a:pt x="396928" y="44698"/>
                            <a:pt x="396071" y="42698"/>
                          </a:cubicBezTo>
                          <a:cubicBezTo>
                            <a:pt x="395975" y="42412"/>
                            <a:pt x="395880" y="42222"/>
                            <a:pt x="395690" y="41936"/>
                          </a:cubicBezTo>
                          <a:cubicBezTo>
                            <a:pt x="394928" y="40221"/>
                            <a:pt x="394070" y="38602"/>
                            <a:pt x="393213" y="36983"/>
                          </a:cubicBezTo>
                          <a:cubicBezTo>
                            <a:pt x="392927" y="36507"/>
                            <a:pt x="392642" y="35935"/>
                            <a:pt x="392356" y="35459"/>
                          </a:cubicBezTo>
                          <a:cubicBezTo>
                            <a:pt x="391594" y="34125"/>
                            <a:pt x="390832" y="32887"/>
                            <a:pt x="389975" y="31649"/>
                          </a:cubicBezTo>
                          <a:cubicBezTo>
                            <a:pt x="389499" y="30887"/>
                            <a:pt x="388927" y="30220"/>
                            <a:pt x="388451" y="29458"/>
                          </a:cubicBezTo>
                          <a:cubicBezTo>
                            <a:pt x="387784" y="28506"/>
                            <a:pt x="387022" y="27553"/>
                            <a:pt x="386260" y="26601"/>
                          </a:cubicBezTo>
                          <a:cubicBezTo>
                            <a:pt x="385593" y="25839"/>
                            <a:pt x="385022" y="25077"/>
                            <a:pt x="384355" y="24410"/>
                          </a:cubicBezTo>
                          <a:cubicBezTo>
                            <a:pt x="345493" y="-19215"/>
                            <a:pt x="252243" y="-3879"/>
                            <a:pt x="158136" y="66510"/>
                          </a:cubicBezTo>
                          <a:cubicBezTo>
                            <a:pt x="49456" y="147759"/>
                            <a:pt x="-19219" y="271679"/>
                            <a:pt x="4784" y="343212"/>
                          </a:cubicBezTo>
                          <a:cubicBezTo>
                            <a:pt x="8403" y="354070"/>
                            <a:pt x="14023" y="363024"/>
                            <a:pt x="21167" y="370263"/>
                          </a:cubicBezTo>
                          <a:cubicBezTo>
                            <a:pt x="21738" y="370834"/>
                            <a:pt x="22214" y="371310"/>
                            <a:pt x="22786" y="371882"/>
                          </a:cubicBezTo>
                          <a:cubicBezTo>
                            <a:pt x="23834" y="373215"/>
                            <a:pt x="24786" y="374073"/>
                            <a:pt x="25739" y="374835"/>
                          </a:cubicBezTo>
                          <a:close/>
                          <a:moveTo>
                            <a:pt x="41074" y="252629"/>
                          </a:moveTo>
                          <a:cubicBezTo>
                            <a:pt x="41264" y="252153"/>
                            <a:pt x="41360" y="251676"/>
                            <a:pt x="41550" y="251200"/>
                          </a:cubicBezTo>
                          <a:cubicBezTo>
                            <a:pt x="41645" y="250914"/>
                            <a:pt x="41741" y="250629"/>
                            <a:pt x="41836" y="250343"/>
                          </a:cubicBezTo>
                          <a:cubicBezTo>
                            <a:pt x="42122" y="249295"/>
                            <a:pt x="42503" y="248247"/>
                            <a:pt x="42884" y="247295"/>
                          </a:cubicBezTo>
                          <a:cubicBezTo>
                            <a:pt x="43074" y="246628"/>
                            <a:pt x="43360" y="245961"/>
                            <a:pt x="43550" y="245199"/>
                          </a:cubicBezTo>
                          <a:cubicBezTo>
                            <a:pt x="45170" y="240532"/>
                            <a:pt x="47075" y="235674"/>
                            <a:pt x="49075" y="230912"/>
                          </a:cubicBezTo>
                          <a:cubicBezTo>
                            <a:pt x="50313" y="228054"/>
                            <a:pt x="51551" y="225197"/>
                            <a:pt x="52885" y="222339"/>
                          </a:cubicBezTo>
                          <a:cubicBezTo>
                            <a:pt x="55362" y="217196"/>
                            <a:pt x="57933" y="212052"/>
                            <a:pt x="60886" y="206814"/>
                          </a:cubicBezTo>
                          <a:cubicBezTo>
                            <a:pt x="61457" y="205766"/>
                            <a:pt x="62124" y="204718"/>
                            <a:pt x="62696" y="203575"/>
                          </a:cubicBezTo>
                          <a:cubicBezTo>
                            <a:pt x="63362" y="202432"/>
                            <a:pt x="63934" y="201384"/>
                            <a:pt x="64601" y="200241"/>
                          </a:cubicBezTo>
                          <a:cubicBezTo>
                            <a:pt x="64887" y="199860"/>
                            <a:pt x="65077" y="199384"/>
                            <a:pt x="65363" y="198908"/>
                          </a:cubicBezTo>
                          <a:cubicBezTo>
                            <a:pt x="66220" y="197574"/>
                            <a:pt x="67077" y="196146"/>
                            <a:pt x="67839" y="194812"/>
                          </a:cubicBezTo>
                          <a:cubicBezTo>
                            <a:pt x="68411" y="193860"/>
                            <a:pt x="69077" y="192812"/>
                            <a:pt x="69649" y="191859"/>
                          </a:cubicBezTo>
                          <a:cubicBezTo>
                            <a:pt x="71078" y="189573"/>
                            <a:pt x="72506" y="187287"/>
                            <a:pt x="74030" y="185097"/>
                          </a:cubicBezTo>
                          <a:cubicBezTo>
                            <a:pt x="74316" y="184620"/>
                            <a:pt x="74602" y="184144"/>
                            <a:pt x="74983" y="183668"/>
                          </a:cubicBezTo>
                          <a:cubicBezTo>
                            <a:pt x="75078" y="183573"/>
                            <a:pt x="75078" y="183477"/>
                            <a:pt x="75174" y="183382"/>
                          </a:cubicBezTo>
                          <a:cubicBezTo>
                            <a:pt x="75174" y="183287"/>
                            <a:pt x="75269" y="183287"/>
                            <a:pt x="75269" y="183192"/>
                          </a:cubicBezTo>
                          <a:cubicBezTo>
                            <a:pt x="75745" y="182525"/>
                            <a:pt x="76221" y="181763"/>
                            <a:pt x="76697" y="181096"/>
                          </a:cubicBezTo>
                          <a:cubicBezTo>
                            <a:pt x="77078" y="180525"/>
                            <a:pt x="77459" y="179953"/>
                            <a:pt x="77841" y="179477"/>
                          </a:cubicBezTo>
                          <a:cubicBezTo>
                            <a:pt x="78698" y="178143"/>
                            <a:pt x="79650" y="176905"/>
                            <a:pt x="80507" y="175572"/>
                          </a:cubicBezTo>
                          <a:cubicBezTo>
                            <a:pt x="81365" y="174333"/>
                            <a:pt x="82317" y="173095"/>
                            <a:pt x="83270" y="171857"/>
                          </a:cubicBezTo>
                          <a:cubicBezTo>
                            <a:pt x="83937" y="171000"/>
                            <a:pt x="84508" y="170142"/>
                            <a:pt x="85175" y="169285"/>
                          </a:cubicBezTo>
                          <a:cubicBezTo>
                            <a:pt x="87556" y="166047"/>
                            <a:pt x="90032" y="162903"/>
                            <a:pt x="92509" y="159760"/>
                          </a:cubicBezTo>
                          <a:cubicBezTo>
                            <a:pt x="92604" y="159665"/>
                            <a:pt x="92699" y="159570"/>
                            <a:pt x="92699" y="159474"/>
                          </a:cubicBezTo>
                          <a:cubicBezTo>
                            <a:pt x="93080" y="158998"/>
                            <a:pt x="93462" y="158522"/>
                            <a:pt x="93842" y="158046"/>
                          </a:cubicBezTo>
                          <a:cubicBezTo>
                            <a:pt x="95747" y="155664"/>
                            <a:pt x="97748" y="153283"/>
                            <a:pt x="99748" y="150902"/>
                          </a:cubicBezTo>
                          <a:cubicBezTo>
                            <a:pt x="100034" y="150521"/>
                            <a:pt x="100415" y="150140"/>
                            <a:pt x="100700" y="149854"/>
                          </a:cubicBezTo>
                          <a:cubicBezTo>
                            <a:pt x="101367" y="149092"/>
                            <a:pt x="102034" y="148235"/>
                            <a:pt x="102701" y="147473"/>
                          </a:cubicBezTo>
                          <a:cubicBezTo>
                            <a:pt x="103844" y="146139"/>
                            <a:pt x="105082" y="144806"/>
                            <a:pt x="106225" y="143472"/>
                          </a:cubicBezTo>
                          <a:cubicBezTo>
                            <a:pt x="106606" y="142996"/>
                            <a:pt x="107082" y="142520"/>
                            <a:pt x="107463" y="142139"/>
                          </a:cubicBezTo>
                          <a:cubicBezTo>
                            <a:pt x="108320" y="141282"/>
                            <a:pt x="109082" y="140329"/>
                            <a:pt x="109940" y="139472"/>
                          </a:cubicBezTo>
                          <a:cubicBezTo>
                            <a:pt x="110797" y="138519"/>
                            <a:pt x="111654" y="137567"/>
                            <a:pt x="112607" y="136614"/>
                          </a:cubicBezTo>
                          <a:cubicBezTo>
                            <a:pt x="112988" y="136233"/>
                            <a:pt x="113274" y="135948"/>
                            <a:pt x="113654" y="135567"/>
                          </a:cubicBezTo>
                          <a:cubicBezTo>
                            <a:pt x="114797" y="134328"/>
                            <a:pt x="116036" y="133090"/>
                            <a:pt x="117274" y="131852"/>
                          </a:cubicBezTo>
                          <a:cubicBezTo>
                            <a:pt x="117941" y="131185"/>
                            <a:pt x="118512" y="130518"/>
                            <a:pt x="119179" y="129852"/>
                          </a:cubicBezTo>
                          <a:cubicBezTo>
                            <a:pt x="119370" y="129661"/>
                            <a:pt x="119465" y="129566"/>
                            <a:pt x="119655" y="129375"/>
                          </a:cubicBezTo>
                          <a:cubicBezTo>
                            <a:pt x="121560" y="127375"/>
                            <a:pt x="123560" y="125470"/>
                            <a:pt x="125561" y="123470"/>
                          </a:cubicBezTo>
                          <a:cubicBezTo>
                            <a:pt x="125656" y="123375"/>
                            <a:pt x="125751" y="123279"/>
                            <a:pt x="125846" y="123184"/>
                          </a:cubicBezTo>
                          <a:cubicBezTo>
                            <a:pt x="126323" y="122708"/>
                            <a:pt x="126799" y="122232"/>
                            <a:pt x="127275" y="121851"/>
                          </a:cubicBezTo>
                          <a:cubicBezTo>
                            <a:pt x="128704" y="120517"/>
                            <a:pt x="130133" y="119088"/>
                            <a:pt x="131562" y="117755"/>
                          </a:cubicBezTo>
                          <a:cubicBezTo>
                            <a:pt x="131942" y="117374"/>
                            <a:pt x="132324" y="116993"/>
                            <a:pt x="132704" y="116707"/>
                          </a:cubicBezTo>
                          <a:cubicBezTo>
                            <a:pt x="133466" y="115945"/>
                            <a:pt x="134324" y="115278"/>
                            <a:pt x="135086" y="114516"/>
                          </a:cubicBezTo>
                          <a:cubicBezTo>
                            <a:pt x="135943" y="113754"/>
                            <a:pt x="136800" y="112897"/>
                            <a:pt x="137753" y="112135"/>
                          </a:cubicBezTo>
                          <a:cubicBezTo>
                            <a:pt x="138420" y="111468"/>
                            <a:pt x="139181" y="110897"/>
                            <a:pt x="139848" y="110230"/>
                          </a:cubicBezTo>
                          <a:cubicBezTo>
                            <a:pt x="140705" y="109468"/>
                            <a:pt x="141563" y="108706"/>
                            <a:pt x="142420" y="107944"/>
                          </a:cubicBezTo>
                          <a:cubicBezTo>
                            <a:pt x="142991" y="107468"/>
                            <a:pt x="143563" y="106992"/>
                            <a:pt x="144039" y="106515"/>
                          </a:cubicBezTo>
                          <a:cubicBezTo>
                            <a:pt x="145182" y="105563"/>
                            <a:pt x="146325" y="104610"/>
                            <a:pt x="147468" y="103658"/>
                          </a:cubicBezTo>
                          <a:cubicBezTo>
                            <a:pt x="148230" y="102991"/>
                            <a:pt x="148992" y="102324"/>
                            <a:pt x="149849" y="101658"/>
                          </a:cubicBezTo>
                          <a:cubicBezTo>
                            <a:pt x="150135" y="101467"/>
                            <a:pt x="150421" y="101181"/>
                            <a:pt x="150612" y="100991"/>
                          </a:cubicBezTo>
                          <a:cubicBezTo>
                            <a:pt x="152707" y="99276"/>
                            <a:pt x="154802" y="97562"/>
                            <a:pt x="156898" y="95847"/>
                          </a:cubicBezTo>
                          <a:cubicBezTo>
                            <a:pt x="157088" y="95752"/>
                            <a:pt x="157184" y="95562"/>
                            <a:pt x="157374" y="95466"/>
                          </a:cubicBezTo>
                          <a:cubicBezTo>
                            <a:pt x="157374" y="95466"/>
                            <a:pt x="157374" y="95466"/>
                            <a:pt x="157470" y="95466"/>
                          </a:cubicBezTo>
                          <a:cubicBezTo>
                            <a:pt x="159755" y="93657"/>
                            <a:pt x="162137" y="91847"/>
                            <a:pt x="164423" y="90132"/>
                          </a:cubicBezTo>
                          <a:cubicBezTo>
                            <a:pt x="164804" y="89847"/>
                            <a:pt x="165280" y="89466"/>
                            <a:pt x="165661" y="89180"/>
                          </a:cubicBezTo>
                          <a:cubicBezTo>
                            <a:pt x="166233" y="88799"/>
                            <a:pt x="166804" y="88418"/>
                            <a:pt x="167280" y="87942"/>
                          </a:cubicBezTo>
                          <a:cubicBezTo>
                            <a:pt x="171947" y="84513"/>
                            <a:pt x="176615" y="81179"/>
                            <a:pt x="181187" y="78131"/>
                          </a:cubicBezTo>
                          <a:cubicBezTo>
                            <a:pt x="182139" y="77464"/>
                            <a:pt x="183092" y="76797"/>
                            <a:pt x="184139" y="76226"/>
                          </a:cubicBezTo>
                          <a:cubicBezTo>
                            <a:pt x="184806" y="75750"/>
                            <a:pt x="185568" y="75369"/>
                            <a:pt x="186235" y="74892"/>
                          </a:cubicBezTo>
                          <a:cubicBezTo>
                            <a:pt x="187092" y="74321"/>
                            <a:pt x="187949" y="73749"/>
                            <a:pt x="188902" y="73178"/>
                          </a:cubicBezTo>
                          <a:cubicBezTo>
                            <a:pt x="190045" y="72511"/>
                            <a:pt x="191093" y="71749"/>
                            <a:pt x="192236" y="71082"/>
                          </a:cubicBezTo>
                          <a:cubicBezTo>
                            <a:pt x="192712" y="70797"/>
                            <a:pt x="193283" y="70511"/>
                            <a:pt x="193760" y="70130"/>
                          </a:cubicBezTo>
                          <a:cubicBezTo>
                            <a:pt x="194808" y="69463"/>
                            <a:pt x="195760" y="68892"/>
                            <a:pt x="196808" y="68320"/>
                          </a:cubicBezTo>
                          <a:cubicBezTo>
                            <a:pt x="197665" y="67844"/>
                            <a:pt x="198427" y="67272"/>
                            <a:pt x="199284" y="66796"/>
                          </a:cubicBezTo>
                          <a:cubicBezTo>
                            <a:pt x="204809" y="63558"/>
                            <a:pt x="210333" y="60510"/>
                            <a:pt x="215762" y="57747"/>
                          </a:cubicBezTo>
                          <a:cubicBezTo>
                            <a:pt x="232145" y="49461"/>
                            <a:pt x="248052" y="43269"/>
                            <a:pt x="263006" y="39364"/>
                          </a:cubicBezTo>
                          <a:cubicBezTo>
                            <a:pt x="263197" y="39269"/>
                            <a:pt x="263387" y="39269"/>
                            <a:pt x="263578" y="39269"/>
                          </a:cubicBezTo>
                          <a:cubicBezTo>
                            <a:pt x="265578" y="38697"/>
                            <a:pt x="267579" y="38221"/>
                            <a:pt x="269579" y="37840"/>
                          </a:cubicBezTo>
                          <a:cubicBezTo>
                            <a:pt x="270626" y="37650"/>
                            <a:pt x="271674" y="37364"/>
                            <a:pt x="272722" y="37173"/>
                          </a:cubicBezTo>
                          <a:cubicBezTo>
                            <a:pt x="274055" y="36888"/>
                            <a:pt x="275484" y="36602"/>
                            <a:pt x="276818" y="36411"/>
                          </a:cubicBezTo>
                          <a:cubicBezTo>
                            <a:pt x="277104" y="36316"/>
                            <a:pt x="277389" y="36316"/>
                            <a:pt x="277675" y="36221"/>
                          </a:cubicBezTo>
                          <a:cubicBezTo>
                            <a:pt x="282437" y="35364"/>
                            <a:pt x="287105" y="34792"/>
                            <a:pt x="291581" y="34506"/>
                          </a:cubicBezTo>
                          <a:cubicBezTo>
                            <a:pt x="292343" y="34411"/>
                            <a:pt x="293201" y="34411"/>
                            <a:pt x="293963" y="34411"/>
                          </a:cubicBezTo>
                          <a:cubicBezTo>
                            <a:pt x="295201" y="34316"/>
                            <a:pt x="296439" y="34316"/>
                            <a:pt x="297582" y="34221"/>
                          </a:cubicBezTo>
                          <a:cubicBezTo>
                            <a:pt x="298535" y="34221"/>
                            <a:pt x="299487" y="34221"/>
                            <a:pt x="300440" y="34221"/>
                          </a:cubicBezTo>
                          <a:cubicBezTo>
                            <a:pt x="301297" y="34221"/>
                            <a:pt x="302154" y="34221"/>
                            <a:pt x="302916" y="34221"/>
                          </a:cubicBezTo>
                          <a:cubicBezTo>
                            <a:pt x="307679" y="34316"/>
                            <a:pt x="312346" y="34697"/>
                            <a:pt x="316727" y="35459"/>
                          </a:cubicBezTo>
                          <a:cubicBezTo>
                            <a:pt x="318633" y="35745"/>
                            <a:pt x="320537" y="36221"/>
                            <a:pt x="322442" y="36602"/>
                          </a:cubicBezTo>
                          <a:cubicBezTo>
                            <a:pt x="323014" y="36697"/>
                            <a:pt x="323490" y="36888"/>
                            <a:pt x="323966" y="37078"/>
                          </a:cubicBezTo>
                          <a:cubicBezTo>
                            <a:pt x="324919" y="37364"/>
                            <a:pt x="325871" y="37554"/>
                            <a:pt x="326824" y="37935"/>
                          </a:cubicBezTo>
                          <a:cubicBezTo>
                            <a:pt x="327681" y="38221"/>
                            <a:pt x="328443" y="38507"/>
                            <a:pt x="329300" y="38793"/>
                          </a:cubicBezTo>
                          <a:cubicBezTo>
                            <a:pt x="330158" y="39078"/>
                            <a:pt x="330920" y="39364"/>
                            <a:pt x="331777" y="39745"/>
                          </a:cubicBezTo>
                          <a:cubicBezTo>
                            <a:pt x="332253" y="39936"/>
                            <a:pt x="332634" y="40031"/>
                            <a:pt x="333110" y="40221"/>
                          </a:cubicBezTo>
                          <a:cubicBezTo>
                            <a:pt x="348160" y="46603"/>
                            <a:pt x="359209" y="58033"/>
                            <a:pt x="364829" y="74702"/>
                          </a:cubicBezTo>
                          <a:cubicBezTo>
                            <a:pt x="365495" y="76512"/>
                            <a:pt x="365972" y="78417"/>
                            <a:pt x="366448" y="80417"/>
                          </a:cubicBezTo>
                          <a:cubicBezTo>
                            <a:pt x="366543" y="80893"/>
                            <a:pt x="366638" y="81369"/>
                            <a:pt x="366734" y="81941"/>
                          </a:cubicBezTo>
                          <a:cubicBezTo>
                            <a:pt x="367020" y="83084"/>
                            <a:pt x="367210" y="84322"/>
                            <a:pt x="367496" y="85560"/>
                          </a:cubicBezTo>
                          <a:cubicBezTo>
                            <a:pt x="367591" y="86322"/>
                            <a:pt x="367781" y="87084"/>
                            <a:pt x="367877" y="87942"/>
                          </a:cubicBezTo>
                          <a:cubicBezTo>
                            <a:pt x="368067" y="89085"/>
                            <a:pt x="368162" y="90228"/>
                            <a:pt x="368353" y="91371"/>
                          </a:cubicBezTo>
                          <a:cubicBezTo>
                            <a:pt x="368448" y="92228"/>
                            <a:pt x="368543" y="93085"/>
                            <a:pt x="368543" y="93942"/>
                          </a:cubicBezTo>
                          <a:cubicBezTo>
                            <a:pt x="368543" y="94228"/>
                            <a:pt x="368543" y="94514"/>
                            <a:pt x="368639" y="94800"/>
                          </a:cubicBezTo>
                          <a:lnTo>
                            <a:pt x="368639" y="94800"/>
                          </a:lnTo>
                          <a:lnTo>
                            <a:pt x="368639" y="94800"/>
                          </a:lnTo>
                          <a:cubicBezTo>
                            <a:pt x="368639" y="94895"/>
                            <a:pt x="368639" y="95085"/>
                            <a:pt x="368639" y="95181"/>
                          </a:cubicBezTo>
                          <a:cubicBezTo>
                            <a:pt x="368639" y="95466"/>
                            <a:pt x="368639" y="95847"/>
                            <a:pt x="368734" y="96228"/>
                          </a:cubicBezTo>
                          <a:cubicBezTo>
                            <a:pt x="368734" y="96609"/>
                            <a:pt x="368829" y="96990"/>
                            <a:pt x="368829" y="97371"/>
                          </a:cubicBezTo>
                          <a:cubicBezTo>
                            <a:pt x="368829" y="98324"/>
                            <a:pt x="368924" y="99276"/>
                            <a:pt x="368924" y="100229"/>
                          </a:cubicBezTo>
                          <a:cubicBezTo>
                            <a:pt x="368924" y="100991"/>
                            <a:pt x="368924" y="101658"/>
                            <a:pt x="368924" y="102420"/>
                          </a:cubicBezTo>
                          <a:cubicBezTo>
                            <a:pt x="368924" y="102801"/>
                            <a:pt x="368924" y="103182"/>
                            <a:pt x="368924" y="103563"/>
                          </a:cubicBezTo>
                          <a:cubicBezTo>
                            <a:pt x="368924" y="104610"/>
                            <a:pt x="368829" y="105658"/>
                            <a:pt x="368829" y="106801"/>
                          </a:cubicBezTo>
                          <a:cubicBezTo>
                            <a:pt x="368829" y="107468"/>
                            <a:pt x="368734" y="108135"/>
                            <a:pt x="368734" y="108801"/>
                          </a:cubicBezTo>
                          <a:cubicBezTo>
                            <a:pt x="368734" y="109278"/>
                            <a:pt x="368639" y="109659"/>
                            <a:pt x="368639" y="110135"/>
                          </a:cubicBezTo>
                          <a:cubicBezTo>
                            <a:pt x="368543" y="110802"/>
                            <a:pt x="368543" y="111564"/>
                            <a:pt x="368448" y="112230"/>
                          </a:cubicBezTo>
                          <a:cubicBezTo>
                            <a:pt x="368353" y="112707"/>
                            <a:pt x="368353" y="113183"/>
                            <a:pt x="368258" y="113754"/>
                          </a:cubicBezTo>
                          <a:cubicBezTo>
                            <a:pt x="368162" y="114802"/>
                            <a:pt x="367972" y="115755"/>
                            <a:pt x="367877" y="116802"/>
                          </a:cubicBezTo>
                          <a:cubicBezTo>
                            <a:pt x="367877" y="116802"/>
                            <a:pt x="367877" y="116802"/>
                            <a:pt x="367877" y="116802"/>
                          </a:cubicBezTo>
                          <a:cubicBezTo>
                            <a:pt x="367686" y="118326"/>
                            <a:pt x="367400" y="119850"/>
                            <a:pt x="367115" y="121470"/>
                          </a:cubicBezTo>
                          <a:cubicBezTo>
                            <a:pt x="366924" y="122422"/>
                            <a:pt x="366734" y="123375"/>
                            <a:pt x="366543" y="124422"/>
                          </a:cubicBezTo>
                          <a:cubicBezTo>
                            <a:pt x="366162" y="126518"/>
                            <a:pt x="365686" y="128613"/>
                            <a:pt x="365210" y="130709"/>
                          </a:cubicBezTo>
                          <a:cubicBezTo>
                            <a:pt x="365114" y="131280"/>
                            <a:pt x="364924" y="131852"/>
                            <a:pt x="364829" y="132423"/>
                          </a:cubicBezTo>
                          <a:cubicBezTo>
                            <a:pt x="364829" y="132519"/>
                            <a:pt x="364733" y="132709"/>
                            <a:pt x="364733" y="132804"/>
                          </a:cubicBezTo>
                          <a:cubicBezTo>
                            <a:pt x="364638" y="132995"/>
                            <a:pt x="364638" y="133281"/>
                            <a:pt x="364543" y="133471"/>
                          </a:cubicBezTo>
                          <a:cubicBezTo>
                            <a:pt x="350255" y="189192"/>
                            <a:pt x="302630" y="255867"/>
                            <a:pt x="237956" y="304254"/>
                          </a:cubicBezTo>
                          <a:cubicBezTo>
                            <a:pt x="178805" y="348450"/>
                            <a:pt x="120131" y="366453"/>
                            <a:pt x="81174" y="356928"/>
                          </a:cubicBezTo>
                          <a:cubicBezTo>
                            <a:pt x="79364" y="356451"/>
                            <a:pt x="77459" y="355975"/>
                            <a:pt x="75745" y="355404"/>
                          </a:cubicBezTo>
                          <a:cubicBezTo>
                            <a:pt x="72506" y="354356"/>
                            <a:pt x="69458" y="353022"/>
                            <a:pt x="66601" y="351594"/>
                          </a:cubicBezTo>
                          <a:cubicBezTo>
                            <a:pt x="66315" y="351498"/>
                            <a:pt x="66125" y="351403"/>
                            <a:pt x="65839" y="351213"/>
                          </a:cubicBezTo>
                          <a:cubicBezTo>
                            <a:pt x="65553" y="351022"/>
                            <a:pt x="65267" y="350832"/>
                            <a:pt x="64982" y="350736"/>
                          </a:cubicBezTo>
                          <a:cubicBezTo>
                            <a:pt x="64410" y="350451"/>
                            <a:pt x="63934" y="350070"/>
                            <a:pt x="63362" y="349784"/>
                          </a:cubicBezTo>
                          <a:cubicBezTo>
                            <a:pt x="62791" y="349403"/>
                            <a:pt x="62220" y="349117"/>
                            <a:pt x="61648" y="348736"/>
                          </a:cubicBezTo>
                          <a:cubicBezTo>
                            <a:pt x="61553" y="348641"/>
                            <a:pt x="61362" y="348546"/>
                            <a:pt x="61267" y="348450"/>
                          </a:cubicBezTo>
                          <a:cubicBezTo>
                            <a:pt x="59838" y="347498"/>
                            <a:pt x="58409" y="346450"/>
                            <a:pt x="57076" y="345402"/>
                          </a:cubicBezTo>
                          <a:cubicBezTo>
                            <a:pt x="56790" y="345212"/>
                            <a:pt x="56600" y="344926"/>
                            <a:pt x="56314" y="344736"/>
                          </a:cubicBezTo>
                          <a:cubicBezTo>
                            <a:pt x="55933" y="344355"/>
                            <a:pt x="55552" y="344069"/>
                            <a:pt x="55171" y="343688"/>
                          </a:cubicBezTo>
                          <a:cubicBezTo>
                            <a:pt x="54790" y="343307"/>
                            <a:pt x="54409" y="343021"/>
                            <a:pt x="54028" y="342640"/>
                          </a:cubicBezTo>
                          <a:cubicBezTo>
                            <a:pt x="53552" y="342164"/>
                            <a:pt x="53075" y="341783"/>
                            <a:pt x="52695" y="341307"/>
                          </a:cubicBezTo>
                          <a:cubicBezTo>
                            <a:pt x="52409" y="341021"/>
                            <a:pt x="52123" y="340735"/>
                            <a:pt x="51932" y="340449"/>
                          </a:cubicBezTo>
                          <a:cubicBezTo>
                            <a:pt x="50027" y="338449"/>
                            <a:pt x="48122" y="336258"/>
                            <a:pt x="46503" y="333877"/>
                          </a:cubicBezTo>
                          <a:cubicBezTo>
                            <a:pt x="43455" y="329496"/>
                            <a:pt x="40979" y="324447"/>
                            <a:pt x="39169" y="318923"/>
                          </a:cubicBezTo>
                          <a:cubicBezTo>
                            <a:pt x="38502" y="317113"/>
                            <a:pt x="38026" y="315208"/>
                            <a:pt x="37550" y="313208"/>
                          </a:cubicBezTo>
                          <a:cubicBezTo>
                            <a:pt x="37454" y="312732"/>
                            <a:pt x="37359" y="312160"/>
                            <a:pt x="37264" y="311684"/>
                          </a:cubicBezTo>
                          <a:cubicBezTo>
                            <a:pt x="37074" y="310922"/>
                            <a:pt x="36883" y="310065"/>
                            <a:pt x="36788" y="309207"/>
                          </a:cubicBezTo>
                          <a:cubicBezTo>
                            <a:pt x="36692" y="308826"/>
                            <a:pt x="36597" y="308445"/>
                            <a:pt x="36597" y="308064"/>
                          </a:cubicBezTo>
                          <a:cubicBezTo>
                            <a:pt x="36502" y="307302"/>
                            <a:pt x="36312" y="306540"/>
                            <a:pt x="36216" y="305683"/>
                          </a:cubicBezTo>
                          <a:cubicBezTo>
                            <a:pt x="36121" y="305016"/>
                            <a:pt x="36026" y="304445"/>
                            <a:pt x="36026" y="303778"/>
                          </a:cubicBezTo>
                          <a:cubicBezTo>
                            <a:pt x="35930" y="303302"/>
                            <a:pt x="35930" y="302730"/>
                            <a:pt x="35835" y="302254"/>
                          </a:cubicBezTo>
                          <a:cubicBezTo>
                            <a:pt x="35835" y="301873"/>
                            <a:pt x="35740" y="301492"/>
                            <a:pt x="35645" y="301016"/>
                          </a:cubicBezTo>
                          <a:cubicBezTo>
                            <a:pt x="34692" y="290538"/>
                            <a:pt x="35549" y="279299"/>
                            <a:pt x="38026" y="267393"/>
                          </a:cubicBezTo>
                          <a:cubicBezTo>
                            <a:pt x="38312" y="265869"/>
                            <a:pt x="38693" y="264440"/>
                            <a:pt x="39074" y="262916"/>
                          </a:cubicBezTo>
                          <a:cubicBezTo>
                            <a:pt x="39169" y="262344"/>
                            <a:pt x="39264" y="261868"/>
                            <a:pt x="39455" y="261297"/>
                          </a:cubicBezTo>
                          <a:cubicBezTo>
                            <a:pt x="39455" y="261106"/>
                            <a:pt x="39550" y="261011"/>
                            <a:pt x="39550" y="260820"/>
                          </a:cubicBezTo>
                          <a:cubicBezTo>
                            <a:pt x="39550" y="257963"/>
                            <a:pt x="40312" y="255296"/>
                            <a:pt x="41074" y="252629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D108">
                            <a:alpha val="100000"/>
                          </a:srgbClr>
                        </a:gs>
                        <a:gs pos="50000">
                          <a:srgbClr val="F0A704">
                            <a:alpha val="100000"/>
                          </a:srgbClr>
                        </a:gs>
                        <a:gs pos="100000">
                          <a:srgbClr val="E27D00">
                            <a:alpha val="100000"/>
                          </a:srgbClr>
                        </a:gs>
                      </a:gsLst>
                      <a:lin ang="834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2" name="AutoShape 122"/>
                    <p:cNvSpPr/>
                    <p:nvPr/>
                  </p:nvSpPr>
                  <p:spPr>
                    <a:xfrm>
                      <a:off x="6760846" y="4124325"/>
                      <a:ext cx="333754" cy="3253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3754" h="325322">
                          <a:moveTo>
                            <a:pt x="12953" y="200882"/>
                          </a:moveTo>
                          <a:cubicBezTo>
                            <a:pt x="12667" y="201549"/>
                            <a:pt x="12381" y="202216"/>
                            <a:pt x="12095" y="202883"/>
                          </a:cubicBezTo>
                          <a:cubicBezTo>
                            <a:pt x="12000" y="203073"/>
                            <a:pt x="12000" y="203168"/>
                            <a:pt x="11905" y="203359"/>
                          </a:cubicBezTo>
                          <a:cubicBezTo>
                            <a:pt x="11619" y="204216"/>
                            <a:pt x="11333" y="204978"/>
                            <a:pt x="10952" y="205740"/>
                          </a:cubicBezTo>
                          <a:cubicBezTo>
                            <a:pt x="10381" y="207359"/>
                            <a:pt x="9714" y="208883"/>
                            <a:pt x="9238" y="210503"/>
                          </a:cubicBezTo>
                          <a:cubicBezTo>
                            <a:pt x="8952" y="211455"/>
                            <a:pt x="8571" y="212312"/>
                            <a:pt x="8285" y="213265"/>
                          </a:cubicBezTo>
                          <a:cubicBezTo>
                            <a:pt x="7904" y="214313"/>
                            <a:pt x="7619" y="215360"/>
                            <a:pt x="7237" y="216408"/>
                          </a:cubicBezTo>
                          <a:cubicBezTo>
                            <a:pt x="7142" y="216694"/>
                            <a:pt x="7047" y="216979"/>
                            <a:pt x="6952" y="217265"/>
                          </a:cubicBezTo>
                          <a:cubicBezTo>
                            <a:pt x="5999" y="220409"/>
                            <a:pt x="5047" y="223647"/>
                            <a:pt x="4285" y="226695"/>
                          </a:cubicBezTo>
                          <a:cubicBezTo>
                            <a:pt x="4285" y="226886"/>
                            <a:pt x="4190" y="226981"/>
                            <a:pt x="4190" y="227171"/>
                          </a:cubicBezTo>
                          <a:cubicBezTo>
                            <a:pt x="4094" y="227743"/>
                            <a:pt x="3904" y="228219"/>
                            <a:pt x="3808" y="228791"/>
                          </a:cubicBezTo>
                          <a:cubicBezTo>
                            <a:pt x="3428" y="230314"/>
                            <a:pt x="3046" y="231743"/>
                            <a:pt x="2761" y="233267"/>
                          </a:cubicBezTo>
                          <a:cubicBezTo>
                            <a:pt x="284" y="245174"/>
                            <a:pt x="-573" y="256508"/>
                            <a:pt x="379" y="266891"/>
                          </a:cubicBezTo>
                          <a:cubicBezTo>
                            <a:pt x="379" y="267271"/>
                            <a:pt x="475" y="267653"/>
                            <a:pt x="570" y="268129"/>
                          </a:cubicBezTo>
                          <a:cubicBezTo>
                            <a:pt x="665" y="268700"/>
                            <a:pt x="665" y="269176"/>
                            <a:pt x="761" y="269653"/>
                          </a:cubicBezTo>
                          <a:cubicBezTo>
                            <a:pt x="856" y="270320"/>
                            <a:pt x="951" y="270891"/>
                            <a:pt x="951" y="271558"/>
                          </a:cubicBezTo>
                          <a:cubicBezTo>
                            <a:pt x="1046" y="272320"/>
                            <a:pt x="1142" y="273082"/>
                            <a:pt x="1332" y="273939"/>
                          </a:cubicBezTo>
                          <a:cubicBezTo>
                            <a:pt x="1427" y="274320"/>
                            <a:pt x="1523" y="274701"/>
                            <a:pt x="1523" y="275082"/>
                          </a:cubicBezTo>
                          <a:cubicBezTo>
                            <a:pt x="1713" y="275939"/>
                            <a:pt x="1808" y="276701"/>
                            <a:pt x="1999" y="277559"/>
                          </a:cubicBezTo>
                          <a:cubicBezTo>
                            <a:pt x="2094" y="278035"/>
                            <a:pt x="2189" y="278606"/>
                            <a:pt x="2284" y="279083"/>
                          </a:cubicBezTo>
                          <a:cubicBezTo>
                            <a:pt x="2761" y="280988"/>
                            <a:pt x="3332" y="282892"/>
                            <a:pt x="3904" y="284797"/>
                          </a:cubicBezTo>
                          <a:cubicBezTo>
                            <a:pt x="5809" y="290322"/>
                            <a:pt x="8285" y="295370"/>
                            <a:pt x="11238" y="299752"/>
                          </a:cubicBezTo>
                          <a:cubicBezTo>
                            <a:pt x="12857" y="302133"/>
                            <a:pt x="14667" y="304324"/>
                            <a:pt x="16667" y="306324"/>
                          </a:cubicBezTo>
                          <a:cubicBezTo>
                            <a:pt x="16953" y="306610"/>
                            <a:pt x="17239" y="306896"/>
                            <a:pt x="17429" y="307181"/>
                          </a:cubicBezTo>
                          <a:cubicBezTo>
                            <a:pt x="17905" y="307658"/>
                            <a:pt x="18287" y="308038"/>
                            <a:pt x="18763" y="308515"/>
                          </a:cubicBezTo>
                          <a:cubicBezTo>
                            <a:pt x="19144" y="308896"/>
                            <a:pt x="19525" y="309182"/>
                            <a:pt x="19906" y="309563"/>
                          </a:cubicBezTo>
                          <a:cubicBezTo>
                            <a:pt x="20287" y="309943"/>
                            <a:pt x="20668" y="310229"/>
                            <a:pt x="21049" y="310610"/>
                          </a:cubicBezTo>
                          <a:cubicBezTo>
                            <a:pt x="21334" y="310801"/>
                            <a:pt x="21525" y="311087"/>
                            <a:pt x="21811" y="311277"/>
                          </a:cubicBezTo>
                          <a:cubicBezTo>
                            <a:pt x="23144" y="312325"/>
                            <a:pt x="24573" y="313372"/>
                            <a:pt x="26002" y="314325"/>
                          </a:cubicBezTo>
                          <a:cubicBezTo>
                            <a:pt x="26097" y="314420"/>
                            <a:pt x="26287" y="314516"/>
                            <a:pt x="26383" y="314611"/>
                          </a:cubicBezTo>
                          <a:cubicBezTo>
                            <a:pt x="26954" y="314992"/>
                            <a:pt x="27526" y="315278"/>
                            <a:pt x="28097" y="315659"/>
                          </a:cubicBezTo>
                          <a:cubicBezTo>
                            <a:pt x="28669" y="315944"/>
                            <a:pt x="29145" y="316325"/>
                            <a:pt x="29717" y="316611"/>
                          </a:cubicBezTo>
                          <a:cubicBezTo>
                            <a:pt x="30002" y="316801"/>
                            <a:pt x="30288" y="316992"/>
                            <a:pt x="30574" y="317087"/>
                          </a:cubicBezTo>
                          <a:cubicBezTo>
                            <a:pt x="30859" y="317183"/>
                            <a:pt x="31050" y="317278"/>
                            <a:pt x="31336" y="317468"/>
                          </a:cubicBezTo>
                          <a:cubicBezTo>
                            <a:pt x="34193" y="318897"/>
                            <a:pt x="37241" y="320230"/>
                            <a:pt x="40480" y="321278"/>
                          </a:cubicBezTo>
                          <a:cubicBezTo>
                            <a:pt x="42290" y="321850"/>
                            <a:pt x="44099" y="322421"/>
                            <a:pt x="45909" y="322802"/>
                          </a:cubicBezTo>
                          <a:cubicBezTo>
                            <a:pt x="84866" y="332422"/>
                            <a:pt x="143636" y="314420"/>
                            <a:pt x="202691" y="270129"/>
                          </a:cubicBezTo>
                          <a:cubicBezTo>
                            <a:pt x="267461" y="221742"/>
                            <a:pt x="315086" y="155067"/>
                            <a:pt x="329278" y="99346"/>
                          </a:cubicBezTo>
                          <a:cubicBezTo>
                            <a:pt x="329373" y="99155"/>
                            <a:pt x="329373" y="98870"/>
                            <a:pt x="329468" y="98679"/>
                          </a:cubicBezTo>
                          <a:cubicBezTo>
                            <a:pt x="329468" y="98584"/>
                            <a:pt x="329563" y="98393"/>
                            <a:pt x="329563" y="98298"/>
                          </a:cubicBezTo>
                          <a:cubicBezTo>
                            <a:pt x="329659" y="97726"/>
                            <a:pt x="329849" y="97155"/>
                            <a:pt x="329945" y="96583"/>
                          </a:cubicBezTo>
                          <a:cubicBezTo>
                            <a:pt x="330421" y="94488"/>
                            <a:pt x="330897" y="92392"/>
                            <a:pt x="331278" y="90297"/>
                          </a:cubicBezTo>
                          <a:cubicBezTo>
                            <a:pt x="331469" y="89345"/>
                            <a:pt x="331659" y="88297"/>
                            <a:pt x="331850" y="87344"/>
                          </a:cubicBezTo>
                          <a:cubicBezTo>
                            <a:pt x="332135" y="85820"/>
                            <a:pt x="332326" y="84201"/>
                            <a:pt x="332612" y="82677"/>
                          </a:cubicBezTo>
                          <a:cubicBezTo>
                            <a:pt x="332612" y="82677"/>
                            <a:pt x="332612" y="82677"/>
                            <a:pt x="332612" y="82677"/>
                          </a:cubicBezTo>
                          <a:cubicBezTo>
                            <a:pt x="332707" y="81629"/>
                            <a:pt x="332897" y="80582"/>
                            <a:pt x="332992" y="79629"/>
                          </a:cubicBezTo>
                          <a:cubicBezTo>
                            <a:pt x="333088" y="79153"/>
                            <a:pt x="333088" y="78676"/>
                            <a:pt x="333183" y="78105"/>
                          </a:cubicBezTo>
                          <a:cubicBezTo>
                            <a:pt x="333278" y="77438"/>
                            <a:pt x="333278" y="76676"/>
                            <a:pt x="333374" y="76009"/>
                          </a:cubicBezTo>
                          <a:cubicBezTo>
                            <a:pt x="333374" y="75533"/>
                            <a:pt x="333469" y="75057"/>
                            <a:pt x="333469" y="74676"/>
                          </a:cubicBezTo>
                          <a:cubicBezTo>
                            <a:pt x="333564" y="74009"/>
                            <a:pt x="333564" y="73342"/>
                            <a:pt x="333659" y="72676"/>
                          </a:cubicBezTo>
                          <a:cubicBezTo>
                            <a:pt x="333755" y="71628"/>
                            <a:pt x="333755" y="70485"/>
                            <a:pt x="333755" y="69437"/>
                          </a:cubicBezTo>
                          <a:cubicBezTo>
                            <a:pt x="333755" y="69056"/>
                            <a:pt x="333755" y="68675"/>
                            <a:pt x="333755" y="68199"/>
                          </a:cubicBezTo>
                          <a:cubicBezTo>
                            <a:pt x="333755" y="67437"/>
                            <a:pt x="333755" y="66770"/>
                            <a:pt x="333755" y="66008"/>
                          </a:cubicBezTo>
                          <a:cubicBezTo>
                            <a:pt x="333755" y="65056"/>
                            <a:pt x="333755" y="64103"/>
                            <a:pt x="333659" y="63151"/>
                          </a:cubicBezTo>
                          <a:cubicBezTo>
                            <a:pt x="333659" y="62770"/>
                            <a:pt x="333659" y="62389"/>
                            <a:pt x="333564" y="62008"/>
                          </a:cubicBezTo>
                          <a:cubicBezTo>
                            <a:pt x="333564" y="61627"/>
                            <a:pt x="333564" y="61341"/>
                            <a:pt x="333469" y="60960"/>
                          </a:cubicBezTo>
                          <a:cubicBezTo>
                            <a:pt x="333469" y="60865"/>
                            <a:pt x="333469" y="60674"/>
                            <a:pt x="333469" y="60579"/>
                          </a:cubicBezTo>
                          <a:lnTo>
                            <a:pt x="333469" y="60579"/>
                          </a:lnTo>
                          <a:lnTo>
                            <a:pt x="333469" y="60579"/>
                          </a:lnTo>
                          <a:cubicBezTo>
                            <a:pt x="333469" y="60293"/>
                            <a:pt x="333469" y="60008"/>
                            <a:pt x="333374" y="59722"/>
                          </a:cubicBezTo>
                          <a:cubicBezTo>
                            <a:pt x="333278" y="58864"/>
                            <a:pt x="333278" y="58007"/>
                            <a:pt x="333183" y="57150"/>
                          </a:cubicBezTo>
                          <a:cubicBezTo>
                            <a:pt x="333088" y="56007"/>
                            <a:pt x="332897" y="54864"/>
                            <a:pt x="332707" y="53721"/>
                          </a:cubicBezTo>
                          <a:cubicBezTo>
                            <a:pt x="332612" y="52959"/>
                            <a:pt x="332516" y="52197"/>
                            <a:pt x="332326" y="51340"/>
                          </a:cubicBezTo>
                          <a:cubicBezTo>
                            <a:pt x="332135" y="50101"/>
                            <a:pt x="331850" y="48958"/>
                            <a:pt x="331564" y="47720"/>
                          </a:cubicBezTo>
                          <a:cubicBezTo>
                            <a:pt x="331469" y="47244"/>
                            <a:pt x="331373" y="46672"/>
                            <a:pt x="331278" y="46196"/>
                          </a:cubicBezTo>
                          <a:cubicBezTo>
                            <a:pt x="330802" y="44291"/>
                            <a:pt x="330230" y="42386"/>
                            <a:pt x="329659" y="40481"/>
                          </a:cubicBezTo>
                          <a:cubicBezTo>
                            <a:pt x="324039" y="23813"/>
                            <a:pt x="312990" y="12287"/>
                            <a:pt x="297941" y="6001"/>
                          </a:cubicBezTo>
                          <a:cubicBezTo>
                            <a:pt x="297464" y="5810"/>
                            <a:pt x="297083" y="5715"/>
                            <a:pt x="296607" y="5525"/>
                          </a:cubicBezTo>
                          <a:cubicBezTo>
                            <a:pt x="295845" y="5239"/>
                            <a:pt x="294988" y="4858"/>
                            <a:pt x="294130" y="4572"/>
                          </a:cubicBezTo>
                          <a:cubicBezTo>
                            <a:pt x="293369" y="4286"/>
                            <a:pt x="292511" y="4000"/>
                            <a:pt x="291749" y="3715"/>
                          </a:cubicBezTo>
                          <a:cubicBezTo>
                            <a:pt x="290797" y="3429"/>
                            <a:pt x="289844" y="3143"/>
                            <a:pt x="288892" y="2858"/>
                          </a:cubicBezTo>
                          <a:cubicBezTo>
                            <a:pt x="288416" y="2762"/>
                            <a:pt x="287844" y="2572"/>
                            <a:pt x="287368" y="2381"/>
                          </a:cubicBezTo>
                          <a:cubicBezTo>
                            <a:pt x="285558" y="1905"/>
                            <a:pt x="283653" y="1524"/>
                            <a:pt x="281653" y="1238"/>
                          </a:cubicBezTo>
                          <a:cubicBezTo>
                            <a:pt x="277271" y="476"/>
                            <a:pt x="272604" y="95"/>
                            <a:pt x="267842" y="0"/>
                          </a:cubicBezTo>
                          <a:cubicBezTo>
                            <a:pt x="266984" y="0"/>
                            <a:pt x="266127" y="0"/>
                            <a:pt x="265270" y="0"/>
                          </a:cubicBezTo>
                          <a:cubicBezTo>
                            <a:pt x="264317" y="0"/>
                            <a:pt x="263365" y="0"/>
                            <a:pt x="262412" y="0"/>
                          </a:cubicBezTo>
                          <a:cubicBezTo>
                            <a:pt x="261174" y="0"/>
                            <a:pt x="260031" y="95"/>
                            <a:pt x="258793" y="191"/>
                          </a:cubicBezTo>
                          <a:cubicBezTo>
                            <a:pt x="258031" y="191"/>
                            <a:pt x="257269" y="286"/>
                            <a:pt x="256412" y="286"/>
                          </a:cubicBezTo>
                          <a:cubicBezTo>
                            <a:pt x="251935" y="571"/>
                            <a:pt x="247267" y="1238"/>
                            <a:pt x="242505" y="2000"/>
                          </a:cubicBezTo>
                          <a:cubicBezTo>
                            <a:pt x="242219" y="2096"/>
                            <a:pt x="241934" y="2096"/>
                            <a:pt x="241648" y="2191"/>
                          </a:cubicBezTo>
                          <a:cubicBezTo>
                            <a:pt x="240314" y="2476"/>
                            <a:pt x="238886" y="2667"/>
                            <a:pt x="237552" y="2953"/>
                          </a:cubicBezTo>
                          <a:cubicBezTo>
                            <a:pt x="236504" y="3143"/>
                            <a:pt x="235457" y="3334"/>
                            <a:pt x="234504" y="3620"/>
                          </a:cubicBezTo>
                          <a:cubicBezTo>
                            <a:pt x="232504" y="4096"/>
                            <a:pt x="230504" y="4572"/>
                            <a:pt x="228503" y="5048"/>
                          </a:cubicBezTo>
                          <a:cubicBezTo>
                            <a:pt x="228313" y="5048"/>
                            <a:pt x="228122" y="5143"/>
                            <a:pt x="228027" y="5143"/>
                          </a:cubicBezTo>
                          <a:cubicBezTo>
                            <a:pt x="213073" y="9049"/>
                            <a:pt x="197166" y="15240"/>
                            <a:pt x="180783" y="23527"/>
                          </a:cubicBezTo>
                          <a:cubicBezTo>
                            <a:pt x="175354" y="26289"/>
                            <a:pt x="169829" y="29337"/>
                            <a:pt x="164305" y="32575"/>
                          </a:cubicBezTo>
                          <a:cubicBezTo>
                            <a:pt x="163448" y="33052"/>
                            <a:pt x="162686" y="33623"/>
                            <a:pt x="161828" y="34100"/>
                          </a:cubicBezTo>
                          <a:cubicBezTo>
                            <a:pt x="160780" y="34671"/>
                            <a:pt x="159828" y="35338"/>
                            <a:pt x="158780" y="35909"/>
                          </a:cubicBezTo>
                          <a:cubicBezTo>
                            <a:pt x="158304" y="36195"/>
                            <a:pt x="157733" y="36481"/>
                            <a:pt x="157256" y="36862"/>
                          </a:cubicBezTo>
                          <a:cubicBezTo>
                            <a:pt x="156209" y="37529"/>
                            <a:pt x="155066" y="38195"/>
                            <a:pt x="153923" y="38957"/>
                          </a:cubicBezTo>
                          <a:cubicBezTo>
                            <a:pt x="153065" y="39529"/>
                            <a:pt x="152113" y="40100"/>
                            <a:pt x="151255" y="40672"/>
                          </a:cubicBezTo>
                          <a:cubicBezTo>
                            <a:pt x="150589" y="41148"/>
                            <a:pt x="149827" y="41529"/>
                            <a:pt x="149160" y="42005"/>
                          </a:cubicBezTo>
                          <a:cubicBezTo>
                            <a:pt x="148208" y="42672"/>
                            <a:pt x="147255" y="43243"/>
                            <a:pt x="146207" y="43910"/>
                          </a:cubicBezTo>
                          <a:cubicBezTo>
                            <a:pt x="141540" y="47054"/>
                            <a:pt x="136873" y="50292"/>
                            <a:pt x="132301" y="53721"/>
                          </a:cubicBezTo>
                          <a:cubicBezTo>
                            <a:pt x="131729" y="54102"/>
                            <a:pt x="131158" y="54483"/>
                            <a:pt x="130682" y="54959"/>
                          </a:cubicBezTo>
                          <a:cubicBezTo>
                            <a:pt x="130300" y="55245"/>
                            <a:pt x="129824" y="55626"/>
                            <a:pt x="129443" y="55912"/>
                          </a:cubicBezTo>
                          <a:cubicBezTo>
                            <a:pt x="127062" y="57721"/>
                            <a:pt x="124776" y="59436"/>
                            <a:pt x="122490" y="61246"/>
                          </a:cubicBezTo>
                          <a:cubicBezTo>
                            <a:pt x="122490" y="61246"/>
                            <a:pt x="122490" y="61246"/>
                            <a:pt x="122395" y="61246"/>
                          </a:cubicBezTo>
                          <a:cubicBezTo>
                            <a:pt x="122204" y="61341"/>
                            <a:pt x="122109" y="61436"/>
                            <a:pt x="122014" y="61627"/>
                          </a:cubicBezTo>
                          <a:cubicBezTo>
                            <a:pt x="119918" y="63341"/>
                            <a:pt x="117823" y="65056"/>
                            <a:pt x="115727" y="66770"/>
                          </a:cubicBezTo>
                          <a:cubicBezTo>
                            <a:pt x="115442" y="66961"/>
                            <a:pt x="115156" y="67246"/>
                            <a:pt x="114870" y="67437"/>
                          </a:cubicBezTo>
                          <a:cubicBezTo>
                            <a:pt x="114108" y="68104"/>
                            <a:pt x="113346" y="68771"/>
                            <a:pt x="112489" y="69437"/>
                          </a:cubicBezTo>
                          <a:cubicBezTo>
                            <a:pt x="111346" y="70390"/>
                            <a:pt x="110203" y="71342"/>
                            <a:pt x="109060" y="72390"/>
                          </a:cubicBezTo>
                          <a:cubicBezTo>
                            <a:pt x="108488" y="72866"/>
                            <a:pt x="107917" y="73342"/>
                            <a:pt x="107441" y="73819"/>
                          </a:cubicBezTo>
                          <a:cubicBezTo>
                            <a:pt x="106583" y="74581"/>
                            <a:pt x="105726" y="75343"/>
                            <a:pt x="104869" y="76105"/>
                          </a:cubicBezTo>
                          <a:cubicBezTo>
                            <a:pt x="104107" y="76771"/>
                            <a:pt x="103440" y="77343"/>
                            <a:pt x="102773" y="78010"/>
                          </a:cubicBezTo>
                          <a:cubicBezTo>
                            <a:pt x="101916" y="78772"/>
                            <a:pt x="100963" y="79629"/>
                            <a:pt x="100106" y="80391"/>
                          </a:cubicBezTo>
                          <a:cubicBezTo>
                            <a:pt x="99344" y="81153"/>
                            <a:pt x="98487" y="81820"/>
                            <a:pt x="97725" y="82582"/>
                          </a:cubicBezTo>
                          <a:cubicBezTo>
                            <a:pt x="97344" y="82963"/>
                            <a:pt x="96963" y="83344"/>
                            <a:pt x="96582" y="83629"/>
                          </a:cubicBezTo>
                          <a:cubicBezTo>
                            <a:pt x="95153" y="84963"/>
                            <a:pt x="93725" y="86296"/>
                            <a:pt x="92296" y="87725"/>
                          </a:cubicBezTo>
                          <a:cubicBezTo>
                            <a:pt x="91820" y="88201"/>
                            <a:pt x="91343" y="88583"/>
                            <a:pt x="90867" y="89059"/>
                          </a:cubicBezTo>
                          <a:cubicBezTo>
                            <a:pt x="90772" y="89154"/>
                            <a:pt x="90677" y="89249"/>
                            <a:pt x="90581" y="89345"/>
                          </a:cubicBezTo>
                          <a:cubicBezTo>
                            <a:pt x="88581" y="91250"/>
                            <a:pt x="86581" y="93250"/>
                            <a:pt x="84676" y="95250"/>
                          </a:cubicBezTo>
                          <a:cubicBezTo>
                            <a:pt x="84485" y="95441"/>
                            <a:pt x="84390" y="95536"/>
                            <a:pt x="84200" y="95726"/>
                          </a:cubicBezTo>
                          <a:cubicBezTo>
                            <a:pt x="83533" y="96393"/>
                            <a:pt x="82961" y="97060"/>
                            <a:pt x="82295" y="97726"/>
                          </a:cubicBezTo>
                          <a:cubicBezTo>
                            <a:pt x="81056" y="98965"/>
                            <a:pt x="79913" y="100203"/>
                            <a:pt x="78675" y="101537"/>
                          </a:cubicBezTo>
                          <a:cubicBezTo>
                            <a:pt x="78294" y="101917"/>
                            <a:pt x="78008" y="102203"/>
                            <a:pt x="77627" y="102584"/>
                          </a:cubicBezTo>
                          <a:cubicBezTo>
                            <a:pt x="76770" y="103537"/>
                            <a:pt x="75913" y="104489"/>
                            <a:pt x="75055" y="105442"/>
                          </a:cubicBezTo>
                          <a:cubicBezTo>
                            <a:pt x="74198" y="106299"/>
                            <a:pt x="73436" y="107251"/>
                            <a:pt x="72579" y="108109"/>
                          </a:cubicBezTo>
                          <a:cubicBezTo>
                            <a:pt x="72198" y="108585"/>
                            <a:pt x="71722" y="109061"/>
                            <a:pt x="71341" y="109538"/>
                          </a:cubicBezTo>
                          <a:cubicBezTo>
                            <a:pt x="70103" y="110871"/>
                            <a:pt x="68959" y="112204"/>
                            <a:pt x="67817" y="113538"/>
                          </a:cubicBezTo>
                          <a:cubicBezTo>
                            <a:pt x="67150" y="114300"/>
                            <a:pt x="66483" y="115157"/>
                            <a:pt x="65816" y="115919"/>
                          </a:cubicBezTo>
                          <a:cubicBezTo>
                            <a:pt x="65530" y="116300"/>
                            <a:pt x="65150" y="116681"/>
                            <a:pt x="64864" y="116967"/>
                          </a:cubicBezTo>
                          <a:cubicBezTo>
                            <a:pt x="62863" y="119348"/>
                            <a:pt x="60958" y="121634"/>
                            <a:pt x="59054" y="124016"/>
                          </a:cubicBezTo>
                          <a:cubicBezTo>
                            <a:pt x="58673" y="124492"/>
                            <a:pt x="58292" y="124968"/>
                            <a:pt x="57911" y="125444"/>
                          </a:cubicBezTo>
                          <a:cubicBezTo>
                            <a:pt x="57815" y="125539"/>
                            <a:pt x="57720" y="125635"/>
                            <a:pt x="57720" y="125730"/>
                          </a:cubicBezTo>
                          <a:cubicBezTo>
                            <a:pt x="55148" y="128873"/>
                            <a:pt x="52767" y="132112"/>
                            <a:pt x="50386" y="135255"/>
                          </a:cubicBezTo>
                          <a:cubicBezTo>
                            <a:pt x="49719" y="136112"/>
                            <a:pt x="49148" y="136970"/>
                            <a:pt x="48481" y="137827"/>
                          </a:cubicBezTo>
                          <a:cubicBezTo>
                            <a:pt x="47624" y="139065"/>
                            <a:pt x="46671" y="140303"/>
                            <a:pt x="45719" y="141542"/>
                          </a:cubicBezTo>
                          <a:cubicBezTo>
                            <a:pt x="44766" y="142875"/>
                            <a:pt x="43909" y="144113"/>
                            <a:pt x="43052" y="145447"/>
                          </a:cubicBezTo>
                          <a:cubicBezTo>
                            <a:pt x="42671" y="146018"/>
                            <a:pt x="42290" y="146590"/>
                            <a:pt x="41908" y="147066"/>
                          </a:cubicBezTo>
                          <a:cubicBezTo>
                            <a:pt x="41432" y="147733"/>
                            <a:pt x="40956" y="148495"/>
                            <a:pt x="40384" y="149162"/>
                          </a:cubicBezTo>
                          <a:cubicBezTo>
                            <a:pt x="40384" y="149257"/>
                            <a:pt x="40289" y="149257"/>
                            <a:pt x="40289" y="149352"/>
                          </a:cubicBezTo>
                          <a:cubicBezTo>
                            <a:pt x="40194" y="149447"/>
                            <a:pt x="40194" y="149542"/>
                            <a:pt x="40099" y="149638"/>
                          </a:cubicBezTo>
                          <a:cubicBezTo>
                            <a:pt x="39813" y="150114"/>
                            <a:pt x="39432" y="150590"/>
                            <a:pt x="39146" y="151067"/>
                          </a:cubicBezTo>
                          <a:cubicBezTo>
                            <a:pt x="37622" y="153353"/>
                            <a:pt x="36194" y="155543"/>
                            <a:pt x="34765" y="157829"/>
                          </a:cubicBezTo>
                          <a:cubicBezTo>
                            <a:pt x="34098" y="158782"/>
                            <a:pt x="33527" y="159829"/>
                            <a:pt x="32955" y="160782"/>
                          </a:cubicBezTo>
                          <a:cubicBezTo>
                            <a:pt x="32098" y="162116"/>
                            <a:pt x="31241" y="163544"/>
                            <a:pt x="30479" y="164878"/>
                          </a:cubicBezTo>
                          <a:cubicBezTo>
                            <a:pt x="30193" y="165354"/>
                            <a:pt x="30002" y="165735"/>
                            <a:pt x="29717" y="166211"/>
                          </a:cubicBezTo>
                          <a:cubicBezTo>
                            <a:pt x="29050" y="167354"/>
                            <a:pt x="28478" y="168402"/>
                            <a:pt x="27812" y="169545"/>
                          </a:cubicBezTo>
                          <a:cubicBezTo>
                            <a:pt x="26859" y="171259"/>
                            <a:pt x="25907" y="172879"/>
                            <a:pt x="24954" y="174593"/>
                          </a:cubicBezTo>
                          <a:cubicBezTo>
                            <a:pt x="24287" y="175736"/>
                            <a:pt x="23716" y="176879"/>
                            <a:pt x="23144" y="178022"/>
                          </a:cubicBezTo>
                          <a:cubicBezTo>
                            <a:pt x="22287" y="179642"/>
                            <a:pt x="21430" y="181356"/>
                            <a:pt x="20573" y="182975"/>
                          </a:cubicBezTo>
                          <a:cubicBezTo>
                            <a:pt x="20287" y="183642"/>
                            <a:pt x="19906" y="184309"/>
                            <a:pt x="19620" y="184880"/>
                          </a:cubicBezTo>
                          <a:cubicBezTo>
                            <a:pt x="19429" y="185357"/>
                            <a:pt x="19144" y="185833"/>
                            <a:pt x="18953" y="186309"/>
                          </a:cubicBezTo>
                          <a:cubicBezTo>
                            <a:pt x="18667" y="186976"/>
                            <a:pt x="18287" y="187547"/>
                            <a:pt x="18001" y="188214"/>
                          </a:cubicBezTo>
                          <a:cubicBezTo>
                            <a:pt x="16667" y="191071"/>
                            <a:pt x="15334" y="193929"/>
                            <a:pt x="14191" y="196787"/>
                          </a:cubicBezTo>
                          <a:cubicBezTo>
                            <a:pt x="14000" y="198311"/>
                            <a:pt x="13524" y="199549"/>
                            <a:pt x="12953" y="200882"/>
                          </a:cubicBezTo>
                          <a:close/>
                          <a:moveTo>
                            <a:pt x="166210" y="42577"/>
                          </a:moveTo>
                          <a:cubicBezTo>
                            <a:pt x="166496" y="42386"/>
                            <a:pt x="166781" y="42291"/>
                            <a:pt x="167067" y="42100"/>
                          </a:cubicBezTo>
                          <a:cubicBezTo>
                            <a:pt x="168020" y="41529"/>
                            <a:pt x="168972" y="40958"/>
                            <a:pt x="169925" y="40481"/>
                          </a:cubicBezTo>
                          <a:cubicBezTo>
                            <a:pt x="171067" y="39814"/>
                            <a:pt x="172306" y="39148"/>
                            <a:pt x="173449" y="38481"/>
                          </a:cubicBezTo>
                          <a:cubicBezTo>
                            <a:pt x="173734" y="38291"/>
                            <a:pt x="174116" y="38100"/>
                            <a:pt x="174401" y="38005"/>
                          </a:cubicBezTo>
                          <a:cubicBezTo>
                            <a:pt x="175259" y="37529"/>
                            <a:pt x="176211" y="37052"/>
                            <a:pt x="177068" y="36576"/>
                          </a:cubicBezTo>
                          <a:cubicBezTo>
                            <a:pt x="178402" y="35909"/>
                            <a:pt x="179735" y="35147"/>
                            <a:pt x="181069" y="34480"/>
                          </a:cubicBezTo>
                          <a:cubicBezTo>
                            <a:pt x="181069" y="34480"/>
                            <a:pt x="181069" y="34480"/>
                            <a:pt x="181069" y="34480"/>
                          </a:cubicBezTo>
                          <a:cubicBezTo>
                            <a:pt x="185165" y="32385"/>
                            <a:pt x="189260" y="30480"/>
                            <a:pt x="193261" y="28766"/>
                          </a:cubicBezTo>
                          <a:cubicBezTo>
                            <a:pt x="194785" y="28099"/>
                            <a:pt x="196404" y="27432"/>
                            <a:pt x="197928" y="26765"/>
                          </a:cubicBezTo>
                          <a:cubicBezTo>
                            <a:pt x="198500" y="26479"/>
                            <a:pt x="199166" y="26289"/>
                            <a:pt x="199738" y="26003"/>
                          </a:cubicBezTo>
                          <a:cubicBezTo>
                            <a:pt x="200024" y="25908"/>
                            <a:pt x="200309" y="25717"/>
                            <a:pt x="200595" y="25622"/>
                          </a:cubicBezTo>
                          <a:cubicBezTo>
                            <a:pt x="203834" y="24289"/>
                            <a:pt x="207072" y="23146"/>
                            <a:pt x="210215" y="22003"/>
                          </a:cubicBezTo>
                          <a:cubicBezTo>
                            <a:pt x="210311" y="22003"/>
                            <a:pt x="210406" y="21908"/>
                            <a:pt x="210501" y="21908"/>
                          </a:cubicBezTo>
                          <a:cubicBezTo>
                            <a:pt x="211739" y="21431"/>
                            <a:pt x="213073" y="21050"/>
                            <a:pt x="214311" y="20669"/>
                          </a:cubicBezTo>
                          <a:cubicBezTo>
                            <a:pt x="215263" y="20383"/>
                            <a:pt x="216216" y="20098"/>
                            <a:pt x="217073" y="19812"/>
                          </a:cubicBezTo>
                          <a:cubicBezTo>
                            <a:pt x="219169" y="19145"/>
                            <a:pt x="221264" y="18574"/>
                            <a:pt x="223265" y="18002"/>
                          </a:cubicBezTo>
                          <a:cubicBezTo>
                            <a:pt x="223265" y="18002"/>
                            <a:pt x="223265" y="18002"/>
                            <a:pt x="223265" y="18002"/>
                          </a:cubicBezTo>
                          <a:cubicBezTo>
                            <a:pt x="223360" y="18002"/>
                            <a:pt x="223550" y="17907"/>
                            <a:pt x="223646" y="17907"/>
                          </a:cubicBezTo>
                          <a:cubicBezTo>
                            <a:pt x="225360" y="17431"/>
                            <a:pt x="227170" y="17050"/>
                            <a:pt x="228884" y="16669"/>
                          </a:cubicBezTo>
                          <a:cubicBezTo>
                            <a:pt x="229265" y="16574"/>
                            <a:pt x="229742" y="16478"/>
                            <a:pt x="230123" y="16383"/>
                          </a:cubicBezTo>
                          <a:cubicBezTo>
                            <a:pt x="230789" y="16192"/>
                            <a:pt x="231456" y="16097"/>
                            <a:pt x="232218" y="16002"/>
                          </a:cubicBezTo>
                          <a:cubicBezTo>
                            <a:pt x="233647" y="15716"/>
                            <a:pt x="235075" y="15430"/>
                            <a:pt x="236504" y="15145"/>
                          </a:cubicBezTo>
                          <a:cubicBezTo>
                            <a:pt x="236790" y="15050"/>
                            <a:pt x="237171" y="15050"/>
                            <a:pt x="237457" y="14954"/>
                          </a:cubicBezTo>
                          <a:cubicBezTo>
                            <a:pt x="238028" y="14859"/>
                            <a:pt x="238504" y="14764"/>
                            <a:pt x="238981" y="14764"/>
                          </a:cubicBezTo>
                          <a:cubicBezTo>
                            <a:pt x="240219" y="14573"/>
                            <a:pt x="241553" y="14383"/>
                            <a:pt x="242791" y="14192"/>
                          </a:cubicBezTo>
                          <a:cubicBezTo>
                            <a:pt x="243648" y="14097"/>
                            <a:pt x="244600" y="14002"/>
                            <a:pt x="245458" y="13907"/>
                          </a:cubicBezTo>
                          <a:cubicBezTo>
                            <a:pt x="246601" y="13811"/>
                            <a:pt x="247839" y="13621"/>
                            <a:pt x="248982" y="13525"/>
                          </a:cubicBezTo>
                          <a:cubicBezTo>
                            <a:pt x="249839" y="13430"/>
                            <a:pt x="250792" y="13430"/>
                            <a:pt x="251649" y="13335"/>
                          </a:cubicBezTo>
                          <a:cubicBezTo>
                            <a:pt x="252792" y="13240"/>
                            <a:pt x="253840" y="13240"/>
                            <a:pt x="254983" y="13145"/>
                          </a:cubicBezTo>
                          <a:cubicBezTo>
                            <a:pt x="255840" y="13145"/>
                            <a:pt x="256792" y="13145"/>
                            <a:pt x="257650" y="13145"/>
                          </a:cubicBezTo>
                          <a:cubicBezTo>
                            <a:pt x="258698" y="13145"/>
                            <a:pt x="259745" y="13145"/>
                            <a:pt x="260793" y="13145"/>
                          </a:cubicBezTo>
                          <a:cubicBezTo>
                            <a:pt x="261650" y="13145"/>
                            <a:pt x="262508" y="13240"/>
                            <a:pt x="263365" y="13240"/>
                          </a:cubicBezTo>
                          <a:cubicBezTo>
                            <a:pt x="264413" y="13335"/>
                            <a:pt x="265365" y="13335"/>
                            <a:pt x="266413" y="13430"/>
                          </a:cubicBezTo>
                          <a:cubicBezTo>
                            <a:pt x="267270" y="13525"/>
                            <a:pt x="268127" y="13621"/>
                            <a:pt x="268889" y="13716"/>
                          </a:cubicBezTo>
                          <a:cubicBezTo>
                            <a:pt x="269842" y="13811"/>
                            <a:pt x="270794" y="14002"/>
                            <a:pt x="271747" y="14097"/>
                          </a:cubicBezTo>
                          <a:cubicBezTo>
                            <a:pt x="272604" y="14192"/>
                            <a:pt x="273366" y="14383"/>
                            <a:pt x="274223" y="14573"/>
                          </a:cubicBezTo>
                          <a:cubicBezTo>
                            <a:pt x="275176" y="14764"/>
                            <a:pt x="276033" y="14954"/>
                            <a:pt x="276986" y="15145"/>
                          </a:cubicBezTo>
                          <a:cubicBezTo>
                            <a:pt x="277748" y="15335"/>
                            <a:pt x="278509" y="15526"/>
                            <a:pt x="279271" y="15716"/>
                          </a:cubicBezTo>
                          <a:cubicBezTo>
                            <a:pt x="280129" y="15907"/>
                            <a:pt x="280986" y="16192"/>
                            <a:pt x="281843" y="16478"/>
                          </a:cubicBezTo>
                          <a:cubicBezTo>
                            <a:pt x="282605" y="16669"/>
                            <a:pt x="283367" y="16954"/>
                            <a:pt x="284034" y="17240"/>
                          </a:cubicBezTo>
                          <a:cubicBezTo>
                            <a:pt x="284891" y="17526"/>
                            <a:pt x="285653" y="17812"/>
                            <a:pt x="286511" y="18193"/>
                          </a:cubicBezTo>
                          <a:cubicBezTo>
                            <a:pt x="287273" y="18479"/>
                            <a:pt x="287939" y="18764"/>
                            <a:pt x="288606" y="19145"/>
                          </a:cubicBezTo>
                          <a:cubicBezTo>
                            <a:pt x="289368" y="19526"/>
                            <a:pt x="290130" y="19907"/>
                            <a:pt x="290892" y="20288"/>
                          </a:cubicBezTo>
                          <a:cubicBezTo>
                            <a:pt x="291559" y="20669"/>
                            <a:pt x="292225" y="20955"/>
                            <a:pt x="292892" y="21336"/>
                          </a:cubicBezTo>
                          <a:cubicBezTo>
                            <a:pt x="293654" y="21717"/>
                            <a:pt x="294321" y="22193"/>
                            <a:pt x="295083" y="22670"/>
                          </a:cubicBezTo>
                          <a:cubicBezTo>
                            <a:pt x="295750" y="23050"/>
                            <a:pt x="296321" y="23432"/>
                            <a:pt x="296988" y="23908"/>
                          </a:cubicBezTo>
                          <a:cubicBezTo>
                            <a:pt x="297655" y="24384"/>
                            <a:pt x="298321" y="24860"/>
                            <a:pt x="298988" y="25337"/>
                          </a:cubicBezTo>
                          <a:cubicBezTo>
                            <a:pt x="299560" y="25813"/>
                            <a:pt x="300131" y="26194"/>
                            <a:pt x="300703" y="26670"/>
                          </a:cubicBezTo>
                          <a:cubicBezTo>
                            <a:pt x="301370" y="27242"/>
                            <a:pt x="301941" y="27718"/>
                            <a:pt x="302608" y="28289"/>
                          </a:cubicBezTo>
                          <a:cubicBezTo>
                            <a:pt x="303179" y="28766"/>
                            <a:pt x="303655" y="29337"/>
                            <a:pt x="304227" y="29813"/>
                          </a:cubicBezTo>
                          <a:cubicBezTo>
                            <a:pt x="304799" y="30385"/>
                            <a:pt x="305370" y="31051"/>
                            <a:pt x="305942" y="31718"/>
                          </a:cubicBezTo>
                          <a:cubicBezTo>
                            <a:pt x="306418" y="32290"/>
                            <a:pt x="306894" y="32861"/>
                            <a:pt x="307370" y="33433"/>
                          </a:cubicBezTo>
                          <a:cubicBezTo>
                            <a:pt x="307942" y="34100"/>
                            <a:pt x="308513" y="34862"/>
                            <a:pt x="308990" y="35528"/>
                          </a:cubicBezTo>
                          <a:cubicBezTo>
                            <a:pt x="309371" y="36100"/>
                            <a:pt x="309752" y="36576"/>
                            <a:pt x="310133" y="37147"/>
                          </a:cubicBezTo>
                          <a:cubicBezTo>
                            <a:pt x="310799" y="38100"/>
                            <a:pt x="311371" y="39053"/>
                            <a:pt x="311942" y="40005"/>
                          </a:cubicBezTo>
                          <a:cubicBezTo>
                            <a:pt x="312133" y="40386"/>
                            <a:pt x="312419" y="40767"/>
                            <a:pt x="312609" y="41148"/>
                          </a:cubicBezTo>
                          <a:cubicBezTo>
                            <a:pt x="313276" y="42386"/>
                            <a:pt x="313847" y="43625"/>
                            <a:pt x="314419" y="44863"/>
                          </a:cubicBezTo>
                          <a:cubicBezTo>
                            <a:pt x="314514" y="45053"/>
                            <a:pt x="314609" y="45244"/>
                            <a:pt x="314705" y="45434"/>
                          </a:cubicBezTo>
                          <a:cubicBezTo>
                            <a:pt x="315371" y="46958"/>
                            <a:pt x="315943" y="48578"/>
                            <a:pt x="316514" y="50197"/>
                          </a:cubicBezTo>
                          <a:cubicBezTo>
                            <a:pt x="316514" y="50197"/>
                            <a:pt x="316514" y="50197"/>
                            <a:pt x="316514" y="50197"/>
                          </a:cubicBezTo>
                          <a:cubicBezTo>
                            <a:pt x="316514" y="50197"/>
                            <a:pt x="316514" y="50197"/>
                            <a:pt x="316514" y="50197"/>
                          </a:cubicBezTo>
                          <a:cubicBezTo>
                            <a:pt x="316705" y="50863"/>
                            <a:pt x="316895" y="51530"/>
                            <a:pt x="317086" y="52292"/>
                          </a:cubicBezTo>
                          <a:cubicBezTo>
                            <a:pt x="317371" y="53150"/>
                            <a:pt x="317657" y="54102"/>
                            <a:pt x="317848" y="54959"/>
                          </a:cubicBezTo>
                          <a:cubicBezTo>
                            <a:pt x="318038" y="55531"/>
                            <a:pt x="318134" y="56197"/>
                            <a:pt x="318229" y="56769"/>
                          </a:cubicBezTo>
                          <a:cubicBezTo>
                            <a:pt x="318515" y="57817"/>
                            <a:pt x="318705" y="58960"/>
                            <a:pt x="318896" y="60008"/>
                          </a:cubicBezTo>
                          <a:cubicBezTo>
                            <a:pt x="318991" y="60770"/>
                            <a:pt x="319086" y="61436"/>
                            <a:pt x="319181" y="62198"/>
                          </a:cubicBezTo>
                          <a:cubicBezTo>
                            <a:pt x="319372" y="63246"/>
                            <a:pt x="319467" y="64294"/>
                            <a:pt x="319562" y="65342"/>
                          </a:cubicBezTo>
                          <a:cubicBezTo>
                            <a:pt x="319658" y="66104"/>
                            <a:pt x="319753" y="66866"/>
                            <a:pt x="319753" y="67723"/>
                          </a:cubicBezTo>
                          <a:cubicBezTo>
                            <a:pt x="319848" y="68771"/>
                            <a:pt x="319848" y="69818"/>
                            <a:pt x="319943" y="70866"/>
                          </a:cubicBezTo>
                          <a:cubicBezTo>
                            <a:pt x="319943" y="71723"/>
                            <a:pt x="320038" y="72580"/>
                            <a:pt x="320038" y="73438"/>
                          </a:cubicBezTo>
                          <a:cubicBezTo>
                            <a:pt x="320038" y="74486"/>
                            <a:pt x="320038" y="75533"/>
                            <a:pt x="320038" y="76581"/>
                          </a:cubicBezTo>
                          <a:cubicBezTo>
                            <a:pt x="320038" y="77533"/>
                            <a:pt x="319943" y="78581"/>
                            <a:pt x="319943" y="79534"/>
                          </a:cubicBezTo>
                          <a:cubicBezTo>
                            <a:pt x="319848" y="80582"/>
                            <a:pt x="319848" y="81534"/>
                            <a:pt x="319753" y="82582"/>
                          </a:cubicBezTo>
                          <a:cubicBezTo>
                            <a:pt x="319658" y="83725"/>
                            <a:pt x="319562" y="84772"/>
                            <a:pt x="319467" y="85916"/>
                          </a:cubicBezTo>
                          <a:cubicBezTo>
                            <a:pt x="319372" y="86868"/>
                            <a:pt x="319277" y="87821"/>
                            <a:pt x="319086" y="88773"/>
                          </a:cubicBezTo>
                          <a:cubicBezTo>
                            <a:pt x="318896" y="90202"/>
                            <a:pt x="318705" y="91630"/>
                            <a:pt x="318419" y="93059"/>
                          </a:cubicBezTo>
                          <a:cubicBezTo>
                            <a:pt x="318229" y="93917"/>
                            <a:pt x="318134" y="94869"/>
                            <a:pt x="317943" y="95726"/>
                          </a:cubicBezTo>
                          <a:cubicBezTo>
                            <a:pt x="317562" y="97631"/>
                            <a:pt x="317181" y="99536"/>
                            <a:pt x="316705" y="101537"/>
                          </a:cubicBezTo>
                          <a:cubicBezTo>
                            <a:pt x="316514" y="102203"/>
                            <a:pt x="316419" y="102775"/>
                            <a:pt x="316229" y="103442"/>
                          </a:cubicBezTo>
                          <a:cubicBezTo>
                            <a:pt x="315467" y="106299"/>
                            <a:pt x="314705" y="109252"/>
                            <a:pt x="313752" y="112109"/>
                          </a:cubicBezTo>
                          <a:cubicBezTo>
                            <a:pt x="313371" y="113252"/>
                            <a:pt x="312990" y="114491"/>
                            <a:pt x="312609" y="115729"/>
                          </a:cubicBezTo>
                          <a:cubicBezTo>
                            <a:pt x="312323" y="116586"/>
                            <a:pt x="312038" y="117443"/>
                            <a:pt x="311752" y="118300"/>
                          </a:cubicBezTo>
                          <a:cubicBezTo>
                            <a:pt x="311275" y="119729"/>
                            <a:pt x="310704" y="121158"/>
                            <a:pt x="310133" y="122587"/>
                          </a:cubicBezTo>
                          <a:cubicBezTo>
                            <a:pt x="309847" y="123349"/>
                            <a:pt x="309561" y="124111"/>
                            <a:pt x="309275" y="124873"/>
                          </a:cubicBezTo>
                          <a:cubicBezTo>
                            <a:pt x="308990" y="125635"/>
                            <a:pt x="308704" y="126301"/>
                            <a:pt x="308418" y="127063"/>
                          </a:cubicBezTo>
                          <a:cubicBezTo>
                            <a:pt x="307656" y="128873"/>
                            <a:pt x="306894" y="130683"/>
                            <a:pt x="306132" y="132588"/>
                          </a:cubicBezTo>
                          <a:cubicBezTo>
                            <a:pt x="305751" y="133541"/>
                            <a:pt x="305275" y="134493"/>
                            <a:pt x="304894" y="135446"/>
                          </a:cubicBezTo>
                          <a:cubicBezTo>
                            <a:pt x="304132" y="137065"/>
                            <a:pt x="303370" y="138684"/>
                            <a:pt x="302608" y="140303"/>
                          </a:cubicBezTo>
                          <a:cubicBezTo>
                            <a:pt x="302132" y="141351"/>
                            <a:pt x="301560" y="142399"/>
                            <a:pt x="301084" y="143351"/>
                          </a:cubicBezTo>
                          <a:cubicBezTo>
                            <a:pt x="300322" y="144875"/>
                            <a:pt x="299560" y="146399"/>
                            <a:pt x="298703" y="147923"/>
                          </a:cubicBezTo>
                          <a:cubicBezTo>
                            <a:pt x="298131" y="148971"/>
                            <a:pt x="297559" y="150019"/>
                            <a:pt x="297083" y="151067"/>
                          </a:cubicBezTo>
                          <a:cubicBezTo>
                            <a:pt x="296226" y="152591"/>
                            <a:pt x="295369" y="154210"/>
                            <a:pt x="294416" y="155734"/>
                          </a:cubicBezTo>
                          <a:cubicBezTo>
                            <a:pt x="293845" y="156686"/>
                            <a:pt x="293273" y="157734"/>
                            <a:pt x="292702" y="158687"/>
                          </a:cubicBezTo>
                          <a:cubicBezTo>
                            <a:pt x="291749" y="160401"/>
                            <a:pt x="290702" y="162020"/>
                            <a:pt x="289654" y="163735"/>
                          </a:cubicBezTo>
                          <a:cubicBezTo>
                            <a:pt x="289082" y="164592"/>
                            <a:pt x="288606" y="165449"/>
                            <a:pt x="288034" y="166402"/>
                          </a:cubicBezTo>
                          <a:cubicBezTo>
                            <a:pt x="286701" y="168592"/>
                            <a:pt x="285272" y="170783"/>
                            <a:pt x="283844" y="172974"/>
                          </a:cubicBezTo>
                          <a:cubicBezTo>
                            <a:pt x="283558" y="173355"/>
                            <a:pt x="283272" y="173831"/>
                            <a:pt x="283082" y="174212"/>
                          </a:cubicBezTo>
                          <a:cubicBezTo>
                            <a:pt x="283082" y="174308"/>
                            <a:pt x="282986" y="174308"/>
                            <a:pt x="282986" y="174403"/>
                          </a:cubicBezTo>
                          <a:cubicBezTo>
                            <a:pt x="282224" y="175546"/>
                            <a:pt x="281367" y="176689"/>
                            <a:pt x="280605" y="177832"/>
                          </a:cubicBezTo>
                          <a:cubicBezTo>
                            <a:pt x="278986" y="180213"/>
                            <a:pt x="277271" y="182499"/>
                            <a:pt x="275652" y="184880"/>
                          </a:cubicBezTo>
                          <a:cubicBezTo>
                            <a:pt x="275080" y="185642"/>
                            <a:pt x="274509" y="186404"/>
                            <a:pt x="273938" y="187262"/>
                          </a:cubicBezTo>
                          <a:cubicBezTo>
                            <a:pt x="271747" y="190214"/>
                            <a:pt x="269461" y="193167"/>
                            <a:pt x="267175" y="196025"/>
                          </a:cubicBezTo>
                          <a:cubicBezTo>
                            <a:pt x="266794" y="196501"/>
                            <a:pt x="266317" y="196977"/>
                            <a:pt x="265937" y="197549"/>
                          </a:cubicBezTo>
                          <a:cubicBezTo>
                            <a:pt x="264127" y="199739"/>
                            <a:pt x="262317" y="201930"/>
                            <a:pt x="260507" y="204121"/>
                          </a:cubicBezTo>
                          <a:cubicBezTo>
                            <a:pt x="259650" y="205168"/>
                            <a:pt x="258698" y="206216"/>
                            <a:pt x="257745" y="207264"/>
                          </a:cubicBezTo>
                          <a:cubicBezTo>
                            <a:pt x="256697" y="208502"/>
                            <a:pt x="255554" y="209741"/>
                            <a:pt x="254507" y="210979"/>
                          </a:cubicBezTo>
                          <a:cubicBezTo>
                            <a:pt x="253363" y="212217"/>
                            <a:pt x="252316" y="213455"/>
                            <a:pt x="251173" y="214693"/>
                          </a:cubicBezTo>
                          <a:cubicBezTo>
                            <a:pt x="250316" y="215551"/>
                            <a:pt x="249554" y="216503"/>
                            <a:pt x="248696" y="217361"/>
                          </a:cubicBezTo>
                          <a:cubicBezTo>
                            <a:pt x="247267" y="218884"/>
                            <a:pt x="245934" y="220313"/>
                            <a:pt x="244505" y="221742"/>
                          </a:cubicBezTo>
                          <a:cubicBezTo>
                            <a:pt x="243934" y="222313"/>
                            <a:pt x="243362" y="222980"/>
                            <a:pt x="242791" y="223552"/>
                          </a:cubicBezTo>
                          <a:cubicBezTo>
                            <a:pt x="240791" y="225552"/>
                            <a:pt x="238790" y="227647"/>
                            <a:pt x="236695" y="229648"/>
                          </a:cubicBezTo>
                          <a:cubicBezTo>
                            <a:pt x="236219" y="230124"/>
                            <a:pt x="235838" y="230505"/>
                            <a:pt x="235361" y="230886"/>
                          </a:cubicBezTo>
                          <a:cubicBezTo>
                            <a:pt x="233742" y="232505"/>
                            <a:pt x="232028" y="234029"/>
                            <a:pt x="230408" y="235649"/>
                          </a:cubicBezTo>
                          <a:cubicBezTo>
                            <a:pt x="229646" y="236315"/>
                            <a:pt x="228979" y="236982"/>
                            <a:pt x="228217" y="237649"/>
                          </a:cubicBezTo>
                          <a:cubicBezTo>
                            <a:pt x="226789" y="238982"/>
                            <a:pt x="225360" y="240316"/>
                            <a:pt x="223836" y="241554"/>
                          </a:cubicBezTo>
                          <a:cubicBezTo>
                            <a:pt x="223074" y="242221"/>
                            <a:pt x="222217" y="242983"/>
                            <a:pt x="221455" y="243650"/>
                          </a:cubicBezTo>
                          <a:cubicBezTo>
                            <a:pt x="219931" y="244983"/>
                            <a:pt x="218407" y="246317"/>
                            <a:pt x="216788" y="247650"/>
                          </a:cubicBezTo>
                          <a:cubicBezTo>
                            <a:pt x="216025" y="248221"/>
                            <a:pt x="215359" y="248888"/>
                            <a:pt x="214597" y="249460"/>
                          </a:cubicBezTo>
                          <a:cubicBezTo>
                            <a:pt x="212501" y="251270"/>
                            <a:pt x="210311" y="252984"/>
                            <a:pt x="208120" y="254699"/>
                          </a:cubicBezTo>
                          <a:cubicBezTo>
                            <a:pt x="207929" y="254794"/>
                            <a:pt x="207834" y="254984"/>
                            <a:pt x="207644" y="255079"/>
                          </a:cubicBezTo>
                          <a:cubicBezTo>
                            <a:pt x="205167" y="257080"/>
                            <a:pt x="202595" y="258985"/>
                            <a:pt x="200024" y="260890"/>
                          </a:cubicBezTo>
                          <a:cubicBezTo>
                            <a:pt x="200024" y="260890"/>
                            <a:pt x="200024" y="260890"/>
                            <a:pt x="200024" y="260890"/>
                          </a:cubicBezTo>
                          <a:cubicBezTo>
                            <a:pt x="200024" y="260890"/>
                            <a:pt x="200024" y="260890"/>
                            <a:pt x="200024" y="260890"/>
                          </a:cubicBezTo>
                          <a:cubicBezTo>
                            <a:pt x="197642" y="262700"/>
                            <a:pt x="195261" y="264414"/>
                            <a:pt x="192784" y="266129"/>
                          </a:cubicBezTo>
                          <a:cubicBezTo>
                            <a:pt x="192023" y="266700"/>
                            <a:pt x="191261" y="267176"/>
                            <a:pt x="190499" y="267748"/>
                          </a:cubicBezTo>
                          <a:cubicBezTo>
                            <a:pt x="188879" y="268891"/>
                            <a:pt x="187165" y="270034"/>
                            <a:pt x="185546" y="271177"/>
                          </a:cubicBezTo>
                          <a:cubicBezTo>
                            <a:pt x="184688" y="271748"/>
                            <a:pt x="183831" y="272320"/>
                            <a:pt x="183069" y="272796"/>
                          </a:cubicBezTo>
                          <a:cubicBezTo>
                            <a:pt x="181450" y="273844"/>
                            <a:pt x="179926" y="274892"/>
                            <a:pt x="178307" y="275844"/>
                          </a:cubicBezTo>
                          <a:cubicBezTo>
                            <a:pt x="177449" y="276416"/>
                            <a:pt x="176592" y="276987"/>
                            <a:pt x="175735" y="277463"/>
                          </a:cubicBezTo>
                          <a:cubicBezTo>
                            <a:pt x="174116" y="278416"/>
                            <a:pt x="172592" y="279368"/>
                            <a:pt x="170972" y="280321"/>
                          </a:cubicBezTo>
                          <a:cubicBezTo>
                            <a:pt x="170115" y="280892"/>
                            <a:pt x="169163" y="281368"/>
                            <a:pt x="168305" y="281940"/>
                          </a:cubicBezTo>
                          <a:cubicBezTo>
                            <a:pt x="166686" y="282892"/>
                            <a:pt x="165067" y="283845"/>
                            <a:pt x="163448" y="284702"/>
                          </a:cubicBezTo>
                          <a:cubicBezTo>
                            <a:pt x="162686" y="285083"/>
                            <a:pt x="161924" y="285559"/>
                            <a:pt x="161162" y="285941"/>
                          </a:cubicBezTo>
                          <a:cubicBezTo>
                            <a:pt x="158780" y="287179"/>
                            <a:pt x="156494" y="288512"/>
                            <a:pt x="154113" y="289655"/>
                          </a:cubicBezTo>
                          <a:cubicBezTo>
                            <a:pt x="153923" y="289750"/>
                            <a:pt x="153637" y="289846"/>
                            <a:pt x="153446" y="289941"/>
                          </a:cubicBezTo>
                          <a:cubicBezTo>
                            <a:pt x="151351" y="290989"/>
                            <a:pt x="149160" y="292037"/>
                            <a:pt x="147065" y="293084"/>
                          </a:cubicBezTo>
                          <a:cubicBezTo>
                            <a:pt x="146303" y="293465"/>
                            <a:pt x="145541" y="293751"/>
                            <a:pt x="144874" y="294132"/>
                          </a:cubicBezTo>
                          <a:cubicBezTo>
                            <a:pt x="143254" y="294894"/>
                            <a:pt x="141730" y="295561"/>
                            <a:pt x="140111" y="296228"/>
                          </a:cubicBezTo>
                          <a:cubicBezTo>
                            <a:pt x="140016" y="296228"/>
                            <a:pt x="139921" y="296323"/>
                            <a:pt x="139825" y="296323"/>
                          </a:cubicBezTo>
                          <a:cubicBezTo>
                            <a:pt x="138968" y="296704"/>
                            <a:pt x="138206" y="296989"/>
                            <a:pt x="137349" y="297371"/>
                          </a:cubicBezTo>
                          <a:cubicBezTo>
                            <a:pt x="135920" y="297942"/>
                            <a:pt x="134587" y="298513"/>
                            <a:pt x="133158" y="299085"/>
                          </a:cubicBezTo>
                          <a:cubicBezTo>
                            <a:pt x="132301" y="299466"/>
                            <a:pt x="131348" y="299752"/>
                            <a:pt x="130491" y="300133"/>
                          </a:cubicBezTo>
                          <a:cubicBezTo>
                            <a:pt x="129158" y="300609"/>
                            <a:pt x="127919" y="301085"/>
                            <a:pt x="126681" y="301562"/>
                          </a:cubicBezTo>
                          <a:cubicBezTo>
                            <a:pt x="124776" y="302228"/>
                            <a:pt x="122871" y="302895"/>
                            <a:pt x="120966" y="303562"/>
                          </a:cubicBezTo>
                          <a:cubicBezTo>
                            <a:pt x="120395" y="303752"/>
                            <a:pt x="119823" y="303943"/>
                            <a:pt x="119252" y="304133"/>
                          </a:cubicBezTo>
                          <a:cubicBezTo>
                            <a:pt x="118680" y="304324"/>
                            <a:pt x="118013" y="304514"/>
                            <a:pt x="117442" y="304705"/>
                          </a:cubicBezTo>
                          <a:cubicBezTo>
                            <a:pt x="115156" y="305371"/>
                            <a:pt x="112965" y="306038"/>
                            <a:pt x="110679" y="306610"/>
                          </a:cubicBezTo>
                          <a:cubicBezTo>
                            <a:pt x="110488" y="306705"/>
                            <a:pt x="110298" y="306705"/>
                            <a:pt x="110108" y="306800"/>
                          </a:cubicBezTo>
                          <a:cubicBezTo>
                            <a:pt x="108679" y="307181"/>
                            <a:pt x="107250" y="307467"/>
                            <a:pt x="105821" y="307848"/>
                          </a:cubicBezTo>
                          <a:cubicBezTo>
                            <a:pt x="101630" y="308800"/>
                            <a:pt x="97534" y="309563"/>
                            <a:pt x="93534" y="310134"/>
                          </a:cubicBezTo>
                          <a:cubicBezTo>
                            <a:pt x="92677" y="310229"/>
                            <a:pt x="91915" y="310420"/>
                            <a:pt x="91058" y="310515"/>
                          </a:cubicBezTo>
                          <a:cubicBezTo>
                            <a:pt x="90581" y="310610"/>
                            <a:pt x="90105" y="310610"/>
                            <a:pt x="89629" y="310705"/>
                          </a:cubicBezTo>
                          <a:cubicBezTo>
                            <a:pt x="89153" y="310801"/>
                            <a:pt x="88771" y="310801"/>
                            <a:pt x="88295" y="310801"/>
                          </a:cubicBezTo>
                          <a:cubicBezTo>
                            <a:pt x="85533" y="311087"/>
                            <a:pt x="82866" y="311277"/>
                            <a:pt x="80294" y="311372"/>
                          </a:cubicBezTo>
                          <a:cubicBezTo>
                            <a:pt x="79818" y="311372"/>
                            <a:pt x="79342" y="311467"/>
                            <a:pt x="78961" y="311467"/>
                          </a:cubicBezTo>
                          <a:cubicBezTo>
                            <a:pt x="78675" y="311467"/>
                            <a:pt x="78389" y="311467"/>
                            <a:pt x="78104" y="311467"/>
                          </a:cubicBezTo>
                          <a:cubicBezTo>
                            <a:pt x="77627" y="311467"/>
                            <a:pt x="77246" y="311467"/>
                            <a:pt x="76865" y="311467"/>
                          </a:cubicBezTo>
                          <a:cubicBezTo>
                            <a:pt x="73817" y="311467"/>
                            <a:pt x="70769" y="311372"/>
                            <a:pt x="67912" y="311087"/>
                          </a:cubicBezTo>
                          <a:cubicBezTo>
                            <a:pt x="67721" y="311087"/>
                            <a:pt x="67436" y="311087"/>
                            <a:pt x="67245" y="311087"/>
                          </a:cubicBezTo>
                          <a:cubicBezTo>
                            <a:pt x="66674" y="310991"/>
                            <a:pt x="66007" y="310991"/>
                            <a:pt x="65435" y="310896"/>
                          </a:cubicBezTo>
                          <a:cubicBezTo>
                            <a:pt x="64292" y="310801"/>
                            <a:pt x="63149" y="310610"/>
                            <a:pt x="62102" y="310420"/>
                          </a:cubicBezTo>
                          <a:cubicBezTo>
                            <a:pt x="61721" y="310325"/>
                            <a:pt x="61340" y="310325"/>
                            <a:pt x="60958" y="310229"/>
                          </a:cubicBezTo>
                          <a:cubicBezTo>
                            <a:pt x="39718" y="306514"/>
                            <a:pt x="24002" y="294608"/>
                            <a:pt x="17144" y="274225"/>
                          </a:cubicBezTo>
                          <a:cubicBezTo>
                            <a:pt x="-1145" y="219742"/>
                            <a:pt x="51148" y="125349"/>
                            <a:pt x="133920" y="63437"/>
                          </a:cubicBezTo>
                          <a:cubicBezTo>
                            <a:pt x="144302" y="55721"/>
                            <a:pt x="154589" y="48863"/>
                            <a:pt x="164781" y="42863"/>
                          </a:cubicBezTo>
                          <a:cubicBezTo>
                            <a:pt x="165067" y="42767"/>
                            <a:pt x="165257" y="42577"/>
                            <a:pt x="165543" y="42482"/>
                          </a:cubicBezTo>
                          <a:cubicBezTo>
                            <a:pt x="165829" y="42863"/>
                            <a:pt x="166019" y="42767"/>
                            <a:pt x="166210" y="42577"/>
                          </a:cubicBezTo>
                          <a:close/>
                        </a:path>
                      </a:pathLst>
                    </a:custGeom>
                    <a:solidFill>
                      <a:srgbClr val="9652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23" name="Group 123"/>
                  <p:cNvGrpSpPr/>
                  <p:nvPr/>
                </p:nvGrpSpPr>
                <p:grpSpPr>
                  <a:xfrm rot="0">
                    <a:off x="10846920" y="517904"/>
                    <a:ext cx="225714" cy="177310"/>
                    <a:chOff x="5029211" y="2735587"/>
                    <a:chExt cx="477571" cy="375157"/>
                  </a:xfrm>
                </p:grpSpPr>
                <p:sp>
                  <p:nvSpPr>
                    <p:cNvPr id="124" name="AutoShape 124"/>
                    <p:cNvSpPr/>
                    <p:nvPr/>
                  </p:nvSpPr>
                  <p:spPr>
                    <a:xfrm>
                      <a:off x="5083289" y="2774780"/>
                      <a:ext cx="345102" cy="2538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5102" h="253883">
                          <a:moveTo>
                            <a:pt x="212515" y="7281"/>
                          </a:moveTo>
                          <a:cubicBezTo>
                            <a:pt x="211562" y="7567"/>
                            <a:pt x="210515" y="7758"/>
                            <a:pt x="209562" y="8043"/>
                          </a:cubicBezTo>
                          <a:cubicBezTo>
                            <a:pt x="209181" y="8139"/>
                            <a:pt x="208895" y="8234"/>
                            <a:pt x="208514" y="8329"/>
                          </a:cubicBezTo>
                          <a:cubicBezTo>
                            <a:pt x="207181" y="8710"/>
                            <a:pt x="205847" y="8996"/>
                            <a:pt x="204609" y="9377"/>
                          </a:cubicBezTo>
                          <a:cubicBezTo>
                            <a:pt x="203561" y="9663"/>
                            <a:pt x="202514" y="9948"/>
                            <a:pt x="201466" y="10234"/>
                          </a:cubicBezTo>
                          <a:cubicBezTo>
                            <a:pt x="201180" y="10329"/>
                            <a:pt x="200894" y="10425"/>
                            <a:pt x="200513" y="10520"/>
                          </a:cubicBezTo>
                          <a:cubicBezTo>
                            <a:pt x="200323" y="10615"/>
                            <a:pt x="200132" y="10615"/>
                            <a:pt x="199942" y="10710"/>
                          </a:cubicBezTo>
                          <a:cubicBezTo>
                            <a:pt x="199656" y="10806"/>
                            <a:pt x="199370" y="10806"/>
                            <a:pt x="199180" y="10901"/>
                          </a:cubicBezTo>
                          <a:cubicBezTo>
                            <a:pt x="187845" y="14235"/>
                            <a:pt x="176129" y="18426"/>
                            <a:pt x="164223" y="23474"/>
                          </a:cubicBezTo>
                          <a:cubicBezTo>
                            <a:pt x="68973" y="63669"/>
                            <a:pt x="-4369" y="142822"/>
                            <a:pt x="203" y="200067"/>
                          </a:cubicBezTo>
                          <a:cubicBezTo>
                            <a:pt x="1917" y="221403"/>
                            <a:pt x="14300" y="236739"/>
                            <a:pt x="34112" y="245502"/>
                          </a:cubicBezTo>
                          <a:cubicBezTo>
                            <a:pt x="34493" y="245692"/>
                            <a:pt x="34778" y="245787"/>
                            <a:pt x="35159" y="245978"/>
                          </a:cubicBezTo>
                          <a:cubicBezTo>
                            <a:pt x="36207" y="246454"/>
                            <a:pt x="37255" y="246835"/>
                            <a:pt x="38303" y="247216"/>
                          </a:cubicBezTo>
                          <a:cubicBezTo>
                            <a:pt x="38874" y="247407"/>
                            <a:pt x="39446" y="247692"/>
                            <a:pt x="40017" y="247883"/>
                          </a:cubicBezTo>
                          <a:cubicBezTo>
                            <a:pt x="40208" y="247978"/>
                            <a:pt x="40398" y="247978"/>
                            <a:pt x="40589" y="248073"/>
                          </a:cubicBezTo>
                          <a:cubicBezTo>
                            <a:pt x="43351" y="249026"/>
                            <a:pt x="46208" y="249883"/>
                            <a:pt x="49161" y="250550"/>
                          </a:cubicBezTo>
                          <a:cubicBezTo>
                            <a:pt x="49542" y="250645"/>
                            <a:pt x="49923" y="250740"/>
                            <a:pt x="50399" y="250836"/>
                          </a:cubicBezTo>
                          <a:cubicBezTo>
                            <a:pt x="50685" y="250931"/>
                            <a:pt x="50971" y="250931"/>
                            <a:pt x="51257" y="251026"/>
                          </a:cubicBezTo>
                          <a:cubicBezTo>
                            <a:pt x="51733" y="251121"/>
                            <a:pt x="52114" y="251217"/>
                            <a:pt x="52590" y="251312"/>
                          </a:cubicBezTo>
                          <a:cubicBezTo>
                            <a:pt x="55162" y="251883"/>
                            <a:pt x="57829" y="252264"/>
                            <a:pt x="60496" y="252645"/>
                          </a:cubicBezTo>
                          <a:cubicBezTo>
                            <a:pt x="60972" y="252741"/>
                            <a:pt x="61353" y="252741"/>
                            <a:pt x="61829" y="252836"/>
                          </a:cubicBezTo>
                          <a:cubicBezTo>
                            <a:pt x="62306" y="252931"/>
                            <a:pt x="62782" y="252931"/>
                            <a:pt x="63258" y="253026"/>
                          </a:cubicBezTo>
                          <a:cubicBezTo>
                            <a:pt x="64020" y="253122"/>
                            <a:pt x="64877" y="253217"/>
                            <a:pt x="65735" y="253217"/>
                          </a:cubicBezTo>
                          <a:cubicBezTo>
                            <a:pt x="69735" y="253598"/>
                            <a:pt x="73926" y="253884"/>
                            <a:pt x="78212" y="253884"/>
                          </a:cubicBezTo>
                          <a:cubicBezTo>
                            <a:pt x="79736" y="253884"/>
                            <a:pt x="81260" y="253884"/>
                            <a:pt x="82784" y="253884"/>
                          </a:cubicBezTo>
                          <a:cubicBezTo>
                            <a:pt x="82880" y="253884"/>
                            <a:pt x="83070" y="253884"/>
                            <a:pt x="83165" y="253884"/>
                          </a:cubicBezTo>
                          <a:cubicBezTo>
                            <a:pt x="85451" y="253884"/>
                            <a:pt x="87833" y="253788"/>
                            <a:pt x="90214" y="253598"/>
                          </a:cubicBezTo>
                          <a:cubicBezTo>
                            <a:pt x="90881" y="253598"/>
                            <a:pt x="91452" y="253503"/>
                            <a:pt x="92119" y="253503"/>
                          </a:cubicBezTo>
                          <a:cubicBezTo>
                            <a:pt x="92690" y="253503"/>
                            <a:pt x="93357" y="253407"/>
                            <a:pt x="93929" y="253407"/>
                          </a:cubicBezTo>
                          <a:cubicBezTo>
                            <a:pt x="95929" y="253217"/>
                            <a:pt x="97929" y="253122"/>
                            <a:pt x="100025" y="252836"/>
                          </a:cubicBezTo>
                          <a:cubicBezTo>
                            <a:pt x="101358" y="252741"/>
                            <a:pt x="102692" y="252550"/>
                            <a:pt x="104120" y="252360"/>
                          </a:cubicBezTo>
                          <a:cubicBezTo>
                            <a:pt x="105073" y="252264"/>
                            <a:pt x="106025" y="252074"/>
                            <a:pt x="106978" y="251979"/>
                          </a:cubicBezTo>
                          <a:cubicBezTo>
                            <a:pt x="108502" y="251788"/>
                            <a:pt x="109931" y="251598"/>
                            <a:pt x="111455" y="251312"/>
                          </a:cubicBezTo>
                          <a:cubicBezTo>
                            <a:pt x="112312" y="251217"/>
                            <a:pt x="113169" y="251026"/>
                            <a:pt x="114026" y="250931"/>
                          </a:cubicBezTo>
                          <a:cubicBezTo>
                            <a:pt x="114122" y="250931"/>
                            <a:pt x="114217" y="250931"/>
                            <a:pt x="114312" y="250836"/>
                          </a:cubicBezTo>
                          <a:cubicBezTo>
                            <a:pt x="116027" y="250550"/>
                            <a:pt x="117741" y="250264"/>
                            <a:pt x="119456" y="249883"/>
                          </a:cubicBezTo>
                          <a:cubicBezTo>
                            <a:pt x="120218" y="249693"/>
                            <a:pt x="121075" y="249597"/>
                            <a:pt x="121837" y="249407"/>
                          </a:cubicBezTo>
                          <a:cubicBezTo>
                            <a:pt x="124123" y="248931"/>
                            <a:pt x="126504" y="248454"/>
                            <a:pt x="128790" y="247883"/>
                          </a:cubicBezTo>
                          <a:cubicBezTo>
                            <a:pt x="128981" y="247788"/>
                            <a:pt x="129266" y="247788"/>
                            <a:pt x="129457" y="247788"/>
                          </a:cubicBezTo>
                          <a:cubicBezTo>
                            <a:pt x="132029" y="247216"/>
                            <a:pt x="134600" y="246549"/>
                            <a:pt x="137172" y="245883"/>
                          </a:cubicBezTo>
                          <a:cubicBezTo>
                            <a:pt x="138029" y="245692"/>
                            <a:pt x="138791" y="245406"/>
                            <a:pt x="139649" y="245216"/>
                          </a:cubicBezTo>
                          <a:cubicBezTo>
                            <a:pt x="141458" y="244740"/>
                            <a:pt x="143268" y="244263"/>
                            <a:pt x="145078" y="243692"/>
                          </a:cubicBezTo>
                          <a:cubicBezTo>
                            <a:pt x="146030" y="243406"/>
                            <a:pt x="147078" y="243120"/>
                            <a:pt x="148031" y="242835"/>
                          </a:cubicBezTo>
                          <a:cubicBezTo>
                            <a:pt x="149745" y="242263"/>
                            <a:pt x="151555" y="241787"/>
                            <a:pt x="153365" y="241215"/>
                          </a:cubicBezTo>
                          <a:cubicBezTo>
                            <a:pt x="154317" y="240930"/>
                            <a:pt x="155270" y="240549"/>
                            <a:pt x="156222" y="240263"/>
                          </a:cubicBezTo>
                          <a:cubicBezTo>
                            <a:pt x="158032" y="239691"/>
                            <a:pt x="159842" y="239025"/>
                            <a:pt x="161651" y="238453"/>
                          </a:cubicBezTo>
                          <a:cubicBezTo>
                            <a:pt x="162604" y="238167"/>
                            <a:pt x="163556" y="237786"/>
                            <a:pt x="164509" y="237405"/>
                          </a:cubicBezTo>
                          <a:cubicBezTo>
                            <a:pt x="166414" y="236739"/>
                            <a:pt x="168319" y="235977"/>
                            <a:pt x="170224" y="235310"/>
                          </a:cubicBezTo>
                          <a:cubicBezTo>
                            <a:pt x="171081" y="235024"/>
                            <a:pt x="171938" y="234643"/>
                            <a:pt x="172796" y="234357"/>
                          </a:cubicBezTo>
                          <a:cubicBezTo>
                            <a:pt x="175558" y="233310"/>
                            <a:pt x="178320" y="232167"/>
                            <a:pt x="181082" y="231024"/>
                          </a:cubicBezTo>
                          <a:cubicBezTo>
                            <a:pt x="184035" y="229785"/>
                            <a:pt x="186988" y="228452"/>
                            <a:pt x="189941" y="227118"/>
                          </a:cubicBezTo>
                          <a:cubicBezTo>
                            <a:pt x="190131" y="227023"/>
                            <a:pt x="190226" y="227023"/>
                            <a:pt x="190417" y="226928"/>
                          </a:cubicBezTo>
                          <a:cubicBezTo>
                            <a:pt x="192989" y="225785"/>
                            <a:pt x="195560" y="224547"/>
                            <a:pt x="198037" y="223308"/>
                          </a:cubicBezTo>
                          <a:cubicBezTo>
                            <a:pt x="198894" y="222927"/>
                            <a:pt x="199656" y="222451"/>
                            <a:pt x="200513" y="222070"/>
                          </a:cubicBezTo>
                          <a:cubicBezTo>
                            <a:pt x="202323" y="221118"/>
                            <a:pt x="204228" y="220260"/>
                            <a:pt x="206038" y="219308"/>
                          </a:cubicBezTo>
                          <a:cubicBezTo>
                            <a:pt x="206990" y="218832"/>
                            <a:pt x="207943" y="218355"/>
                            <a:pt x="208800" y="217879"/>
                          </a:cubicBezTo>
                          <a:cubicBezTo>
                            <a:pt x="210515" y="216927"/>
                            <a:pt x="212324" y="216069"/>
                            <a:pt x="214039" y="215117"/>
                          </a:cubicBezTo>
                          <a:cubicBezTo>
                            <a:pt x="214896" y="214641"/>
                            <a:pt x="215753" y="214164"/>
                            <a:pt x="216611" y="213688"/>
                          </a:cubicBezTo>
                          <a:cubicBezTo>
                            <a:pt x="218611" y="212545"/>
                            <a:pt x="220611" y="211402"/>
                            <a:pt x="222611" y="210259"/>
                          </a:cubicBezTo>
                          <a:cubicBezTo>
                            <a:pt x="223088" y="209973"/>
                            <a:pt x="223659" y="209688"/>
                            <a:pt x="224231" y="209402"/>
                          </a:cubicBezTo>
                          <a:cubicBezTo>
                            <a:pt x="226707" y="207973"/>
                            <a:pt x="229184" y="206449"/>
                            <a:pt x="231660" y="204925"/>
                          </a:cubicBezTo>
                          <a:cubicBezTo>
                            <a:pt x="232327" y="204449"/>
                            <a:pt x="233089" y="204068"/>
                            <a:pt x="233756" y="203592"/>
                          </a:cubicBezTo>
                          <a:cubicBezTo>
                            <a:pt x="235470" y="202449"/>
                            <a:pt x="237280" y="201401"/>
                            <a:pt x="238994" y="200258"/>
                          </a:cubicBezTo>
                          <a:cubicBezTo>
                            <a:pt x="239947" y="199591"/>
                            <a:pt x="240995" y="198924"/>
                            <a:pt x="241947" y="198258"/>
                          </a:cubicBezTo>
                          <a:cubicBezTo>
                            <a:pt x="243376" y="197305"/>
                            <a:pt x="244805" y="196353"/>
                            <a:pt x="246138" y="195400"/>
                          </a:cubicBezTo>
                          <a:cubicBezTo>
                            <a:pt x="247472" y="194448"/>
                            <a:pt x="248805" y="193495"/>
                            <a:pt x="250139" y="192543"/>
                          </a:cubicBezTo>
                          <a:cubicBezTo>
                            <a:pt x="251282" y="191781"/>
                            <a:pt x="252425" y="190923"/>
                            <a:pt x="253568" y="190161"/>
                          </a:cubicBezTo>
                          <a:cubicBezTo>
                            <a:pt x="255854" y="188542"/>
                            <a:pt x="258140" y="186828"/>
                            <a:pt x="260330" y="185113"/>
                          </a:cubicBezTo>
                          <a:cubicBezTo>
                            <a:pt x="260807" y="184732"/>
                            <a:pt x="261378" y="184351"/>
                            <a:pt x="261854" y="183970"/>
                          </a:cubicBezTo>
                          <a:cubicBezTo>
                            <a:pt x="264807" y="181684"/>
                            <a:pt x="267665" y="179398"/>
                            <a:pt x="270522" y="177017"/>
                          </a:cubicBezTo>
                          <a:cubicBezTo>
                            <a:pt x="271284" y="176350"/>
                            <a:pt x="272046" y="175779"/>
                            <a:pt x="272808" y="175112"/>
                          </a:cubicBezTo>
                          <a:cubicBezTo>
                            <a:pt x="274999" y="173302"/>
                            <a:pt x="277190" y="171397"/>
                            <a:pt x="279285" y="169492"/>
                          </a:cubicBezTo>
                          <a:cubicBezTo>
                            <a:pt x="280333" y="168540"/>
                            <a:pt x="281381" y="167587"/>
                            <a:pt x="282428" y="166730"/>
                          </a:cubicBezTo>
                          <a:cubicBezTo>
                            <a:pt x="282428" y="166730"/>
                            <a:pt x="282524" y="166635"/>
                            <a:pt x="282524" y="166635"/>
                          </a:cubicBezTo>
                          <a:cubicBezTo>
                            <a:pt x="282905" y="166254"/>
                            <a:pt x="283286" y="165873"/>
                            <a:pt x="283667" y="165492"/>
                          </a:cubicBezTo>
                          <a:cubicBezTo>
                            <a:pt x="285572" y="163777"/>
                            <a:pt x="287381" y="162063"/>
                            <a:pt x="289286" y="160253"/>
                          </a:cubicBezTo>
                          <a:cubicBezTo>
                            <a:pt x="290048" y="159491"/>
                            <a:pt x="290810" y="158824"/>
                            <a:pt x="291477" y="158062"/>
                          </a:cubicBezTo>
                          <a:cubicBezTo>
                            <a:pt x="292906" y="156633"/>
                            <a:pt x="294239" y="155300"/>
                            <a:pt x="295668" y="153871"/>
                          </a:cubicBezTo>
                          <a:cubicBezTo>
                            <a:pt x="296525" y="153014"/>
                            <a:pt x="297287" y="152157"/>
                            <a:pt x="298049" y="151395"/>
                          </a:cubicBezTo>
                          <a:cubicBezTo>
                            <a:pt x="299288" y="150061"/>
                            <a:pt x="300526" y="148823"/>
                            <a:pt x="301764" y="147489"/>
                          </a:cubicBezTo>
                          <a:cubicBezTo>
                            <a:pt x="302526" y="146632"/>
                            <a:pt x="303383" y="145775"/>
                            <a:pt x="304145" y="144822"/>
                          </a:cubicBezTo>
                          <a:cubicBezTo>
                            <a:pt x="305288" y="143489"/>
                            <a:pt x="306431" y="142251"/>
                            <a:pt x="307574" y="140917"/>
                          </a:cubicBezTo>
                          <a:cubicBezTo>
                            <a:pt x="308336" y="140060"/>
                            <a:pt x="309098" y="139203"/>
                            <a:pt x="309765" y="138250"/>
                          </a:cubicBezTo>
                          <a:cubicBezTo>
                            <a:pt x="310908" y="136821"/>
                            <a:pt x="312051" y="135488"/>
                            <a:pt x="313194" y="134059"/>
                          </a:cubicBezTo>
                          <a:cubicBezTo>
                            <a:pt x="313861" y="133202"/>
                            <a:pt x="314528" y="132440"/>
                            <a:pt x="315099" y="131583"/>
                          </a:cubicBezTo>
                          <a:cubicBezTo>
                            <a:pt x="316337" y="129963"/>
                            <a:pt x="317480" y="128439"/>
                            <a:pt x="318623" y="126820"/>
                          </a:cubicBezTo>
                          <a:cubicBezTo>
                            <a:pt x="319100" y="126153"/>
                            <a:pt x="319576" y="125487"/>
                            <a:pt x="320052" y="124915"/>
                          </a:cubicBezTo>
                          <a:cubicBezTo>
                            <a:pt x="320528" y="124248"/>
                            <a:pt x="321005" y="123582"/>
                            <a:pt x="321386" y="122915"/>
                          </a:cubicBezTo>
                          <a:cubicBezTo>
                            <a:pt x="322243" y="121677"/>
                            <a:pt x="323195" y="120343"/>
                            <a:pt x="323957" y="119105"/>
                          </a:cubicBezTo>
                          <a:cubicBezTo>
                            <a:pt x="324434" y="118343"/>
                            <a:pt x="324910" y="117581"/>
                            <a:pt x="325386" y="116819"/>
                          </a:cubicBezTo>
                          <a:cubicBezTo>
                            <a:pt x="326053" y="115771"/>
                            <a:pt x="326720" y="114628"/>
                            <a:pt x="327386" y="113580"/>
                          </a:cubicBezTo>
                          <a:cubicBezTo>
                            <a:pt x="329006" y="110913"/>
                            <a:pt x="330434" y="108342"/>
                            <a:pt x="331863" y="105770"/>
                          </a:cubicBezTo>
                          <a:cubicBezTo>
                            <a:pt x="332149" y="105198"/>
                            <a:pt x="332435" y="104627"/>
                            <a:pt x="332720" y="104055"/>
                          </a:cubicBezTo>
                          <a:cubicBezTo>
                            <a:pt x="333673" y="102246"/>
                            <a:pt x="334530" y="100531"/>
                            <a:pt x="335292" y="98721"/>
                          </a:cubicBezTo>
                          <a:cubicBezTo>
                            <a:pt x="335673" y="97864"/>
                            <a:pt x="336054" y="97102"/>
                            <a:pt x="336435" y="96245"/>
                          </a:cubicBezTo>
                          <a:cubicBezTo>
                            <a:pt x="337007" y="94911"/>
                            <a:pt x="337578" y="93578"/>
                            <a:pt x="338150" y="92244"/>
                          </a:cubicBezTo>
                          <a:cubicBezTo>
                            <a:pt x="338531" y="91387"/>
                            <a:pt x="338816" y="90435"/>
                            <a:pt x="339197" y="89577"/>
                          </a:cubicBezTo>
                          <a:cubicBezTo>
                            <a:pt x="339578" y="88530"/>
                            <a:pt x="339959" y="87482"/>
                            <a:pt x="340245" y="86434"/>
                          </a:cubicBezTo>
                          <a:cubicBezTo>
                            <a:pt x="340531" y="85482"/>
                            <a:pt x="340912" y="84529"/>
                            <a:pt x="341198" y="83481"/>
                          </a:cubicBezTo>
                          <a:cubicBezTo>
                            <a:pt x="341483" y="82529"/>
                            <a:pt x="341769" y="81576"/>
                            <a:pt x="342055" y="80624"/>
                          </a:cubicBezTo>
                          <a:cubicBezTo>
                            <a:pt x="342341" y="79576"/>
                            <a:pt x="342626" y="78624"/>
                            <a:pt x="342817" y="77576"/>
                          </a:cubicBezTo>
                          <a:cubicBezTo>
                            <a:pt x="343007" y="76719"/>
                            <a:pt x="343198" y="75861"/>
                            <a:pt x="343388" y="75004"/>
                          </a:cubicBezTo>
                          <a:cubicBezTo>
                            <a:pt x="343579" y="73956"/>
                            <a:pt x="343769" y="72909"/>
                            <a:pt x="343960" y="71861"/>
                          </a:cubicBezTo>
                          <a:cubicBezTo>
                            <a:pt x="344055" y="71099"/>
                            <a:pt x="344246" y="70337"/>
                            <a:pt x="344341" y="69575"/>
                          </a:cubicBezTo>
                          <a:cubicBezTo>
                            <a:pt x="344531" y="68527"/>
                            <a:pt x="344627" y="67479"/>
                            <a:pt x="344722" y="66432"/>
                          </a:cubicBezTo>
                          <a:cubicBezTo>
                            <a:pt x="344817" y="65670"/>
                            <a:pt x="344912" y="65003"/>
                            <a:pt x="344912" y="64241"/>
                          </a:cubicBezTo>
                          <a:cubicBezTo>
                            <a:pt x="345008" y="63098"/>
                            <a:pt x="345008" y="62050"/>
                            <a:pt x="345103" y="60907"/>
                          </a:cubicBezTo>
                          <a:cubicBezTo>
                            <a:pt x="345103" y="60240"/>
                            <a:pt x="345103" y="59669"/>
                            <a:pt x="345103" y="59002"/>
                          </a:cubicBezTo>
                          <a:cubicBezTo>
                            <a:pt x="345103" y="58050"/>
                            <a:pt x="345008" y="57097"/>
                            <a:pt x="345008" y="56240"/>
                          </a:cubicBezTo>
                          <a:cubicBezTo>
                            <a:pt x="345008" y="55478"/>
                            <a:pt x="345008" y="54811"/>
                            <a:pt x="344912" y="54049"/>
                          </a:cubicBezTo>
                          <a:cubicBezTo>
                            <a:pt x="344817" y="52335"/>
                            <a:pt x="344531" y="50620"/>
                            <a:pt x="344246" y="49001"/>
                          </a:cubicBezTo>
                          <a:cubicBezTo>
                            <a:pt x="344246" y="48810"/>
                            <a:pt x="344150" y="48620"/>
                            <a:pt x="344150" y="48429"/>
                          </a:cubicBezTo>
                          <a:cubicBezTo>
                            <a:pt x="343865" y="47001"/>
                            <a:pt x="343579" y="45667"/>
                            <a:pt x="343293" y="44334"/>
                          </a:cubicBezTo>
                          <a:cubicBezTo>
                            <a:pt x="343198" y="43857"/>
                            <a:pt x="343007" y="43476"/>
                            <a:pt x="342912" y="43000"/>
                          </a:cubicBezTo>
                          <a:cubicBezTo>
                            <a:pt x="342626" y="41857"/>
                            <a:pt x="342245" y="40809"/>
                            <a:pt x="341864" y="39762"/>
                          </a:cubicBezTo>
                          <a:cubicBezTo>
                            <a:pt x="341674" y="39095"/>
                            <a:pt x="341388" y="38523"/>
                            <a:pt x="341102" y="37857"/>
                          </a:cubicBezTo>
                          <a:cubicBezTo>
                            <a:pt x="340721" y="36999"/>
                            <a:pt x="340436" y="36142"/>
                            <a:pt x="340055" y="35380"/>
                          </a:cubicBezTo>
                          <a:cubicBezTo>
                            <a:pt x="339769" y="34713"/>
                            <a:pt x="339388" y="34047"/>
                            <a:pt x="339007" y="33380"/>
                          </a:cubicBezTo>
                          <a:cubicBezTo>
                            <a:pt x="338626" y="32618"/>
                            <a:pt x="338150" y="31856"/>
                            <a:pt x="337769" y="31094"/>
                          </a:cubicBezTo>
                          <a:cubicBezTo>
                            <a:pt x="337388" y="30427"/>
                            <a:pt x="337007" y="29856"/>
                            <a:pt x="336626" y="29284"/>
                          </a:cubicBezTo>
                          <a:cubicBezTo>
                            <a:pt x="336149" y="28617"/>
                            <a:pt x="335673" y="27855"/>
                            <a:pt x="335197" y="27189"/>
                          </a:cubicBezTo>
                          <a:cubicBezTo>
                            <a:pt x="334721" y="26617"/>
                            <a:pt x="334340" y="26046"/>
                            <a:pt x="333863" y="25474"/>
                          </a:cubicBezTo>
                          <a:cubicBezTo>
                            <a:pt x="333292" y="24807"/>
                            <a:pt x="332816" y="24141"/>
                            <a:pt x="332244" y="23569"/>
                          </a:cubicBezTo>
                          <a:cubicBezTo>
                            <a:pt x="331768" y="22998"/>
                            <a:pt x="331292" y="22521"/>
                            <a:pt x="330720" y="21950"/>
                          </a:cubicBezTo>
                          <a:cubicBezTo>
                            <a:pt x="330149" y="21378"/>
                            <a:pt x="329482" y="20712"/>
                            <a:pt x="328910" y="20140"/>
                          </a:cubicBezTo>
                          <a:cubicBezTo>
                            <a:pt x="328339" y="19664"/>
                            <a:pt x="327767" y="19092"/>
                            <a:pt x="327196" y="18616"/>
                          </a:cubicBezTo>
                          <a:cubicBezTo>
                            <a:pt x="326529" y="18045"/>
                            <a:pt x="325862" y="17473"/>
                            <a:pt x="325196" y="16997"/>
                          </a:cubicBezTo>
                          <a:cubicBezTo>
                            <a:pt x="324624" y="16521"/>
                            <a:pt x="323957" y="16044"/>
                            <a:pt x="323386" y="15568"/>
                          </a:cubicBezTo>
                          <a:cubicBezTo>
                            <a:pt x="322719" y="15092"/>
                            <a:pt x="321957" y="14520"/>
                            <a:pt x="321195" y="14044"/>
                          </a:cubicBezTo>
                          <a:cubicBezTo>
                            <a:pt x="320528" y="13568"/>
                            <a:pt x="319862" y="13187"/>
                            <a:pt x="319195" y="12806"/>
                          </a:cubicBezTo>
                          <a:cubicBezTo>
                            <a:pt x="318433" y="12330"/>
                            <a:pt x="317671" y="11853"/>
                            <a:pt x="316814" y="11472"/>
                          </a:cubicBezTo>
                          <a:cubicBezTo>
                            <a:pt x="316147" y="11091"/>
                            <a:pt x="315385" y="10710"/>
                            <a:pt x="314718" y="10329"/>
                          </a:cubicBezTo>
                          <a:cubicBezTo>
                            <a:pt x="313861" y="9948"/>
                            <a:pt x="313004" y="9472"/>
                            <a:pt x="312146" y="9091"/>
                          </a:cubicBezTo>
                          <a:cubicBezTo>
                            <a:pt x="311384" y="8710"/>
                            <a:pt x="310622" y="8424"/>
                            <a:pt x="309860" y="8043"/>
                          </a:cubicBezTo>
                          <a:cubicBezTo>
                            <a:pt x="309003" y="7662"/>
                            <a:pt x="308051" y="7281"/>
                            <a:pt x="307098" y="6996"/>
                          </a:cubicBezTo>
                          <a:cubicBezTo>
                            <a:pt x="306336" y="6710"/>
                            <a:pt x="305574" y="6424"/>
                            <a:pt x="304717" y="6138"/>
                          </a:cubicBezTo>
                          <a:cubicBezTo>
                            <a:pt x="303764" y="5853"/>
                            <a:pt x="302812" y="5472"/>
                            <a:pt x="301859" y="5186"/>
                          </a:cubicBezTo>
                          <a:cubicBezTo>
                            <a:pt x="301002" y="4900"/>
                            <a:pt x="300240" y="4710"/>
                            <a:pt x="299383" y="4424"/>
                          </a:cubicBezTo>
                          <a:cubicBezTo>
                            <a:pt x="298335" y="4138"/>
                            <a:pt x="297287" y="3852"/>
                            <a:pt x="296335" y="3662"/>
                          </a:cubicBezTo>
                          <a:cubicBezTo>
                            <a:pt x="295478" y="3471"/>
                            <a:pt x="294620" y="3186"/>
                            <a:pt x="293763" y="2995"/>
                          </a:cubicBezTo>
                          <a:cubicBezTo>
                            <a:pt x="292715" y="2709"/>
                            <a:pt x="291572" y="2519"/>
                            <a:pt x="290429" y="2328"/>
                          </a:cubicBezTo>
                          <a:cubicBezTo>
                            <a:pt x="289572" y="2138"/>
                            <a:pt x="288715" y="1947"/>
                            <a:pt x="287858" y="1852"/>
                          </a:cubicBezTo>
                          <a:cubicBezTo>
                            <a:pt x="286715" y="1662"/>
                            <a:pt x="285476" y="1471"/>
                            <a:pt x="284333" y="1376"/>
                          </a:cubicBezTo>
                          <a:cubicBezTo>
                            <a:pt x="283476" y="1281"/>
                            <a:pt x="282619" y="1090"/>
                            <a:pt x="281666" y="995"/>
                          </a:cubicBezTo>
                          <a:cubicBezTo>
                            <a:pt x="280428" y="804"/>
                            <a:pt x="279095" y="709"/>
                            <a:pt x="277856" y="614"/>
                          </a:cubicBezTo>
                          <a:cubicBezTo>
                            <a:pt x="277285" y="614"/>
                            <a:pt x="276809" y="519"/>
                            <a:pt x="276237" y="423"/>
                          </a:cubicBezTo>
                          <a:cubicBezTo>
                            <a:pt x="275951" y="423"/>
                            <a:pt x="275570" y="328"/>
                            <a:pt x="275285" y="328"/>
                          </a:cubicBezTo>
                          <a:cubicBezTo>
                            <a:pt x="273856" y="233"/>
                            <a:pt x="272332" y="138"/>
                            <a:pt x="270903" y="138"/>
                          </a:cubicBezTo>
                          <a:cubicBezTo>
                            <a:pt x="270236" y="138"/>
                            <a:pt x="269474" y="42"/>
                            <a:pt x="268808" y="42"/>
                          </a:cubicBezTo>
                          <a:cubicBezTo>
                            <a:pt x="268427" y="42"/>
                            <a:pt x="267950" y="42"/>
                            <a:pt x="267569" y="42"/>
                          </a:cubicBezTo>
                          <a:cubicBezTo>
                            <a:pt x="265760" y="42"/>
                            <a:pt x="263950" y="-53"/>
                            <a:pt x="262140" y="42"/>
                          </a:cubicBezTo>
                          <a:cubicBezTo>
                            <a:pt x="262045" y="42"/>
                            <a:pt x="261950" y="42"/>
                            <a:pt x="261854" y="42"/>
                          </a:cubicBezTo>
                          <a:cubicBezTo>
                            <a:pt x="261854" y="42"/>
                            <a:pt x="261854" y="42"/>
                            <a:pt x="261854" y="42"/>
                          </a:cubicBezTo>
                          <a:cubicBezTo>
                            <a:pt x="259759" y="42"/>
                            <a:pt x="257568" y="138"/>
                            <a:pt x="255377" y="233"/>
                          </a:cubicBezTo>
                          <a:cubicBezTo>
                            <a:pt x="254425" y="328"/>
                            <a:pt x="253472" y="328"/>
                            <a:pt x="252520" y="423"/>
                          </a:cubicBezTo>
                          <a:cubicBezTo>
                            <a:pt x="251186" y="519"/>
                            <a:pt x="249853" y="614"/>
                            <a:pt x="248519" y="709"/>
                          </a:cubicBezTo>
                          <a:cubicBezTo>
                            <a:pt x="248424" y="709"/>
                            <a:pt x="248329" y="709"/>
                            <a:pt x="248234" y="709"/>
                          </a:cubicBezTo>
                          <a:cubicBezTo>
                            <a:pt x="244900" y="995"/>
                            <a:pt x="241471" y="1376"/>
                            <a:pt x="237947" y="1852"/>
                          </a:cubicBezTo>
                          <a:cubicBezTo>
                            <a:pt x="237661" y="1852"/>
                            <a:pt x="237280" y="1947"/>
                            <a:pt x="236994" y="1947"/>
                          </a:cubicBezTo>
                          <a:cubicBezTo>
                            <a:pt x="236327" y="2043"/>
                            <a:pt x="235756" y="2138"/>
                            <a:pt x="235089" y="2233"/>
                          </a:cubicBezTo>
                          <a:cubicBezTo>
                            <a:pt x="233470" y="2519"/>
                            <a:pt x="231755" y="2709"/>
                            <a:pt x="230041" y="2995"/>
                          </a:cubicBezTo>
                          <a:cubicBezTo>
                            <a:pt x="225659" y="3757"/>
                            <a:pt x="221278" y="4614"/>
                            <a:pt x="216801" y="5662"/>
                          </a:cubicBezTo>
                          <a:cubicBezTo>
                            <a:pt x="216801" y="5662"/>
                            <a:pt x="216801" y="5662"/>
                            <a:pt x="216801" y="5662"/>
                          </a:cubicBezTo>
                          <a:cubicBezTo>
                            <a:pt x="215468" y="6615"/>
                            <a:pt x="213944" y="6900"/>
                            <a:pt x="212515" y="728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5B000">
                            <a:alpha val="100000"/>
                          </a:srgbClr>
                        </a:gs>
                        <a:gs pos="99910">
                          <a:srgbClr val="CD8A00">
                            <a:alpha val="100000"/>
                          </a:srgbClr>
                        </a:gs>
                      </a:gsLst>
                      <a:lin ang="198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5" name="AutoShape 125"/>
                    <p:cNvSpPr/>
                    <p:nvPr/>
                  </p:nvSpPr>
                  <p:spPr>
                    <a:xfrm>
                      <a:off x="5038248" y="2783014"/>
                      <a:ext cx="468534" cy="3277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8534" h="327731">
                          <a:moveTo>
                            <a:pt x="450914" y="133731"/>
                          </a:moveTo>
                          <a:cubicBezTo>
                            <a:pt x="451009" y="133445"/>
                            <a:pt x="451199" y="133255"/>
                            <a:pt x="451295" y="132969"/>
                          </a:cubicBezTo>
                          <a:cubicBezTo>
                            <a:pt x="451580" y="132398"/>
                            <a:pt x="451866" y="131826"/>
                            <a:pt x="452152" y="131254"/>
                          </a:cubicBezTo>
                          <a:cubicBezTo>
                            <a:pt x="453390" y="128969"/>
                            <a:pt x="454533" y="126587"/>
                            <a:pt x="455581" y="124301"/>
                          </a:cubicBezTo>
                          <a:cubicBezTo>
                            <a:pt x="455771" y="123825"/>
                            <a:pt x="455962" y="123349"/>
                            <a:pt x="456248" y="122873"/>
                          </a:cubicBezTo>
                          <a:cubicBezTo>
                            <a:pt x="456533" y="122301"/>
                            <a:pt x="456819" y="121634"/>
                            <a:pt x="457105" y="121063"/>
                          </a:cubicBezTo>
                          <a:cubicBezTo>
                            <a:pt x="457867" y="119348"/>
                            <a:pt x="458629" y="117538"/>
                            <a:pt x="459295" y="115824"/>
                          </a:cubicBezTo>
                          <a:cubicBezTo>
                            <a:pt x="459581" y="115157"/>
                            <a:pt x="459772" y="114490"/>
                            <a:pt x="460058" y="113824"/>
                          </a:cubicBezTo>
                          <a:cubicBezTo>
                            <a:pt x="460248" y="113348"/>
                            <a:pt x="460439" y="112776"/>
                            <a:pt x="460629" y="112300"/>
                          </a:cubicBezTo>
                          <a:cubicBezTo>
                            <a:pt x="461105" y="110966"/>
                            <a:pt x="461582" y="109538"/>
                            <a:pt x="462058" y="108204"/>
                          </a:cubicBezTo>
                          <a:cubicBezTo>
                            <a:pt x="462344" y="107442"/>
                            <a:pt x="462534" y="106585"/>
                            <a:pt x="462820" y="105823"/>
                          </a:cubicBezTo>
                          <a:cubicBezTo>
                            <a:pt x="463010" y="105346"/>
                            <a:pt x="463106" y="104870"/>
                            <a:pt x="463296" y="104394"/>
                          </a:cubicBezTo>
                          <a:cubicBezTo>
                            <a:pt x="463677" y="103156"/>
                            <a:pt x="464058" y="101917"/>
                            <a:pt x="464344" y="100679"/>
                          </a:cubicBezTo>
                          <a:cubicBezTo>
                            <a:pt x="464534" y="99917"/>
                            <a:pt x="464725" y="99060"/>
                            <a:pt x="465011" y="98298"/>
                          </a:cubicBezTo>
                          <a:cubicBezTo>
                            <a:pt x="465106" y="97822"/>
                            <a:pt x="465296" y="97250"/>
                            <a:pt x="465392" y="96774"/>
                          </a:cubicBezTo>
                          <a:cubicBezTo>
                            <a:pt x="465677" y="95631"/>
                            <a:pt x="465868" y="94583"/>
                            <a:pt x="466154" y="93440"/>
                          </a:cubicBezTo>
                          <a:cubicBezTo>
                            <a:pt x="466344" y="92678"/>
                            <a:pt x="466439" y="91916"/>
                            <a:pt x="466630" y="91154"/>
                          </a:cubicBezTo>
                          <a:cubicBezTo>
                            <a:pt x="466725" y="90583"/>
                            <a:pt x="466916" y="89916"/>
                            <a:pt x="467011" y="89344"/>
                          </a:cubicBezTo>
                          <a:cubicBezTo>
                            <a:pt x="467201" y="88297"/>
                            <a:pt x="467392" y="87344"/>
                            <a:pt x="467487" y="86296"/>
                          </a:cubicBezTo>
                          <a:cubicBezTo>
                            <a:pt x="467582" y="85630"/>
                            <a:pt x="467678" y="85058"/>
                            <a:pt x="467678" y="84392"/>
                          </a:cubicBezTo>
                          <a:cubicBezTo>
                            <a:pt x="467773" y="83629"/>
                            <a:pt x="467868" y="82867"/>
                            <a:pt x="467963" y="82106"/>
                          </a:cubicBezTo>
                          <a:cubicBezTo>
                            <a:pt x="468059" y="81153"/>
                            <a:pt x="468154" y="80200"/>
                            <a:pt x="468249" y="79248"/>
                          </a:cubicBezTo>
                          <a:cubicBezTo>
                            <a:pt x="468249" y="78772"/>
                            <a:pt x="468249" y="78296"/>
                            <a:pt x="468344" y="77819"/>
                          </a:cubicBezTo>
                          <a:cubicBezTo>
                            <a:pt x="468440" y="76771"/>
                            <a:pt x="468440" y="75819"/>
                            <a:pt x="468440" y="74867"/>
                          </a:cubicBezTo>
                          <a:cubicBezTo>
                            <a:pt x="468440" y="74009"/>
                            <a:pt x="468535" y="73247"/>
                            <a:pt x="468535" y="72390"/>
                          </a:cubicBezTo>
                          <a:cubicBezTo>
                            <a:pt x="468535" y="72104"/>
                            <a:pt x="468535" y="71819"/>
                            <a:pt x="468535" y="71533"/>
                          </a:cubicBezTo>
                          <a:cubicBezTo>
                            <a:pt x="468535" y="69628"/>
                            <a:pt x="468440" y="67723"/>
                            <a:pt x="468344" y="65818"/>
                          </a:cubicBezTo>
                          <a:cubicBezTo>
                            <a:pt x="468344" y="65627"/>
                            <a:pt x="468344" y="65532"/>
                            <a:pt x="468249" y="65342"/>
                          </a:cubicBezTo>
                          <a:cubicBezTo>
                            <a:pt x="468059" y="63246"/>
                            <a:pt x="467773" y="61246"/>
                            <a:pt x="467487" y="59246"/>
                          </a:cubicBezTo>
                          <a:cubicBezTo>
                            <a:pt x="467487" y="58960"/>
                            <a:pt x="467392" y="58769"/>
                            <a:pt x="467392" y="58483"/>
                          </a:cubicBezTo>
                          <a:cubicBezTo>
                            <a:pt x="467296" y="57817"/>
                            <a:pt x="467106" y="57150"/>
                            <a:pt x="467011" y="56483"/>
                          </a:cubicBezTo>
                          <a:cubicBezTo>
                            <a:pt x="466820" y="55340"/>
                            <a:pt x="466535" y="54292"/>
                            <a:pt x="466249" y="53245"/>
                          </a:cubicBezTo>
                          <a:cubicBezTo>
                            <a:pt x="466058" y="52673"/>
                            <a:pt x="465963" y="52102"/>
                            <a:pt x="465868" y="51530"/>
                          </a:cubicBezTo>
                          <a:cubicBezTo>
                            <a:pt x="465677" y="50768"/>
                            <a:pt x="465487" y="50102"/>
                            <a:pt x="465201" y="49340"/>
                          </a:cubicBezTo>
                          <a:cubicBezTo>
                            <a:pt x="465011" y="48673"/>
                            <a:pt x="464725" y="48006"/>
                            <a:pt x="464534" y="47435"/>
                          </a:cubicBezTo>
                          <a:cubicBezTo>
                            <a:pt x="464249" y="46482"/>
                            <a:pt x="463868" y="45529"/>
                            <a:pt x="463487" y="44672"/>
                          </a:cubicBezTo>
                          <a:cubicBezTo>
                            <a:pt x="463296" y="44101"/>
                            <a:pt x="463010" y="43529"/>
                            <a:pt x="462820" y="42958"/>
                          </a:cubicBezTo>
                          <a:cubicBezTo>
                            <a:pt x="462629" y="42481"/>
                            <a:pt x="462344" y="42100"/>
                            <a:pt x="462153" y="41624"/>
                          </a:cubicBezTo>
                          <a:lnTo>
                            <a:pt x="438341" y="0"/>
                          </a:lnTo>
                          <a:cubicBezTo>
                            <a:pt x="438436" y="190"/>
                            <a:pt x="438436" y="381"/>
                            <a:pt x="438531" y="571"/>
                          </a:cubicBezTo>
                          <a:cubicBezTo>
                            <a:pt x="438721" y="1143"/>
                            <a:pt x="439007" y="1715"/>
                            <a:pt x="439198" y="2191"/>
                          </a:cubicBezTo>
                          <a:cubicBezTo>
                            <a:pt x="439484" y="3048"/>
                            <a:pt x="439865" y="3810"/>
                            <a:pt x="440150" y="4667"/>
                          </a:cubicBezTo>
                          <a:cubicBezTo>
                            <a:pt x="440245" y="4953"/>
                            <a:pt x="440436" y="5239"/>
                            <a:pt x="440531" y="5620"/>
                          </a:cubicBezTo>
                          <a:cubicBezTo>
                            <a:pt x="440722" y="6096"/>
                            <a:pt x="440817" y="6572"/>
                            <a:pt x="441008" y="7048"/>
                          </a:cubicBezTo>
                          <a:cubicBezTo>
                            <a:pt x="441198" y="7620"/>
                            <a:pt x="441389" y="8287"/>
                            <a:pt x="441579" y="8954"/>
                          </a:cubicBezTo>
                          <a:cubicBezTo>
                            <a:pt x="441770" y="9525"/>
                            <a:pt x="441865" y="10096"/>
                            <a:pt x="442055" y="10668"/>
                          </a:cubicBezTo>
                          <a:cubicBezTo>
                            <a:pt x="442151" y="10858"/>
                            <a:pt x="442151" y="11144"/>
                            <a:pt x="442246" y="11335"/>
                          </a:cubicBezTo>
                          <a:cubicBezTo>
                            <a:pt x="442436" y="12287"/>
                            <a:pt x="442627" y="13240"/>
                            <a:pt x="442817" y="14288"/>
                          </a:cubicBezTo>
                          <a:cubicBezTo>
                            <a:pt x="442913" y="14859"/>
                            <a:pt x="443103" y="15526"/>
                            <a:pt x="443198" y="16097"/>
                          </a:cubicBezTo>
                          <a:cubicBezTo>
                            <a:pt x="443294" y="16383"/>
                            <a:pt x="443294" y="16669"/>
                            <a:pt x="443389" y="16859"/>
                          </a:cubicBezTo>
                          <a:cubicBezTo>
                            <a:pt x="443389" y="16954"/>
                            <a:pt x="443389" y="17050"/>
                            <a:pt x="443484" y="17145"/>
                          </a:cubicBezTo>
                          <a:cubicBezTo>
                            <a:pt x="443770" y="19145"/>
                            <a:pt x="444056" y="21146"/>
                            <a:pt x="444246" y="23146"/>
                          </a:cubicBezTo>
                          <a:cubicBezTo>
                            <a:pt x="444246" y="23241"/>
                            <a:pt x="444246" y="23431"/>
                            <a:pt x="444246" y="23527"/>
                          </a:cubicBezTo>
                          <a:cubicBezTo>
                            <a:pt x="444437" y="25432"/>
                            <a:pt x="444532" y="27337"/>
                            <a:pt x="444532" y="29337"/>
                          </a:cubicBezTo>
                          <a:cubicBezTo>
                            <a:pt x="444532" y="29623"/>
                            <a:pt x="444532" y="29813"/>
                            <a:pt x="444532" y="30099"/>
                          </a:cubicBezTo>
                          <a:cubicBezTo>
                            <a:pt x="444532" y="30956"/>
                            <a:pt x="444532" y="31718"/>
                            <a:pt x="444437" y="32575"/>
                          </a:cubicBezTo>
                          <a:cubicBezTo>
                            <a:pt x="444437" y="33623"/>
                            <a:pt x="444437" y="34671"/>
                            <a:pt x="444341" y="35623"/>
                          </a:cubicBezTo>
                          <a:cubicBezTo>
                            <a:pt x="444341" y="36004"/>
                            <a:pt x="444246" y="36481"/>
                            <a:pt x="444246" y="36957"/>
                          </a:cubicBezTo>
                          <a:cubicBezTo>
                            <a:pt x="444151" y="37910"/>
                            <a:pt x="444056" y="38862"/>
                            <a:pt x="443960" y="39815"/>
                          </a:cubicBezTo>
                          <a:cubicBezTo>
                            <a:pt x="443865" y="40577"/>
                            <a:pt x="443865" y="41434"/>
                            <a:pt x="443770" y="42196"/>
                          </a:cubicBezTo>
                          <a:cubicBezTo>
                            <a:pt x="443675" y="42767"/>
                            <a:pt x="443579" y="43339"/>
                            <a:pt x="443484" y="44006"/>
                          </a:cubicBezTo>
                          <a:cubicBezTo>
                            <a:pt x="443389" y="45053"/>
                            <a:pt x="443198" y="46006"/>
                            <a:pt x="443008" y="47054"/>
                          </a:cubicBezTo>
                          <a:cubicBezTo>
                            <a:pt x="442913" y="47720"/>
                            <a:pt x="442817" y="48292"/>
                            <a:pt x="442722" y="48958"/>
                          </a:cubicBezTo>
                          <a:cubicBezTo>
                            <a:pt x="442627" y="49721"/>
                            <a:pt x="442436" y="50387"/>
                            <a:pt x="442246" y="51149"/>
                          </a:cubicBezTo>
                          <a:cubicBezTo>
                            <a:pt x="442055" y="52292"/>
                            <a:pt x="441770" y="53340"/>
                            <a:pt x="441484" y="54483"/>
                          </a:cubicBezTo>
                          <a:cubicBezTo>
                            <a:pt x="441389" y="55054"/>
                            <a:pt x="441293" y="55531"/>
                            <a:pt x="441103" y="56102"/>
                          </a:cubicBezTo>
                          <a:cubicBezTo>
                            <a:pt x="440912" y="56864"/>
                            <a:pt x="440627" y="57626"/>
                            <a:pt x="440436" y="58388"/>
                          </a:cubicBezTo>
                          <a:cubicBezTo>
                            <a:pt x="440055" y="59627"/>
                            <a:pt x="439769" y="60865"/>
                            <a:pt x="439388" y="62103"/>
                          </a:cubicBezTo>
                          <a:cubicBezTo>
                            <a:pt x="439198" y="62579"/>
                            <a:pt x="439103" y="63151"/>
                            <a:pt x="438912" y="63627"/>
                          </a:cubicBezTo>
                          <a:cubicBezTo>
                            <a:pt x="438626" y="64389"/>
                            <a:pt x="438341" y="65151"/>
                            <a:pt x="438150" y="65913"/>
                          </a:cubicBezTo>
                          <a:cubicBezTo>
                            <a:pt x="437674" y="67246"/>
                            <a:pt x="437198" y="68675"/>
                            <a:pt x="436721" y="70009"/>
                          </a:cubicBezTo>
                          <a:cubicBezTo>
                            <a:pt x="436531" y="70580"/>
                            <a:pt x="436340" y="71056"/>
                            <a:pt x="436150" y="71628"/>
                          </a:cubicBezTo>
                          <a:cubicBezTo>
                            <a:pt x="435864" y="72295"/>
                            <a:pt x="435578" y="72961"/>
                            <a:pt x="435293" y="73533"/>
                          </a:cubicBezTo>
                          <a:cubicBezTo>
                            <a:pt x="434626" y="75248"/>
                            <a:pt x="433864" y="77057"/>
                            <a:pt x="433102" y="78772"/>
                          </a:cubicBezTo>
                          <a:cubicBezTo>
                            <a:pt x="432816" y="79438"/>
                            <a:pt x="432626" y="80010"/>
                            <a:pt x="432340" y="80677"/>
                          </a:cubicBezTo>
                          <a:cubicBezTo>
                            <a:pt x="432149" y="81153"/>
                            <a:pt x="431864" y="81629"/>
                            <a:pt x="431673" y="82010"/>
                          </a:cubicBezTo>
                          <a:cubicBezTo>
                            <a:pt x="430625" y="84296"/>
                            <a:pt x="429482" y="86677"/>
                            <a:pt x="428244" y="88963"/>
                          </a:cubicBezTo>
                          <a:cubicBezTo>
                            <a:pt x="428244" y="89059"/>
                            <a:pt x="428149" y="89154"/>
                            <a:pt x="428149" y="89154"/>
                          </a:cubicBezTo>
                          <a:cubicBezTo>
                            <a:pt x="427863" y="89630"/>
                            <a:pt x="427673" y="90202"/>
                            <a:pt x="427387" y="90678"/>
                          </a:cubicBezTo>
                          <a:cubicBezTo>
                            <a:pt x="427292" y="90964"/>
                            <a:pt x="427101" y="91154"/>
                            <a:pt x="427006" y="91440"/>
                          </a:cubicBezTo>
                          <a:cubicBezTo>
                            <a:pt x="426720" y="92011"/>
                            <a:pt x="426339" y="92583"/>
                            <a:pt x="426053" y="93154"/>
                          </a:cubicBezTo>
                          <a:cubicBezTo>
                            <a:pt x="425482" y="94107"/>
                            <a:pt x="425006" y="95060"/>
                            <a:pt x="424434" y="96107"/>
                          </a:cubicBezTo>
                          <a:cubicBezTo>
                            <a:pt x="423958" y="96965"/>
                            <a:pt x="423386" y="97822"/>
                            <a:pt x="422910" y="98774"/>
                          </a:cubicBezTo>
                          <a:cubicBezTo>
                            <a:pt x="422529" y="99441"/>
                            <a:pt x="422053" y="100203"/>
                            <a:pt x="421672" y="100870"/>
                          </a:cubicBezTo>
                          <a:cubicBezTo>
                            <a:pt x="421386" y="101346"/>
                            <a:pt x="421100" y="101917"/>
                            <a:pt x="420719" y="102394"/>
                          </a:cubicBezTo>
                          <a:cubicBezTo>
                            <a:pt x="420243" y="103156"/>
                            <a:pt x="419767" y="103918"/>
                            <a:pt x="419291" y="104680"/>
                          </a:cubicBezTo>
                          <a:cubicBezTo>
                            <a:pt x="419100" y="104965"/>
                            <a:pt x="418910" y="105346"/>
                            <a:pt x="418624" y="105632"/>
                          </a:cubicBezTo>
                          <a:cubicBezTo>
                            <a:pt x="417957" y="106680"/>
                            <a:pt x="417386" y="107633"/>
                            <a:pt x="416719" y="108680"/>
                          </a:cubicBezTo>
                          <a:cubicBezTo>
                            <a:pt x="416528" y="109061"/>
                            <a:pt x="416243" y="109347"/>
                            <a:pt x="416052" y="109728"/>
                          </a:cubicBezTo>
                          <a:cubicBezTo>
                            <a:pt x="415195" y="111061"/>
                            <a:pt x="414242" y="112395"/>
                            <a:pt x="413290" y="113729"/>
                          </a:cubicBezTo>
                          <a:cubicBezTo>
                            <a:pt x="412718" y="114586"/>
                            <a:pt x="412147" y="115443"/>
                            <a:pt x="411480" y="116300"/>
                          </a:cubicBezTo>
                          <a:cubicBezTo>
                            <a:pt x="411385" y="116491"/>
                            <a:pt x="411290" y="116586"/>
                            <a:pt x="411099" y="116777"/>
                          </a:cubicBezTo>
                          <a:cubicBezTo>
                            <a:pt x="410623" y="117443"/>
                            <a:pt x="410051" y="118205"/>
                            <a:pt x="409575" y="118872"/>
                          </a:cubicBezTo>
                          <a:cubicBezTo>
                            <a:pt x="408051" y="120967"/>
                            <a:pt x="406527" y="122968"/>
                            <a:pt x="405003" y="125063"/>
                          </a:cubicBezTo>
                          <a:cubicBezTo>
                            <a:pt x="404146" y="126111"/>
                            <a:pt x="403289" y="127254"/>
                            <a:pt x="402431" y="128302"/>
                          </a:cubicBezTo>
                          <a:cubicBezTo>
                            <a:pt x="401003" y="130111"/>
                            <a:pt x="399479" y="131921"/>
                            <a:pt x="398050" y="133731"/>
                          </a:cubicBezTo>
                          <a:cubicBezTo>
                            <a:pt x="397669" y="134207"/>
                            <a:pt x="397288" y="134779"/>
                            <a:pt x="396812" y="135255"/>
                          </a:cubicBezTo>
                          <a:cubicBezTo>
                            <a:pt x="396240" y="135922"/>
                            <a:pt x="395669" y="136588"/>
                            <a:pt x="395097" y="137255"/>
                          </a:cubicBezTo>
                          <a:cubicBezTo>
                            <a:pt x="393668" y="138970"/>
                            <a:pt x="392144" y="140684"/>
                            <a:pt x="390620" y="142304"/>
                          </a:cubicBezTo>
                          <a:cubicBezTo>
                            <a:pt x="389573" y="143446"/>
                            <a:pt x="388525" y="144590"/>
                            <a:pt x="387477" y="145733"/>
                          </a:cubicBezTo>
                          <a:cubicBezTo>
                            <a:pt x="385953" y="147447"/>
                            <a:pt x="384334" y="149161"/>
                            <a:pt x="382715" y="150876"/>
                          </a:cubicBezTo>
                          <a:cubicBezTo>
                            <a:pt x="381667" y="152019"/>
                            <a:pt x="380619" y="153067"/>
                            <a:pt x="379571" y="154210"/>
                          </a:cubicBezTo>
                          <a:cubicBezTo>
                            <a:pt x="377762" y="156019"/>
                            <a:pt x="375952" y="157829"/>
                            <a:pt x="374142" y="159639"/>
                          </a:cubicBezTo>
                          <a:cubicBezTo>
                            <a:pt x="373190" y="160592"/>
                            <a:pt x="372142" y="161544"/>
                            <a:pt x="371189" y="162592"/>
                          </a:cubicBezTo>
                          <a:cubicBezTo>
                            <a:pt x="368808" y="164878"/>
                            <a:pt x="366427" y="167069"/>
                            <a:pt x="364045" y="169354"/>
                          </a:cubicBezTo>
                          <a:cubicBezTo>
                            <a:pt x="363569" y="169831"/>
                            <a:pt x="363093" y="170307"/>
                            <a:pt x="362617" y="170688"/>
                          </a:cubicBezTo>
                          <a:cubicBezTo>
                            <a:pt x="362521" y="170783"/>
                            <a:pt x="362426" y="170879"/>
                            <a:pt x="362331" y="170879"/>
                          </a:cubicBezTo>
                          <a:cubicBezTo>
                            <a:pt x="362236" y="170974"/>
                            <a:pt x="362236" y="170974"/>
                            <a:pt x="362141" y="171069"/>
                          </a:cubicBezTo>
                          <a:cubicBezTo>
                            <a:pt x="361379" y="171736"/>
                            <a:pt x="360617" y="172498"/>
                            <a:pt x="359855" y="173165"/>
                          </a:cubicBezTo>
                          <a:cubicBezTo>
                            <a:pt x="359283" y="173736"/>
                            <a:pt x="358616" y="174212"/>
                            <a:pt x="358045" y="174784"/>
                          </a:cubicBezTo>
                          <a:cubicBezTo>
                            <a:pt x="355283" y="177260"/>
                            <a:pt x="352425" y="179642"/>
                            <a:pt x="349472" y="182118"/>
                          </a:cubicBezTo>
                          <a:cubicBezTo>
                            <a:pt x="349472" y="182118"/>
                            <a:pt x="349377" y="182118"/>
                            <a:pt x="349377" y="182213"/>
                          </a:cubicBezTo>
                          <a:cubicBezTo>
                            <a:pt x="348615" y="182880"/>
                            <a:pt x="347853" y="183452"/>
                            <a:pt x="347091" y="184118"/>
                          </a:cubicBezTo>
                          <a:cubicBezTo>
                            <a:pt x="346901" y="184309"/>
                            <a:pt x="346710" y="184404"/>
                            <a:pt x="346520" y="184594"/>
                          </a:cubicBezTo>
                          <a:cubicBezTo>
                            <a:pt x="342805" y="187642"/>
                            <a:pt x="338995" y="190690"/>
                            <a:pt x="335090" y="193643"/>
                          </a:cubicBezTo>
                          <a:cubicBezTo>
                            <a:pt x="334994" y="193738"/>
                            <a:pt x="334899" y="193834"/>
                            <a:pt x="334804" y="193929"/>
                          </a:cubicBezTo>
                          <a:cubicBezTo>
                            <a:pt x="334232" y="194405"/>
                            <a:pt x="333661" y="194786"/>
                            <a:pt x="333089" y="195263"/>
                          </a:cubicBezTo>
                          <a:cubicBezTo>
                            <a:pt x="330137" y="197453"/>
                            <a:pt x="327184" y="199644"/>
                            <a:pt x="324136" y="201835"/>
                          </a:cubicBezTo>
                          <a:cubicBezTo>
                            <a:pt x="323660" y="202216"/>
                            <a:pt x="323183" y="202502"/>
                            <a:pt x="322707" y="202883"/>
                          </a:cubicBezTo>
                          <a:cubicBezTo>
                            <a:pt x="321659" y="203644"/>
                            <a:pt x="320612" y="204311"/>
                            <a:pt x="319659" y="205073"/>
                          </a:cubicBezTo>
                          <a:cubicBezTo>
                            <a:pt x="317849" y="206311"/>
                            <a:pt x="316135" y="207550"/>
                            <a:pt x="314325" y="208788"/>
                          </a:cubicBezTo>
                          <a:cubicBezTo>
                            <a:pt x="313754" y="209169"/>
                            <a:pt x="313087" y="209645"/>
                            <a:pt x="312515" y="210026"/>
                          </a:cubicBezTo>
                          <a:cubicBezTo>
                            <a:pt x="311277" y="210884"/>
                            <a:pt x="310039" y="211646"/>
                            <a:pt x="308801" y="212408"/>
                          </a:cubicBezTo>
                          <a:cubicBezTo>
                            <a:pt x="307467" y="213265"/>
                            <a:pt x="306229" y="214122"/>
                            <a:pt x="304895" y="214979"/>
                          </a:cubicBezTo>
                          <a:cubicBezTo>
                            <a:pt x="304419" y="215265"/>
                            <a:pt x="303943" y="215646"/>
                            <a:pt x="303371" y="215932"/>
                          </a:cubicBezTo>
                          <a:cubicBezTo>
                            <a:pt x="302133" y="216694"/>
                            <a:pt x="300895" y="217551"/>
                            <a:pt x="299561" y="218313"/>
                          </a:cubicBezTo>
                          <a:cubicBezTo>
                            <a:pt x="298990" y="218694"/>
                            <a:pt x="298514" y="218980"/>
                            <a:pt x="297942" y="219361"/>
                          </a:cubicBezTo>
                          <a:cubicBezTo>
                            <a:pt x="296990" y="219932"/>
                            <a:pt x="296132" y="220504"/>
                            <a:pt x="295180" y="221075"/>
                          </a:cubicBezTo>
                          <a:cubicBezTo>
                            <a:pt x="294989" y="221171"/>
                            <a:pt x="294704" y="221361"/>
                            <a:pt x="294513" y="221456"/>
                          </a:cubicBezTo>
                          <a:cubicBezTo>
                            <a:pt x="293751" y="221933"/>
                            <a:pt x="292989" y="222409"/>
                            <a:pt x="292227" y="222885"/>
                          </a:cubicBezTo>
                          <a:cubicBezTo>
                            <a:pt x="290132" y="224123"/>
                            <a:pt x="288036" y="225457"/>
                            <a:pt x="285941" y="226695"/>
                          </a:cubicBezTo>
                          <a:cubicBezTo>
                            <a:pt x="285750" y="226790"/>
                            <a:pt x="285655" y="226886"/>
                            <a:pt x="285464" y="226981"/>
                          </a:cubicBezTo>
                          <a:cubicBezTo>
                            <a:pt x="284798" y="227362"/>
                            <a:pt x="284036" y="227743"/>
                            <a:pt x="283369" y="228219"/>
                          </a:cubicBezTo>
                          <a:cubicBezTo>
                            <a:pt x="281559" y="229267"/>
                            <a:pt x="279654" y="230315"/>
                            <a:pt x="277844" y="231362"/>
                          </a:cubicBezTo>
                          <a:cubicBezTo>
                            <a:pt x="277654" y="231458"/>
                            <a:pt x="277368" y="231648"/>
                            <a:pt x="277178" y="231743"/>
                          </a:cubicBezTo>
                          <a:cubicBezTo>
                            <a:pt x="276606" y="232029"/>
                            <a:pt x="276035" y="232315"/>
                            <a:pt x="275463" y="232696"/>
                          </a:cubicBezTo>
                          <a:cubicBezTo>
                            <a:pt x="274320" y="233363"/>
                            <a:pt x="273177" y="233934"/>
                            <a:pt x="272034" y="234601"/>
                          </a:cubicBezTo>
                          <a:cubicBezTo>
                            <a:pt x="271463" y="234886"/>
                            <a:pt x="270986" y="235172"/>
                            <a:pt x="270415" y="235458"/>
                          </a:cubicBezTo>
                          <a:cubicBezTo>
                            <a:pt x="269653" y="235839"/>
                            <a:pt x="268986" y="236220"/>
                            <a:pt x="268224" y="236601"/>
                          </a:cubicBezTo>
                          <a:cubicBezTo>
                            <a:pt x="267176" y="237173"/>
                            <a:pt x="266129" y="237649"/>
                            <a:pt x="265176" y="238220"/>
                          </a:cubicBezTo>
                          <a:cubicBezTo>
                            <a:pt x="263938" y="238887"/>
                            <a:pt x="262700" y="239459"/>
                            <a:pt x="261461" y="240125"/>
                          </a:cubicBezTo>
                          <a:cubicBezTo>
                            <a:pt x="260699" y="240506"/>
                            <a:pt x="259937" y="240983"/>
                            <a:pt x="259175" y="241363"/>
                          </a:cubicBezTo>
                          <a:cubicBezTo>
                            <a:pt x="257842" y="242030"/>
                            <a:pt x="256604" y="242602"/>
                            <a:pt x="255270" y="243269"/>
                          </a:cubicBezTo>
                          <a:cubicBezTo>
                            <a:pt x="254984" y="243459"/>
                            <a:pt x="254603" y="243554"/>
                            <a:pt x="254318" y="243745"/>
                          </a:cubicBezTo>
                          <a:cubicBezTo>
                            <a:pt x="253175" y="244316"/>
                            <a:pt x="252127" y="244792"/>
                            <a:pt x="250984" y="245364"/>
                          </a:cubicBezTo>
                          <a:cubicBezTo>
                            <a:pt x="250603" y="245554"/>
                            <a:pt x="250222" y="245745"/>
                            <a:pt x="249841" y="245936"/>
                          </a:cubicBezTo>
                          <a:cubicBezTo>
                            <a:pt x="248984" y="246317"/>
                            <a:pt x="248222" y="246698"/>
                            <a:pt x="247364" y="247079"/>
                          </a:cubicBezTo>
                          <a:cubicBezTo>
                            <a:pt x="245174" y="248126"/>
                            <a:pt x="243078" y="249079"/>
                            <a:pt x="240887" y="250127"/>
                          </a:cubicBezTo>
                          <a:cubicBezTo>
                            <a:pt x="240697" y="250222"/>
                            <a:pt x="240506" y="250317"/>
                            <a:pt x="240316" y="250412"/>
                          </a:cubicBezTo>
                          <a:cubicBezTo>
                            <a:pt x="240316" y="250412"/>
                            <a:pt x="240316" y="250412"/>
                            <a:pt x="240221" y="250412"/>
                          </a:cubicBezTo>
                          <a:cubicBezTo>
                            <a:pt x="239935" y="250508"/>
                            <a:pt x="239649" y="250698"/>
                            <a:pt x="239363" y="250793"/>
                          </a:cubicBezTo>
                          <a:cubicBezTo>
                            <a:pt x="236696" y="252031"/>
                            <a:pt x="233934" y="253175"/>
                            <a:pt x="231172" y="254413"/>
                          </a:cubicBezTo>
                          <a:cubicBezTo>
                            <a:pt x="230981" y="254508"/>
                            <a:pt x="230696" y="254603"/>
                            <a:pt x="230505" y="254698"/>
                          </a:cubicBezTo>
                          <a:cubicBezTo>
                            <a:pt x="229934" y="254984"/>
                            <a:pt x="229362" y="255175"/>
                            <a:pt x="228695" y="255461"/>
                          </a:cubicBezTo>
                          <a:cubicBezTo>
                            <a:pt x="226790" y="256223"/>
                            <a:pt x="224885" y="256985"/>
                            <a:pt x="223076" y="257746"/>
                          </a:cubicBezTo>
                          <a:cubicBezTo>
                            <a:pt x="222218" y="258127"/>
                            <a:pt x="221361" y="258413"/>
                            <a:pt x="220504" y="258794"/>
                          </a:cubicBezTo>
                          <a:cubicBezTo>
                            <a:pt x="220218" y="258890"/>
                            <a:pt x="219932" y="258985"/>
                            <a:pt x="219647" y="259175"/>
                          </a:cubicBezTo>
                          <a:cubicBezTo>
                            <a:pt x="219075" y="259461"/>
                            <a:pt x="218408" y="259652"/>
                            <a:pt x="217837" y="259842"/>
                          </a:cubicBezTo>
                          <a:cubicBezTo>
                            <a:pt x="216694" y="260318"/>
                            <a:pt x="215551" y="260699"/>
                            <a:pt x="214503" y="261175"/>
                          </a:cubicBezTo>
                          <a:cubicBezTo>
                            <a:pt x="213265" y="261652"/>
                            <a:pt x="211931" y="262223"/>
                            <a:pt x="210693" y="262700"/>
                          </a:cubicBezTo>
                          <a:cubicBezTo>
                            <a:pt x="210407" y="262795"/>
                            <a:pt x="210122" y="262890"/>
                            <a:pt x="209836" y="262985"/>
                          </a:cubicBezTo>
                          <a:cubicBezTo>
                            <a:pt x="208883" y="263366"/>
                            <a:pt x="208026" y="263652"/>
                            <a:pt x="207074" y="264033"/>
                          </a:cubicBezTo>
                          <a:cubicBezTo>
                            <a:pt x="205835" y="264509"/>
                            <a:pt x="204597" y="264890"/>
                            <a:pt x="203359" y="265367"/>
                          </a:cubicBezTo>
                          <a:cubicBezTo>
                            <a:pt x="202406" y="265652"/>
                            <a:pt x="201454" y="266033"/>
                            <a:pt x="200501" y="266414"/>
                          </a:cubicBezTo>
                          <a:cubicBezTo>
                            <a:pt x="200311" y="266510"/>
                            <a:pt x="200025" y="266605"/>
                            <a:pt x="199835" y="266605"/>
                          </a:cubicBezTo>
                          <a:cubicBezTo>
                            <a:pt x="199263" y="266795"/>
                            <a:pt x="198692" y="266986"/>
                            <a:pt x="198120" y="267176"/>
                          </a:cubicBezTo>
                          <a:cubicBezTo>
                            <a:pt x="197453" y="267367"/>
                            <a:pt x="196882" y="267557"/>
                            <a:pt x="196310" y="267748"/>
                          </a:cubicBezTo>
                          <a:cubicBezTo>
                            <a:pt x="195072" y="268129"/>
                            <a:pt x="193739" y="268605"/>
                            <a:pt x="192500" y="268986"/>
                          </a:cubicBezTo>
                          <a:cubicBezTo>
                            <a:pt x="191834" y="269177"/>
                            <a:pt x="191167" y="269462"/>
                            <a:pt x="190405" y="269653"/>
                          </a:cubicBezTo>
                          <a:cubicBezTo>
                            <a:pt x="190214" y="269653"/>
                            <a:pt x="190119" y="269748"/>
                            <a:pt x="189929" y="269748"/>
                          </a:cubicBezTo>
                          <a:cubicBezTo>
                            <a:pt x="189738" y="269843"/>
                            <a:pt x="189643" y="269843"/>
                            <a:pt x="189452" y="269938"/>
                          </a:cubicBezTo>
                          <a:cubicBezTo>
                            <a:pt x="188119" y="270319"/>
                            <a:pt x="186785" y="270700"/>
                            <a:pt x="185452" y="271177"/>
                          </a:cubicBezTo>
                          <a:cubicBezTo>
                            <a:pt x="184118" y="271558"/>
                            <a:pt x="182880" y="271939"/>
                            <a:pt x="181547" y="272320"/>
                          </a:cubicBezTo>
                          <a:cubicBezTo>
                            <a:pt x="181166" y="272415"/>
                            <a:pt x="180880" y="272510"/>
                            <a:pt x="180499" y="272606"/>
                          </a:cubicBezTo>
                          <a:cubicBezTo>
                            <a:pt x="180308" y="272606"/>
                            <a:pt x="180213" y="272701"/>
                            <a:pt x="180023" y="272701"/>
                          </a:cubicBezTo>
                          <a:cubicBezTo>
                            <a:pt x="179927" y="272701"/>
                            <a:pt x="179927" y="272701"/>
                            <a:pt x="179832" y="272796"/>
                          </a:cubicBezTo>
                          <a:cubicBezTo>
                            <a:pt x="179832" y="272796"/>
                            <a:pt x="179832" y="272796"/>
                            <a:pt x="179832" y="272796"/>
                          </a:cubicBezTo>
                          <a:cubicBezTo>
                            <a:pt x="178022" y="273367"/>
                            <a:pt x="176213" y="273844"/>
                            <a:pt x="174403" y="274320"/>
                          </a:cubicBezTo>
                          <a:cubicBezTo>
                            <a:pt x="173355" y="274606"/>
                            <a:pt x="172212" y="274892"/>
                            <a:pt x="171164" y="275177"/>
                          </a:cubicBezTo>
                          <a:cubicBezTo>
                            <a:pt x="171069" y="275177"/>
                            <a:pt x="170974" y="275273"/>
                            <a:pt x="170879" y="275273"/>
                          </a:cubicBezTo>
                          <a:cubicBezTo>
                            <a:pt x="170498" y="275368"/>
                            <a:pt x="170117" y="275463"/>
                            <a:pt x="169736" y="275558"/>
                          </a:cubicBezTo>
                          <a:cubicBezTo>
                            <a:pt x="169545" y="275654"/>
                            <a:pt x="169355" y="275654"/>
                            <a:pt x="169164" y="275749"/>
                          </a:cubicBezTo>
                          <a:cubicBezTo>
                            <a:pt x="168402" y="275939"/>
                            <a:pt x="167640" y="276130"/>
                            <a:pt x="166783" y="276320"/>
                          </a:cubicBezTo>
                          <a:cubicBezTo>
                            <a:pt x="164878" y="276796"/>
                            <a:pt x="162973" y="277273"/>
                            <a:pt x="161068" y="277749"/>
                          </a:cubicBezTo>
                          <a:cubicBezTo>
                            <a:pt x="160782" y="277844"/>
                            <a:pt x="160592" y="277844"/>
                            <a:pt x="160306" y="277940"/>
                          </a:cubicBezTo>
                          <a:cubicBezTo>
                            <a:pt x="160020" y="278035"/>
                            <a:pt x="159734" y="278035"/>
                            <a:pt x="159449" y="278130"/>
                          </a:cubicBezTo>
                          <a:cubicBezTo>
                            <a:pt x="158972" y="278225"/>
                            <a:pt x="158591" y="278321"/>
                            <a:pt x="158115" y="278416"/>
                          </a:cubicBezTo>
                          <a:cubicBezTo>
                            <a:pt x="157448" y="278606"/>
                            <a:pt x="156782" y="278702"/>
                            <a:pt x="156115" y="278797"/>
                          </a:cubicBezTo>
                          <a:cubicBezTo>
                            <a:pt x="154496" y="279178"/>
                            <a:pt x="152781" y="279559"/>
                            <a:pt x="151162" y="279844"/>
                          </a:cubicBezTo>
                          <a:cubicBezTo>
                            <a:pt x="150114" y="280035"/>
                            <a:pt x="149066" y="280225"/>
                            <a:pt x="148019" y="280416"/>
                          </a:cubicBezTo>
                          <a:cubicBezTo>
                            <a:pt x="147352" y="280511"/>
                            <a:pt x="146685" y="280702"/>
                            <a:pt x="146114" y="280797"/>
                          </a:cubicBezTo>
                          <a:cubicBezTo>
                            <a:pt x="145733" y="280892"/>
                            <a:pt x="145351" y="280892"/>
                            <a:pt x="144971" y="280988"/>
                          </a:cubicBezTo>
                          <a:cubicBezTo>
                            <a:pt x="143732" y="281178"/>
                            <a:pt x="142494" y="281464"/>
                            <a:pt x="141351" y="281654"/>
                          </a:cubicBezTo>
                          <a:cubicBezTo>
                            <a:pt x="140113" y="281845"/>
                            <a:pt x="138875" y="282035"/>
                            <a:pt x="137636" y="282226"/>
                          </a:cubicBezTo>
                          <a:cubicBezTo>
                            <a:pt x="136779" y="282321"/>
                            <a:pt x="136017" y="282511"/>
                            <a:pt x="135160" y="282607"/>
                          </a:cubicBezTo>
                          <a:cubicBezTo>
                            <a:pt x="134588" y="282702"/>
                            <a:pt x="134112" y="282797"/>
                            <a:pt x="133541" y="282797"/>
                          </a:cubicBezTo>
                          <a:cubicBezTo>
                            <a:pt x="133445" y="282797"/>
                            <a:pt x="133255" y="282892"/>
                            <a:pt x="133064" y="282892"/>
                          </a:cubicBezTo>
                          <a:cubicBezTo>
                            <a:pt x="132302" y="282988"/>
                            <a:pt x="131636" y="283083"/>
                            <a:pt x="130874" y="283178"/>
                          </a:cubicBezTo>
                          <a:cubicBezTo>
                            <a:pt x="130016" y="283273"/>
                            <a:pt x="129064" y="283369"/>
                            <a:pt x="128207" y="283559"/>
                          </a:cubicBezTo>
                          <a:cubicBezTo>
                            <a:pt x="127349" y="283655"/>
                            <a:pt x="126492" y="283750"/>
                            <a:pt x="125635" y="283845"/>
                          </a:cubicBezTo>
                          <a:cubicBezTo>
                            <a:pt x="125254" y="283845"/>
                            <a:pt x="124968" y="283940"/>
                            <a:pt x="124587" y="283940"/>
                          </a:cubicBezTo>
                          <a:cubicBezTo>
                            <a:pt x="123349" y="284036"/>
                            <a:pt x="122206" y="284226"/>
                            <a:pt x="120968" y="284321"/>
                          </a:cubicBezTo>
                          <a:cubicBezTo>
                            <a:pt x="120396" y="284417"/>
                            <a:pt x="119729" y="284417"/>
                            <a:pt x="119158" y="284512"/>
                          </a:cubicBezTo>
                          <a:cubicBezTo>
                            <a:pt x="118967" y="284512"/>
                            <a:pt x="118682" y="284607"/>
                            <a:pt x="118491" y="284607"/>
                          </a:cubicBezTo>
                          <a:cubicBezTo>
                            <a:pt x="118301" y="284607"/>
                            <a:pt x="118015" y="284607"/>
                            <a:pt x="117824" y="284702"/>
                          </a:cubicBezTo>
                          <a:cubicBezTo>
                            <a:pt x="115919" y="284893"/>
                            <a:pt x="114014" y="284988"/>
                            <a:pt x="112109" y="285083"/>
                          </a:cubicBezTo>
                          <a:cubicBezTo>
                            <a:pt x="111252" y="285179"/>
                            <a:pt x="110490" y="285179"/>
                            <a:pt x="109633" y="285274"/>
                          </a:cubicBezTo>
                          <a:cubicBezTo>
                            <a:pt x="109442" y="285274"/>
                            <a:pt x="109252" y="285274"/>
                            <a:pt x="109061" y="285274"/>
                          </a:cubicBezTo>
                          <a:cubicBezTo>
                            <a:pt x="106204" y="285464"/>
                            <a:pt x="103346" y="285560"/>
                            <a:pt x="100584" y="285560"/>
                          </a:cubicBezTo>
                          <a:cubicBezTo>
                            <a:pt x="100584" y="285560"/>
                            <a:pt x="100489" y="285560"/>
                            <a:pt x="100489" y="285560"/>
                          </a:cubicBezTo>
                          <a:cubicBezTo>
                            <a:pt x="100489" y="285560"/>
                            <a:pt x="100489" y="285560"/>
                            <a:pt x="100489" y="285560"/>
                          </a:cubicBezTo>
                          <a:cubicBezTo>
                            <a:pt x="100394" y="285560"/>
                            <a:pt x="100203" y="285560"/>
                            <a:pt x="100108" y="285560"/>
                          </a:cubicBezTo>
                          <a:cubicBezTo>
                            <a:pt x="99822" y="285560"/>
                            <a:pt x="99536" y="285560"/>
                            <a:pt x="99251" y="285560"/>
                          </a:cubicBezTo>
                          <a:cubicBezTo>
                            <a:pt x="96869" y="285560"/>
                            <a:pt x="94583" y="285560"/>
                            <a:pt x="92297" y="285560"/>
                          </a:cubicBezTo>
                          <a:cubicBezTo>
                            <a:pt x="92012" y="285560"/>
                            <a:pt x="91821" y="285560"/>
                            <a:pt x="91535" y="285560"/>
                          </a:cubicBezTo>
                          <a:cubicBezTo>
                            <a:pt x="90773" y="285560"/>
                            <a:pt x="90011" y="285464"/>
                            <a:pt x="89249" y="285464"/>
                          </a:cubicBezTo>
                          <a:cubicBezTo>
                            <a:pt x="87535" y="285369"/>
                            <a:pt x="85820" y="285369"/>
                            <a:pt x="84201" y="285274"/>
                          </a:cubicBezTo>
                          <a:cubicBezTo>
                            <a:pt x="83725" y="285274"/>
                            <a:pt x="83344" y="285274"/>
                            <a:pt x="82868" y="285179"/>
                          </a:cubicBezTo>
                          <a:cubicBezTo>
                            <a:pt x="82106" y="285083"/>
                            <a:pt x="81344" y="285083"/>
                            <a:pt x="80677" y="284988"/>
                          </a:cubicBezTo>
                          <a:cubicBezTo>
                            <a:pt x="79248" y="284893"/>
                            <a:pt x="77819" y="284702"/>
                            <a:pt x="76391" y="284607"/>
                          </a:cubicBezTo>
                          <a:cubicBezTo>
                            <a:pt x="75819" y="284512"/>
                            <a:pt x="75152" y="284512"/>
                            <a:pt x="74581" y="284417"/>
                          </a:cubicBezTo>
                          <a:cubicBezTo>
                            <a:pt x="73438" y="284131"/>
                            <a:pt x="72866" y="284036"/>
                            <a:pt x="72200" y="283940"/>
                          </a:cubicBezTo>
                          <a:cubicBezTo>
                            <a:pt x="70866" y="283750"/>
                            <a:pt x="69628" y="283559"/>
                            <a:pt x="68294" y="283369"/>
                          </a:cubicBezTo>
                          <a:cubicBezTo>
                            <a:pt x="67532" y="283273"/>
                            <a:pt x="66770" y="283178"/>
                            <a:pt x="66008" y="282988"/>
                          </a:cubicBezTo>
                          <a:cubicBezTo>
                            <a:pt x="65532" y="282892"/>
                            <a:pt x="64961" y="282797"/>
                            <a:pt x="64484" y="282702"/>
                          </a:cubicBezTo>
                          <a:cubicBezTo>
                            <a:pt x="63246" y="282511"/>
                            <a:pt x="62103" y="282226"/>
                            <a:pt x="60865" y="282035"/>
                          </a:cubicBezTo>
                          <a:cubicBezTo>
                            <a:pt x="60008" y="281845"/>
                            <a:pt x="59055" y="281654"/>
                            <a:pt x="58198" y="281464"/>
                          </a:cubicBezTo>
                          <a:cubicBezTo>
                            <a:pt x="57817" y="281369"/>
                            <a:pt x="57436" y="281273"/>
                            <a:pt x="57055" y="281178"/>
                          </a:cubicBezTo>
                          <a:cubicBezTo>
                            <a:pt x="55912" y="280892"/>
                            <a:pt x="54769" y="280607"/>
                            <a:pt x="53626" y="280321"/>
                          </a:cubicBezTo>
                          <a:cubicBezTo>
                            <a:pt x="52864" y="280225"/>
                            <a:pt x="51911" y="280035"/>
                            <a:pt x="51054" y="279749"/>
                          </a:cubicBezTo>
                          <a:cubicBezTo>
                            <a:pt x="50768" y="279654"/>
                            <a:pt x="50387" y="279559"/>
                            <a:pt x="50102" y="279463"/>
                          </a:cubicBezTo>
                          <a:cubicBezTo>
                            <a:pt x="49721" y="279368"/>
                            <a:pt x="49340" y="279178"/>
                            <a:pt x="48959" y="279083"/>
                          </a:cubicBezTo>
                          <a:cubicBezTo>
                            <a:pt x="48101" y="278892"/>
                            <a:pt x="47339" y="278606"/>
                            <a:pt x="46577" y="278416"/>
                          </a:cubicBezTo>
                          <a:cubicBezTo>
                            <a:pt x="45911" y="278225"/>
                            <a:pt x="45149" y="278035"/>
                            <a:pt x="44482" y="277749"/>
                          </a:cubicBezTo>
                          <a:cubicBezTo>
                            <a:pt x="44101" y="277654"/>
                            <a:pt x="43815" y="277463"/>
                            <a:pt x="43434" y="277368"/>
                          </a:cubicBezTo>
                          <a:cubicBezTo>
                            <a:pt x="42672" y="277082"/>
                            <a:pt x="41910" y="276796"/>
                            <a:pt x="41243" y="276511"/>
                          </a:cubicBezTo>
                          <a:cubicBezTo>
                            <a:pt x="40291" y="276130"/>
                            <a:pt x="39243" y="275749"/>
                            <a:pt x="38291" y="275368"/>
                          </a:cubicBezTo>
                          <a:cubicBezTo>
                            <a:pt x="38100" y="275273"/>
                            <a:pt x="37910" y="275177"/>
                            <a:pt x="37719" y="275177"/>
                          </a:cubicBezTo>
                          <a:cubicBezTo>
                            <a:pt x="37529" y="275082"/>
                            <a:pt x="37338" y="274987"/>
                            <a:pt x="37052" y="274892"/>
                          </a:cubicBezTo>
                          <a:cubicBezTo>
                            <a:pt x="36290" y="274511"/>
                            <a:pt x="35528" y="274225"/>
                            <a:pt x="34671" y="273844"/>
                          </a:cubicBezTo>
                          <a:cubicBezTo>
                            <a:pt x="33909" y="273463"/>
                            <a:pt x="33052" y="273177"/>
                            <a:pt x="32290" y="272796"/>
                          </a:cubicBezTo>
                          <a:cubicBezTo>
                            <a:pt x="31814" y="272510"/>
                            <a:pt x="31337" y="272320"/>
                            <a:pt x="30861" y="272034"/>
                          </a:cubicBezTo>
                          <a:cubicBezTo>
                            <a:pt x="30194" y="271653"/>
                            <a:pt x="29432" y="271272"/>
                            <a:pt x="28766" y="270986"/>
                          </a:cubicBezTo>
                          <a:cubicBezTo>
                            <a:pt x="28099" y="270605"/>
                            <a:pt x="27432" y="270224"/>
                            <a:pt x="26765" y="269843"/>
                          </a:cubicBezTo>
                          <a:cubicBezTo>
                            <a:pt x="26194" y="269462"/>
                            <a:pt x="25527" y="269081"/>
                            <a:pt x="24956" y="268796"/>
                          </a:cubicBezTo>
                          <a:cubicBezTo>
                            <a:pt x="24384" y="268415"/>
                            <a:pt x="23813" y="268129"/>
                            <a:pt x="23241" y="267748"/>
                          </a:cubicBezTo>
                          <a:cubicBezTo>
                            <a:pt x="22670" y="267367"/>
                            <a:pt x="22098" y="266986"/>
                            <a:pt x="21527" y="266605"/>
                          </a:cubicBezTo>
                          <a:cubicBezTo>
                            <a:pt x="20860" y="266129"/>
                            <a:pt x="20193" y="265652"/>
                            <a:pt x="19526" y="265176"/>
                          </a:cubicBezTo>
                          <a:cubicBezTo>
                            <a:pt x="19050" y="264890"/>
                            <a:pt x="18574" y="264509"/>
                            <a:pt x="18193" y="264223"/>
                          </a:cubicBezTo>
                          <a:cubicBezTo>
                            <a:pt x="17717" y="263842"/>
                            <a:pt x="17240" y="263461"/>
                            <a:pt x="16764" y="263081"/>
                          </a:cubicBezTo>
                          <a:cubicBezTo>
                            <a:pt x="16097" y="262604"/>
                            <a:pt x="15526" y="262033"/>
                            <a:pt x="14859" y="261556"/>
                          </a:cubicBezTo>
                          <a:cubicBezTo>
                            <a:pt x="14383" y="261175"/>
                            <a:pt x="14002" y="260794"/>
                            <a:pt x="13525" y="260413"/>
                          </a:cubicBezTo>
                          <a:cubicBezTo>
                            <a:pt x="13240" y="260128"/>
                            <a:pt x="12954" y="259842"/>
                            <a:pt x="12573" y="259556"/>
                          </a:cubicBezTo>
                          <a:cubicBezTo>
                            <a:pt x="12478" y="259461"/>
                            <a:pt x="12287" y="259366"/>
                            <a:pt x="12192" y="259175"/>
                          </a:cubicBezTo>
                          <a:cubicBezTo>
                            <a:pt x="11621" y="258604"/>
                            <a:pt x="11049" y="258127"/>
                            <a:pt x="10478" y="257556"/>
                          </a:cubicBezTo>
                          <a:cubicBezTo>
                            <a:pt x="10001" y="256985"/>
                            <a:pt x="9620" y="256508"/>
                            <a:pt x="9144" y="256127"/>
                          </a:cubicBezTo>
                          <a:cubicBezTo>
                            <a:pt x="8668" y="255651"/>
                            <a:pt x="8287" y="255175"/>
                            <a:pt x="7906" y="254698"/>
                          </a:cubicBezTo>
                          <a:cubicBezTo>
                            <a:pt x="7430" y="254222"/>
                            <a:pt x="6953" y="253651"/>
                            <a:pt x="6572" y="253175"/>
                          </a:cubicBezTo>
                          <a:cubicBezTo>
                            <a:pt x="6191" y="252698"/>
                            <a:pt x="5715" y="252127"/>
                            <a:pt x="5334" y="251650"/>
                          </a:cubicBezTo>
                          <a:cubicBezTo>
                            <a:pt x="4858" y="251079"/>
                            <a:pt x="4477" y="250508"/>
                            <a:pt x="4001" y="249936"/>
                          </a:cubicBezTo>
                          <a:cubicBezTo>
                            <a:pt x="3715" y="249460"/>
                            <a:pt x="3334" y="249079"/>
                            <a:pt x="3048" y="248602"/>
                          </a:cubicBezTo>
                          <a:cubicBezTo>
                            <a:pt x="2667" y="248031"/>
                            <a:pt x="2286" y="247364"/>
                            <a:pt x="1905" y="246793"/>
                          </a:cubicBezTo>
                          <a:cubicBezTo>
                            <a:pt x="1524" y="246126"/>
                            <a:pt x="1048" y="245554"/>
                            <a:pt x="667" y="244888"/>
                          </a:cubicBezTo>
                          <a:cubicBezTo>
                            <a:pt x="476" y="244507"/>
                            <a:pt x="191" y="244126"/>
                            <a:pt x="0" y="243745"/>
                          </a:cubicBezTo>
                          <a:lnTo>
                            <a:pt x="24194" y="286131"/>
                          </a:lnTo>
                          <a:cubicBezTo>
                            <a:pt x="25146" y="287750"/>
                            <a:pt x="26194" y="289369"/>
                            <a:pt x="27242" y="290989"/>
                          </a:cubicBezTo>
                          <a:cubicBezTo>
                            <a:pt x="27623" y="291465"/>
                            <a:pt x="28004" y="292036"/>
                            <a:pt x="28385" y="292513"/>
                          </a:cubicBezTo>
                          <a:cubicBezTo>
                            <a:pt x="29147" y="293561"/>
                            <a:pt x="29909" y="294608"/>
                            <a:pt x="30766" y="295561"/>
                          </a:cubicBezTo>
                          <a:cubicBezTo>
                            <a:pt x="31242" y="296132"/>
                            <a:pt x="31718" y="296704"/>
                            <a:pt x="32290" y="297275"/>
                          </a:cubicBezTo>
                          <a:cubicBezTo>
                            <a:pt x="33052" y="298133"/>
                            <a:pt x="33909" y="298990"/>
                            <a:pt x="34671" y="299847"/>
                          </a:cubicBezTo>
                          <a:cubicBezTo>
                            <a:pt x="35243" y="300419"/>
                            <a:pt x="35814" y="300990"/>
                            <a:pt x="36386" y="301466"/>
                          </a:cubicBezTo>
                          <a:cubicBezTo>
                            <a:pt x="37243" y="302228"/>
                            <a:pt x="38100" y="302990"/>
                            <a:pt x="38957" y="303752"/>
                          </a:cubicBezTo>
                          <a:cubicBezTo>
                            <a:pt x="39624" y="304324"/>
                            <a:pt x="40196" y="304800"/>
                            <a:pt x="40862" y="305276"/>
                          </a:cubicBezTo>
                          <a:cubicBezTo>
                            <a:pt x="41815" y="306038"/>
                            <a:pt x="42767" y="306705"/>
                            <a:pt x="43720" y="307372"/>
                          </a:cubicBezTo>
                          <a:cubicBezTo>
                            <a:pt x="44387" y="307848"/>
                            <a:pt x="45053" y="308324"/>
                            <a:pt x="45720" y="308800"/>
                          </a:cubicBezTo>
                          <a:cubicBezTo>
                            <a:pt x="46768" y="309467"/>
                            <a:pt x="47816" y="310134"/>
                            <a:pt x="48863" y="310801"/>
                          </a:cubicBezTo>
                          <a:cubicBezTo>
                            <a:pt x="49530" y="311182"/>
                            <a:pt x="50197" y="311658"/>
                            <a:pt x="50959" y="312039"/>
                          </a:cubicBezTo>
                          <a:cubicBezTo>
                            <a:pt x="52102" y="312706"/>
                            <a:pt x="53340" y="313373"/>
                            <a:pt x="54674" y="314039"/>
                          </a:cubicBezTo>
                          <a:cubicBezTo>
                            <a:pt x="55340" y="314325"/>
                            <a:pt x="55912" y="314706"/>
                            <a:pt x="56579" y="314992"/>
                          </a:cubicBezTo>
                          <a:cubicBezTo>
                            <a:pt x="58293" y="315849"/>
                            <a:pt x="60103" y="316611"/>
                            <a:pt x="61913" y="317373"/>
                          </a:cubicBezTo>
                          <a:cubicBezTo>
                            <a:pt x="62103" y="317468"/>
                            <a:pt x="62293" y="317563"/>
                            <a:pt x="62484" y="317563"/>
                          </a:cubicBezTo>
                          <a:cubicBezTo>
                            <a:pt x="64484" y="318421"/>
                            <a:pt x="66580" y="319183"/>
                            <a:pt x="68771" y="319945"/>
                          </a:cubicBezTo>
                          <a:cubicBezTo>
                            <a:pt x="69437" y="320135"/>
                            <a:pt x="70104" y="320326"/>
                            <a:pt x="70866" y="320611"/>
                          </a:cubicBezTo>
                          <a:cubicBezTo>
                            <a:pt x="72390" y="321088"/>
                            <a:pt x="73819" y="321564"/>
                            <a:pt x="75438" y="322040"/>
                          </a:cubicBezTo>
                          <a:cubicBezTo>
                            <a:pt x="76295" y="322326"/>
                            <a:pt x="77153" y="322517"/>
                            <a:pt x="78105" y="322707"/>
                          </a:cubicBezTo>
                          <a:cubicBezTo>
                            <a:pt x="79534" y="323088"/>
                            <a:pt x="80963" y="323469"/>
                            <a:pt x="82391" y="323755"/>
                          </a:cubicBezTo>
                          <a:cubicBezTo>
                            <a:pt x="83344" y="323945"/>
                            <a:pt x="84296" y="324136"/>
                            <a:pt x="85344" y="324326"/>
                          </a:cubicBezTo>
                          <a:cubicBezTo>
                            <a:pt x="86773" y="324612"/>
                            <a:pt x="88202" y="324898"/>
                            <a:pt x="89630" y="325184"/>
                          </a:cubicBezTo>
                          <a:cubicBezTo>
                            <a:pt x="90678" y="325374"/>
                            <a:pt x="91726" y="325565"/>
                            <a:pt x="92774" y="325660"/>
                          </a:cubicBezTo>
                          <a:cubicBezTo>
                            <a:pt x="94202" y="325850"/>
                            <a:pt x="95726" y="326041"/>
                            <a:pt x="97250" y="326231"/>
                          </a:cubicBezTo>
                          <a:cubicBezTo>
                            <a:pt x="98298" y="326327"/>
                            <a:pt x="99346" y="326517"/>
                            <a:pt x="100394" y="326612"/>
                          </a:cubicBezTo>
                          <a:cubicBezTo>
                            <a:pt x="101918" y="326803"/>
                            <a:pt x="103537" y="326898"/>
                            <a:pt x="105156" y="326993"/>
                          </a:cubicBezTo>
                          <a:cubicBezTo>
                            <a:pt x="106204" y="327088"/>
                            <a:pt x="107252" y="327184"/>
                            <a:pt x="108299" y="327279"/>
                          </a:cubicBezTo>
                          <a:cubicBezTo>
                            <a:pt x="110014" y="327374"/>
                            <a:pt x="111824" y="327469"/>
                            <a:pt x="113538" y="327565"/>
                          </a:cubicBezTo>
                          <a:cubicBezTo>
                            <a:pt x="114491" y="327565"/>
                            <a:pt x="115443" y="327660"/>
                            <a:pt x="116396" y="327660"/>
                          </a:cubicBezTo>
                          <a:cubicBezTo>
                            <a:pt x="118682" y="327755"/>
                            <a:pt x="121063" y="327755"/>
                            <a:pt x="123349" y="327660"/>
                          </a:cubicBezTo>
                          <a:cubicBezTo>
                            <a:pt x="123730" y="327660"/>
                            <a:pt x="124206" y="327660"/>
                            <a:pt x="124587" y="327660"/>
                          </a:cubicBezTo>
                          <a:cubicBezTo>
                            <a:pt x="124587" y="327660"/>
                            <a:pt x="124682" y="327660"/>
                            <a:pt x="124682" y="327660"/>
                          </a:cubicBezTo>
                          <a:cubicBezTo>
                            <a:pt x="127445" y="327660"/>
                            <a:pt x="130302" y="327469"/>
                            <a:pt x="133160" y="327374"/>
                          </a:cubicBezTo>
                          <a:cubicBezTo>
                            <a:pt x="134017" y="327374"/>
                            <a:pt x="134874" y="327279"/>
                            <a:pt x="135731" y="327184"/>
                          </a:cubicBezTo>
                          <a:cubicBezTo>
                            <a:pt x="137827" y="327088"/>
                            <a:pt x="139827" y="326898"/>
                            <a:pt x="141923" y="326708"/>
                          </a:cubicBezTo>
                          <a:cubicBezTo>
                            <a:pt x="142113" y="326708"/>
                            <a:pt x="142399" y="326612"/>
                            <a:pt x="142589" y="326612"/>
                          </a:cubicBezTo>
                          <a:cubicBezTo>
                            <a:pt x="144589" y="326422"/>
                            <a:pt x="146685" y="326231"/>
                            <a:pt x="148685" y="326041"/>
                          </a:cubicBezTo>
                          <a:cubicBezTo>
                            <a:pt x="149066" y="326041"/>
                            <a:pt x="149352" y="325946"/>
                            <a:pt x="149638" y="325946"/>
                          </a:cubicBezTo>
                          <a:cubicBezTo>
                            <a:pt x="152114" y="325660"/>
                            <a:pt x="154591" y="325374"/>
                            <a:pt x="157067" y="324993"/>
                          </a:cubicBezTo>
                          <a:cubicBezTo>
                            <a:pt x="157258" y="324993"/>
                            <a:pt x="157353" y="324993"/>
                            <a:pt x="157544" y="324898"/>
                          </a:cubicBezTo>
                          <a:cubicBezTo>
                            <a:pt x="161258" y="324326"/>
                            <a:pt x="165068" y="323755"/>
                            <a:pt x="168974" y="322993"/>
                          </a:cubicBezTo>
                          <a:cubicBezTo>
                            <a:pt x="169355" y="322898"/>
                            <a:pt x="169736" y="322898"/>
                            <a:pt x="170117" y="322802"/>
                          </a:cubicBezTo>
                          <a:cubicBezTo>
                            <a:pt x="170783" y="322707"/>
                            <a:pt x="171450" y="322517"/>
                            <a:pt x="172117" y="322421"/>
                          </a:cubicBezTo>
                          <a:cubicBezTo>
                            <a:pt x="174784" y="321945"/>
                            <a:pt x="177451" y="321373"/>
                            <a:pt x="180118" y="320802"/>
                          </a:cubicBezTo>
                          <a:cubicBezTo>
                            <a:pt x="180785" y="320611"/>
                            <a:pt x="181451" y="320516"/>
                            <a:pt x="182118" y="320326"/>
                          </a:cubicBezTo>
                          <a:cubicBezTo>
                            <a:pt x="182594" y="320231"/>
                            <a:pt x="182975" y="320135"/>
                            <a:pt x="183451" y="320040"/>
                          </a:cubicBezTo>
                          <a:cubicBezTo>
                            <a:pt x="185928" y="319469"/>
                            <a:pt x="188405" y="318897"/>
                            <a:pt x="190881" y="318230"/>
                          </a:cubicBezTo>
                          <a:cubicBezTo>
                            <a:pt x="191643" y="318040"/>
                            <a:pt x="192405" y="317849"/>
                            <a:pt x="193167" y="317659"/>
                          </a:cubicBezTo>
                          <a:cubicBezTo>
                            <a:pt x="193358" y="317563"/>
                            <a:pt x="193548" y="317563"/>
                            <a:pt x="193739" y="317468"/>
                          </a:cubicBezTo>
                          <a:cubicBezTo>
                            <a:pt x="197072" y="316611"/>
                            <a:pt x="200501" y="315659"/>
                            <a:pt x="203930" y="314706"/>
                          </a:cubicBezTo>
                          <a:lnTo>
                            <a:pt x="203930" y="314706"/>
                          </a:lnTo>
                          <a:cubicBezTo>
                            <a:pt x="203930" y="314706"/>
                            <a:pt x="204026" y="314706"/>
                            <a:pt x="204026" y="314706"/>
                          </a:cubicBezTo>
                          <a:cubicBezTo>
                            <a:pt x="207359" y="313754"/>
                            <a:pt x="210693" y="312706"/>
                            <a:pt x="214027" y="311658"/>
                          </a:cubicBezTo>
                          <a:cubicBezTo>
                            <a:pt x="214217" y="311658"/>
                            <a:pt x="214313" y="311563"/>
                            <a:pt x="214503" y="311467"/>
                          </a:cubicBezTo>
                          <a:cubicBezTo>
                            <a:pt x="215646" y="311086"/>
                            <a:pt x="216884" y="310706"/>
                            <a:pt x="218027" y="310325"/>
                          </a:cubicBezTo>
                          <a:cubicBezTo>
                            <a:pt x="220028" y="309658"/>
                            <a:pt x="221933" y="309086"/>
                            <a:pt x="223933" y="308324"/>
                          </a:cubicBezTo>
                          <a:cubicBezTo>
                            <a:pt x="224123" y="308229"/>
                            <a:pt x="224409" y="308134"/>
                            <a:pt x="224600" y="308038"/>
                          </a:cubicBezTo>
                          <a:cubicBezTo>
                            <a:pt x="225838" y="307658"/>
                            <a:pt x="227076" y="307181"/>
                            <a:pt x="228314" y="306705"/>
                          </a:cubicBezTo>
                          <a:cubicBezTo>
                            <a:pt x="230219" y="306038"/>
                            <a:pt x="232029" y="305371"/>
                            <a:pt x="233934" y="304705"/>
                          </a:cubicBezTo>
                          <a:cubicBezTo>
                            <a:pt x="234220" y="304610"/>
                            <a:pt x="234506" y="304514"/>
                            <a:pt x="234791" y="304419"/>
                          </a:cubicBezTo>
                          <a:cubicBezTo>
                            <a:pt x="236125" y="303943"/>
                            <a:pt x="237458" y="303371"/>
                            <a:pt x="238792" y="302895"/>
                          </a:cubicBezTo>
                          <a:cubicBezTo>
                            <a:pt x="240411" y="302228"/>
                            <a:pt x="242126" y="301657"/>
                            <a:pt x="243840" y="300990"/>
                          </a:cubicBezTo>
                          <a:cubicBezTo>
                            <a:pt x="244126" y="300895"/>
                            <a:pt x="244412" y="300704"/>
                            <a:pt x="244697" y="300609"/>
                          </a:cubicBezTo>
                          <a:cubicBezTo>
                            <a:pt x="247460" y="299561"/>
                            <a:pt x="250126" y="298418"/>
                            <a:pt x="252889" y="297275"/>
                          </a:cubicBezTo>
                          <a:cubicBezTo>
                            <a:pt x="253460" y="296990"/>
                            <a:pt x="254032" y="296799"/>
                            <a:pt x="254603" y="296513"/>
                          </a:cubicBezTo>
                          <a:cubicBezTo>
                            <a:pt x="257842" y="295085"/>
                            <a:pt x="261176" y="293656"/>
                            <a:pt x="264319" y="292227"/>
                          </a:cubicBezTo>
                          <a:cubicBezTo>
                            <a:pt x="264319" y="292227"/>
                            <a:pt x="264319" y="292227"/>
                            <a:pt x="264414" y="292227"/>
                          </a:cubicBezTo>
                          <a:cubicBezTo>
                            <a:pt x="264605" y="292132"/>
                            <a:pt x="264795" y="292036"/>
                            <a:pt x="265081" y="291941"/>
                          </a:cubicBezTo>
                          <a:cubicBezTo>
                            <a:pt x="268034" y="290608"/>
                            <a:pt x="270986" y="289179"/>
                            <a:pt x="273939" y="287750"/>
                          </a:cubicBezTo>
                          <a:cubicBezTo>
                            <a:pt x="274320" y="287560"/>
                            <a:pt x="274701" y="287369"/>
                            <a:pt x="275082" y="287179"/>
                          </a:cubicBezTo>
                          <a:cubicBezTo>
                            <a:pt x="276225" y="286607"/>
                            <a:pt x="277273" y="286036"/>
                            <a:pt x="278416" y="285560"/>
                          </a:cubicBezTo>
                          <a:cubicBezTo>
                            <a:pt x="280035" y="284798"/>
                            <a:pt x="281654" y="283940"/>
                            <a:pt x="283274" y="283178"/>
                          </a:cubicBezTo>
                          <a:cubicBezTo>
                            <a:pt x="284036" y="282797"/>
                            <a:pt x="284798" y="282416"/>
                            <a:pt x="285655" y="282035"/>
                          </a:cubicBezTo>
                          <a:cubicBezTo>
                            <a:pt x="286893" y="281369"/>
                            <a:pt x="288131" y="280797"/>
                            <a:pt x="289370" y="280130"/>
                          </a:cubicBezTo>
                          <a:cubicBezTo>
                            <a:pt x="290417" y="279559"/>
                            <a:pt x="291370" y="279083"/>
                            <a:pt x="292418" y="278511"/>
                          </a:cubicBezTo>
                          <a:cubicBezTo>
                            <a:pt x="293656" y="277844"/>
                            <a:pt x="294894" y="277178"/>
                            <a:pt x="296228" y="276511"/>
                          </a:cubicBezTo>
                          <a:cubicBezTo>
                            <a:pt x="297370" y="275844"/>
                            <a:pt x="298514" y="275273"/>
                            <a:pt x="299657" y="274606"/>
                          </a:cubicBezTo>
                          <a:cubicBezTo>
                            <a:pt x="300228" y="274320"/>
                            <a:pt x="300800" y="273939"/>
                            <a:pt x="301276" y="273653"/>
                          </a:cubicBezTo>
                          <a:cubicBezTo>
                            <a:pt x="303371" y="272510"/>
                            <a:pt x="305371" y="271367"/>
                            <a:pt x="307467" y="270129"/>
                          </a:cubicBezTo>
                          <a:cubicBezTo>
                            <a:pt x="308134" y="269748"/>
                            <a:pt x="308896" y="269367"/>
                            <a:pt x="309563" y="268891"/>
                          </a:cubicBezTo>
                          <a:cubicBezTo>
                            <a:pt x="309753" y="268796"/>
                            <a:pt x="309848" y="268700"/>
                            <a:pt x="310039" y="268605"/>
                          </a:cubicBezTo>
                          <a:cubicBezTo>
                            <a:pt x="312896" y="266890"/>
                            <a:pt x="315849" y="265176"/>
                            <a:pt x="318611" y="263461"/>
                          </a:cubicBezTo>
                          <a:cubicBezTo>
                            <a:pt x="318802" y="263366"/>
                            <a:pt x="319088" y="263176"/>
                            <a:pt x="319278" y="263081"/>
                          </a:cubicBezTo>
                          <a:cubicBezTo>
                            <a:pt x="320231" y="262509"/>
                            <a:pt x="321088" y="261938"/>
                            <a:pt x="322040" y="261366"/>
                          </a:cubicBezTo>
                          <a:cubicBezTo>
                            <a:pt x="323850" y="260223"/>
                            <a:pt x="325565" y="259080"/>
                            <a:pt x="327374" y="257937"/>
                          </a:cubicBezTo>
                          <a:cubicBezTo>
                            <a:pt x="327851" y="257651"/>
                            <a:pt x="328422" y="257270"/>
                            <a:pt x="328898" y="256985"/>
                          </a:cubicBezTo>
                          <a:cubicBezTo>
                            <a:pt x="330232" y="256127"/>
                            <a:pt x="331470" y="255270"/>
                            <a:pt x="332804" y="254413"/>
                          </a:cubicBezTo>
                          <a:cubicBezTo>
                            <a:pt x="334042" y="253556"/>
                            <a:pt x="335280" y="252794"/>
                            <a:pt x="336423" y="251936"/>
                          </a:cubicBezTo>
                          <a:cubicBezTo>
                            <a:pt x="336995" y="251555"/>
                            <a:pt x="337661" y="251079"/>
                            <a:pt x="338233" y="250698"/>
                          </a:cubicBezTo>
                          <a:cubicBezTo>
                            <a:pt x="340043" y="249460"/>
                            <a:pt x="341757" y="248221"/>
                            <a:pt x="343567" y="246983"/>
                          </a:cubicBezTo>
                          <a:cubicBezTo>
                            <a:pt x="344615" y="246221"/>
                            <a:pt x="345662" y="245554"/>
                            <a:pt x="346615" y="244792"/>
                          </a:cubicBezTo>
                          <a:cubicBezTo>
                            <a:pt x="347091" y="244411"/>
                            <a:pt x="347567" y="244126"/>
                            <a:pt x="348044" y="243840"/>
                          </a:cubicBezTo>
                          <a:cubicBezTo>
                            <a:pt x="351092" y="241649"/>
                            <a:pt x="354044" y="239459"/>
                            <a:pt x="356997" y="237268"/>
                          </a:cubicBezTo>
                          <a:cubicBezTo>
                            <a:pt x="357569" y="236792"/>
                            <a:pt x="358140" y="236411"/>
                            <a:pt x="358712" y="235934"/>
                          </a:cubicBezTo>
                          <a:cubicBezTo>
                            <a:pt x="358807" y="235839"/>
                            <a:pt x="358902" y="235744"/>
                            <a:pt x="359093" y="235648"/>
                          </a:cubicBezTo>
                          <a:cubicBezTo>
                            <a:pt x="362998" y="232696"/>
                            <a:pt x="366808" y="229648"/>
                            <a:pt x="370523" y="226600"/>
                          </a:cubicBezTo>
                          <a:cubicBezTo>
                            <a:pt x="371475" y="225742"/>
                            <a:pt x="372523" y="224981"/>
                            <a:pt x="373475" y="224123"/>
                          </a:cubicBezTo>
                          <a:cubicBezTo>
                            <a:pt x="376333" y="221742"/>
                            <a:pt x="379190" y="219265"/>
                            <a:pt x="382048" y="216789"/>
                          </a:cubicBezTo>
                          <a:cubicBezTo>
                            <a:pt x="382619" y="216217"/>
                            <a:pt x="383286" y="215741"/>
                            <a:pt x="383858" y="215170"/>
                          </a:cubicBezTo>
                          <a:cubicBezTo>
                            <a:pt x="384620" y="214503"/>
                            <a:pt x="385477" y="213836"/>
                            <a:pt x="386239" y="213074"/>
                          </a:cubicBezTo>
                          <a:cubicBezTo>
                            <a:pt x="386334" y="212979"/>
                            <a:pt x="386334" y="212979"/>
                            <a:pt x="386429" y="212884"/>
                          </a:cubicBezTo>
                          <a:cubicBezTo>
                            <a:pt x="386525" y="212788"/>
                            <a:pt x="386620" y="212693"/>
                            <a:pt x="386715" y="212693"/>
                          </a:cubicBezTo>
                          <a:cubicBezTo>
                            <a:pt x="387191" y="212217"/>
                            <a:pt x="387668" y="211836"/>
                            <a:pt x="388144" y="211360"/>
                          </a:cubicBezTo>
                          <a:cubicBezTo>
                            <a:pt x="390620" y="209169"/>
                            <a:pt x="393002" y="206883"/>
                            <a:pt x="395288" y="204597"/>
                          </a:cubicBezTo>
                          <a:cubicBezTo>
                            <a:pt x="396335" y="203644"/>
                            <a:pt x="397288" y="202597"/>
                            <a:pt x="398240" y="201644"/>
                          </a:cubicBezTo>
                          <a:cubicBezTo>
                            <a:pt x="400050" y="199835"/>
                            <a:pt x="401860" y="198025"/>
                            <a:pt x="403670" y="196215"/>
                          </a:cubicBezTo>
                          <a:cubicBezTo>
                            <a:pt x="404717" y="195072"/>
                            <a:pt x="405765" y="194024"/>
                            <a:pt x="406813" y="192881"/>
                          </a:cubicBezTo>
                          <a:cubicBezTo>
                            <a:pt x="408432" y="191167"/>
                            <a:pt x="410051" y="189452"/>
                            <a:pt x="411575" y="187738"/>
                          </a:cubicBezTo>
                          <a:cubicBezTo>
                            <a:pt x="412623" y="186595"/>
                            <a:pt x="413671" y="185452"/>
                            <a:pt x="414719" y="184309"/>
                          </a:cubicBezTo>
                          <a:cubicBezTo>
                            <a:pt x="416243" y="182594"/>
                            <a:pt x="417671" y="180880"/>
                            <a:pt x="419195" y="179261"/>
                          </a:cubicBezTo>
                          <a:cubicBezTo>
                            <a:pt x="419767" y="178594"/>
                            <a:pt x="420338" y="177927"/>
                            <a:pt x="420910" y="177260"/>
                          </a:cubicBezTo>
                          <a:cubicBezTo>
                            <a:pt x="421291" y="176784"/>
                            <a:pt x="421767" y="176308"/>
                            <a:pt x="422148" y="175831"/>
                          </a:cubicBezTo>
                          <a:cubicBezTo>
                            <a:pt x="423672" y="174022"/>
                            <a:pt x="425101" y="172212"/>
                            <a:pt x="426530" y="170402"/>
                          </a:cubicBezTo>
                          <a:cubicBezTo>
                            <a:pt x="427387" y="169354"/>
                            <a:pt x="428244" y="168211"/>
                            <a:pt x="429101" y="167164"/>
                          </a:cubicBezTo>
                          <a:cubicBezTo>
                            <a:pt x="430720" y="165068"/>
                            <a:pt x="432245" y="163068"/>
                            <a:pt x="433673" y="160973"/>
                          </a:cubicBezTo>
                          <a:cubicBezTo>
                            <a:pt x="434150" y="160306"/>
                            <a:pt x="434721" y="159544"/>
                            <a:pt x="435197" y="158877"/>
                          </a:cubicBezTo>
                          <a:cubicBezTo>
                            <a:pt x="435293" y="158686"/>
                            <a:pt x="435388" y="158591"/>
                            <a:pt x="435578" y="158401"/>
                          </a:cubicBezTo>
                          <a:cubicBezTo>
                            <a:pt x="436245" y="157544"/>
                            <a:pt x="436817" y="156686"/>
                            <a:pt x="437388" y="155829"/>
                          </a:cubicBezTo>
                          <a:cubicBezTo>
                            <a:pt x="438531" y="154115"/>
                            <a:pt x="439674" y="152495"/>
                            <a:pt x="440817" y="150781"/>
                          </a:cubicBezTo>
                          <a:cubicBezTo>
                            <a:pt x="441484" y="149733"/>
                            <a:pt x="442055" y="148781"/>
                            <a:pt x="442722" y="147733"/>
                          </a:cubicBezTo>
                          <a:cubicBezTo>
                            <a:pt x="443389" y="146590"/>
                            <a:pt x="444151" y="145542"/>
                            <a:pt x="444818" y="144399"/>
                          </a:cubicBezTo>
                          <a:cubicBezTo>
                            <a:pt x="445103" y="143923"/>
                            <a:pt x="445484" y="143351"/>
                            <a:pt x="445770" y="142875"/>
                          </a:cubicBezTo>
                          <a:cubicBezTo>
                            <a:pt x="446151" y="142208"/>
                            <a:pt x="446627" y="141446"/>
                            <a:pt x="447008" y="140779"/>
                          </a:cubicBezTo>
                          <a:cubicBezTo>
                            <a:pt x="448056" y="138875"/>
                            <a:pt x="449104" y="137065"/>
                            <a:pt x="450152" y="135160"/>
                          </a:cubicBezTo>
                          <a:cubicBezTo>
                            <a:pt x="450247" y="134874"/>
                            <a:pt x="450628" y="134302"/>
                            <a:pt x="450914" y="13373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F7D2">
                            <a:alpha val="100000"/>
                          </a:srgbClr>
                        </a:gs>
                        <a:gs pos="17090">
                          <a:srgbClr val="E8A027">
                            <a:alpha val="100000"/>
                          </a:srgbClr>
                        </a:gs>
                        <a:gs pos="34580">
                          <a:srgbClr val="965200">
                            <a:alpha val="100000"/>
                          </a:srgbClr>
                        </a:gs>
                        <a:gs pos="60439">
                          <a:srgbClr val="965200">
                            <a:alpha val="100000"/>
                          </a:srgbClr>
                        </a:gs>
                        <a:gs pos="83370">
                          <a:srgbClr val="E8A027">
                            <a:alpha val="100000"/>
                          </a:srgbClr>
                        </a:gs>
                        <a:gs pos="99910">
                          <a:srgbClr val="FFD108">
                            <a:alpha val="100000"/>
                          </a:srgbClr>
                        </a:gs>
                      </a:gsLst>
                      <a:lin ang="906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6" name="AutoShape 126"/>
                    <p:cNvSpPr/>
                    <p:nvPr/>
                  </p:nvSpPr>
                  <p:spPr>
                    <a:xfrm>
                      <a:off x="5029211" y="2735587"/>
                      <a:ext cx="453092" cy="3327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3092" h="332771">
                          <a:moveTo>
                            <a:pt x="13037" y="297267"/>
                          </a:moveTo>
                          <a:cubicBezTo>
                            <a:pt x="13514" y="297839"/>
                            <a:pt x="13895" y="298410"/>
                            <a:pt x="14371" y="298982"/>
                          </a:cubicBezTo>
                          <a:cubicBezTo>
                            <a:pt x="15228" y="300030"/>
                            <a:pt x="16085" y="301077"/>
                            <a:pt x="16943" y="302030"/>
                          </a:cubicBezTo>
                          <a:cubicBezTo>
                            <a:pt x="17324" y="302506"/>
                            <a:pt x="17800" y="302982"/>
                            <a:pt x="18181" y="303459"/>
                          </a:cubicBezTo>
                          <a:cubicBezTo>
                            <a:pt x="19229" y="304602"/>
                            <a:pt x="20372" y="305649"/>
                            <a:pt x="21515" y="306792"/>
                          </a:cubicBezTo>
                          <a:cubicBezTo>
                            <a:pt x="21800" y="307078"/>
                            <a:pt x="22086" y="307364"/>
                            <a:pt x="22467" y="307650"/>
                          </a:cubicBezTo>
                          <a:cubicBezTo>
                            <a:pt x="23991" y="308983"/>
                            <a:pt x="25515" y="310221"/>
                            <a:pt x="27134" y="311460"/>
                          </a:cubicBezTo>
                          <a:cubicBezTo>
                            <a:pt x="27611" y="311745"/>
                            <a:pt x="28087" y="312126"/>
                            <a:pt x="28468" y="312412"/>
                          </a:cubicBezTo>
                          <a:cubicBezTo>
                            <a:pt x="29706" y="313269"/>
                            <a:pt x="30944" y="314127"/>
                            <a:pt x="32183" y="314984"/>
                          </a:cubicBezTo>
                          <a:cubicBezTo>
                            <a:pt x="32754" y="315365"/>
                            <a:pt x="33326" y="315651"/>
                            <a:pt x="33897" y="316032"/>
                          </a:cubicBezTo>
                          <a:cubicBezTo>
                            <a:pt x="35135" y="316794"/>
                            <a:pt x="36374" y="317556"/>
                            <a:pt x="37707" y="318222"/>
                          </a:cubicBezTo>
                          <a:cubicBezTo>
                            <a:pt x="38374" y="318603"/>
                            <a:pt x="39041" y="318984"/>
                            <a:pt x="39803" y="319270"/>
                          </a:cubicBezTo>
                          <a:cubicBezTo>
                            <a:pt x="41041" y="319937"/>
                            <a:pt x="42374" y="320508"/>
                            <a:pt x="43708" y="321080"/>
                          </a:cubicBezTo>
                          <a:cubicBezTo>
                            <a:pt x="44470" y="321461"/>
                            <a:pt x="45232" y="321747"/>
                            <a:pt x="46089" y="322128"/>
                          </a:cubicBezTo>
                          <a:cubicBezTo>
                            <a:pt x="47423" y="322699"/>
                            <a:pt x="48851" y="323271"/>
                            <a:pt x="50185" y="323747"/>
                          </a:cubicBezTo>
                          <a:cubicBezTo>
                            <a:pt x="50947" y="324033"/>
                            <a:pt x="51614" y="324318"/>
                            <a:pt x="52376" y="324604"/>
                          </a:cubicBezTo>
                          <a:cubicBezTo>
                            <a:pt x="54185" y="325271"/>
                            <a:pt x="55995" y="325842"/>
                            <a:pt x="57900" y="326414"/>
                          </a:cubicBezTo>
                          <a:cubicBezTo>
                            <a:pt x="58281" y="326509"/>
                            <a:pt x="58662" y="326700"/>
                            <a:pt x="59043" y="326795"/>
                          </a:cubicBezTo>
                          <a:cubicBezTo>
                            <a:pt x="61329" y="327462"/>
                            <a:pt x="63710" y="328033"/>
                            <a:pt x="66092" y="328605"/>
                          </a:cubicBezTo>
                          <a:cubicBezTo>
                            <a:pt x="66473" y="328700"/>
                            <a:pt x="66854" y="328795"/>
                            <a:pt x="67235" y="328890"/>
                          </a:cubicBezTo>
                          <a:cubicBezTo>
                            <a:pt x="69235" y="329367"/>
                            <a:pt x="71330" y="329748"/>
                            <a:pt x="73426" y="330129"/>
                          </a:cubicBezTo>
                          <a:cubicBezTo>
                            <a:pt x="73902" y="330224"/>
                            <a:pt x="74474" y="330319"/>
                            <a:pt x="74950" y="330414"/>
                          </a:cubicBezTo>
                          <a:cubicBezTo>
                            <a:pt x="76950" y="330795"/>
                            <a:pt x="79046" y="331081"/>
                            <a:pt x="81141" y="331272"/>
                          </a:cubicBezTo>
                          <a:cubicBezTo>
                            <a:pt x="81808" y="331367"/>
                            <a:pt x="82379" y="331462"/>
                            <a:pt x="83046" y="331557"/>
                          </a:cubicBezTo>
                          <a:cubicBezTo>
                            <a:pt x="85046" y="331748"/>
                            <a:pt x="87142" y="331938"/>
                            <a:pt x="89237" y="332129"/>
                          </a:cubicBezTo>
                          <a:cubicBezTo>
                            <a:pt x="89999" y="332224"/>
                            <a:pt x="90761" y="332319"/>
                            <a:pt x="91428" y="332319"/>
                          </a:cubicBezTo>
                          <a:cubicBezTo>
                            <a:pt x="93524" y="332510"/>
                            <a:pt x="95714" y="332510"/>
                            <a:pt x="97810" y="332605"/>
                          </a:cubicBezTo>
                          <a:cubicBezTo>
                            <a:pt x="98572" y="332605"/>
                            <a:pt x="99334" y="332700"/>
                            <a:pt x="100096" y="332700"/>
                          </a:cubicBezTo>
                          <a:cubicBezTo>
                            <a:pt x="102953" y="332796"/>
                            <a:pt x="105811" y="332796"/>
                            <a:pt x="108668" y="332700"/>
                          </a:cubicBezTo>
                          <a:cubicBezTo>
                            <a:pt x="108764" y="332700"/>
                            <a:pt x="108954" y="332700"/>
                            <a:pt x="109049" y="332700"/>
                          </a:cubicBezTo>
                          <a:cubicBezTo>
                            <a:pt x="112097" y="332605"/>
                            <a:pt x="115145" y="332510"/>
                            <a:pt x="118289" y="332415"/>
                          </a:cubicBezTo>
                          <a:cubicBezTo>
                            <a:pt x="119146" y="332415"/>
                            <a:pt x="119908" y="332319"/>
                            <a:pt x="120765" y="332224"/>
                          </a:cubicBezTo>
                          <a:cubicBezTo>
                            <a:pt x="123146" y="332034"/>
                            <a:pt x="125432" y="331938"/>
                            <a:pt x="127814" y="331653"/>
                          </a:cubicBezTo>
                          <a:cubicBezTo>
                            <a:pt x="128385" y="331557"/>
                            <a:pt x="129052" y="331557"/>
                            <a:pt x="129623" y="331462"/>
                          </a:cubicBezTo>
                          <a:cubicBezTo>
                            <a:pt x="132005" y="331272"/>
                            <a:pt x="134386" y="330986"/>
                            <a:pt x="136862" y="330700"/>
                          </a:cubicBezTo>
                          <a:cubicBezTo>
                            <a:pt x="137720" y="330605"/>
                            <a:pt x="138672" y="330510"/>
                            <a:pt x="139529" y="330319"/>
                          </a:cubicBezTo>
                          <a:cubicBezTo>
                            <a:pt x="140958" y="330129"/>
                            <a:pt x="142292" y="329938"/>
                            <a:pt x="143720" y="329748"/>
                          </a:cubicBezTo>
                          <a:cubicBezTo>
                            <a:pt x="144578" y="329652"/>
                            <a:pt x="145340" y="329557"/>
                            <a:pt x="146197" y="329367"/>
                          </a:cubicBezTo>
                          <a:cubicBezTo>
                            <a:pt x="147435" y="329176"/>
                            <a:pt x="148673" y="328986"/>
                            <a:pt x="149912" y="328795"/>
                          </a:cubicBezTo>
                          <a:cubicBezTo>
                            <a:pt x="152102" y="328414"/>
                            <a:pt x="154388" y="328033"/>
                            <a:pt x="156579" y="327557"/>
                          </a:cubicBezTo>
                          <a:cubicBezTo>
                            <a:pt x="157627" y="327366"/>
                            <a:pt x="158675" y="327176"/>
                            <a:pt x="159722" y="326985"/>
                          </a:cubicBezTo>
                          <a:cubicBezTo>
                            <a:pt x="162770" y="326414"/>
                            <a:pt x="165818" y="325747"/>
                            <a:pt x="168962" y="324985"/>
                          </a:cubicBezTo>
                          <a:cubicBezTo>
                            <a:pt x="169247" y="324890"/>
                            <a:pt x="169438" y="324890"/>
                            <a:pt x="169724" y="324795"/>
                          </a:cubicBezTo>
                          <a:cubicBezTo>
                            <a:pt x="172962" y="324033"/>
                            <a:pt x="176296" y="323175"/>
                            <a:pt x="179630" y="322318"/>
                          </a:cubicBezTo>
                          <a:cubicBezTo>
                            <a:pt x="179725" y="322318"/>
                            <a:pt x="179820" y="322223"/>
                            <a:pt x="179915" y="322223"/>
                          </a:cubicBezTo>
                          <a:cubicBezTo>
                            <a:pt x="180963" y="321937"/>
                            <a:pt x="182106" y="321651"/>
                            <a:pt x="183154" y="321366"/>
                          </a:cubicBezTo>
                          <a:cubicBezTo>
                            <a:pt x="185154" y="320794"/>
                            <a:pt x="187250" y="320223"/>
                            <a:pt x="189250" y="319651"/>
                          </a:cubicBezTo>
                          <a:cubicBezTo>
                            <a:pt x="189631" y="319556"/>
                            <a:pt x="189917" y="319461"/>
                            <a:pt x="190298" y="319365"/>
                          </a:cubicBezTo>
                          <a:cubicBezTo>
                            <a:pt x="191631" y="318984"/>
                            <a:pt x="192869" y="318603"/>
                            <a:pt x="194203" y="318222"/>
                          </a:cubicBezTo>
                          <a:cubicBezTo>
                            <a:pt x="195536" y="317841"/>
                            <a:pt x="196870" y="317365"/>
                            <a:pt x="198108" y="316984"/>
                          </a:cubicBezTo>
                          <a:cubicBezTo>
                            <a:pt x="199156" y="316698"/>
                            <a:pt x="200108" y="316413"/>
                            <a:pt x="201156" y="316032"/>
                          </a:cubicBezTo>
                          <a:cubicBezTo>
                            <a:pt x="202394" y="315651"/>
                            <a:pt x="203728" y="315174"/>
                            <a:pt x="204966" y="314793"/>
                          </a:cubicBezTo>
                          <a:cubicBezTo>
                            <a:pt x="205538" y="314603"/>
                            <a:pt x="206204" y="314412"/>
                            <a:pt x="206776" y="314127"/>
                          </a:cubicBezTo>
                          <a:cubicBezTo>
                            <a:pt x="208490" y="313555"/>
                            <a:pt x="210205" y="312984"/>
                            <a:pt x="212015" y="312317"/>
                          </a:cubicBezTo>
                          <a:cubicBezTo>
                            <a:pt x="213253" y="311841"/>
                            <a:pt x="214491" y="311460"/>
                            <a:pt x="215729" y="310983"/>
                          </a:cubicBezTo>
                          <a:cubicBezTo>
                            <a:pt x="218206" y="310126"/>
                            <a:pt x="220682" y="309174"/>
                            <a:pt x="223159" y="308221"/>
                          </a:cubicBezTo>
                          <a:cubicBezTo>
                            <a:pt x="224302" y="307745"/>
                            <a:pt x="225445" y="307364"/>
                            <a:pt x="226493" y="306888"/>
                          </a:cubicBezTo>
                          <a:cubicBezTo>
                            <a:pt x="228207" y="306221"/>
                            <a:pt x="230017" y="305459"/>
                            <a:pt x="231731" y="304792"/>
                          </a:cubicBezTo>
                          <a:cubicBezTo>
                            <a:pt x="233636" y="304030"/>
                            <a:pt x="235541" y="303268"/>
                            <a:pt x="237351" y="302506"/>
                          </a:cubicBezTo>
                          <a:cubicBezTo>
                            <a:pt x="238208" y="302125"/>
                            <a:pt x="238970" y="301744"/>
                            <a:pt x="239828" y="301458"/>
                          </a:cubicBezTo>
                          <a:cubicBezTo>
                            <a:pt x="242590" y="300315"/>
                            <a:pt x="245257" y="299077"/>
                            <a:pt x="248019" y="297839"/>
                          </a:cubicBezTo>
                          <a:cubicBezTo>
                            <a:pt x="248305" y="297648"/>
                            <a:pt x="248686" y="297553"/>
                            <a:pt x="248972" y="297458"/>
                          </a:cubicBezTo>
                          <a:cubicBezTo>
                            <a:pt x="249162" y="297363"/>
                            <a:pt x="249353" y="297267"/>
                            <a:pt x="249543" y="297172"/>
                          </a:cubicBezTo>
                          <a:cubicBezTo>
                            <a:pt x="251734" y="296220"/>
                            <a:pt x="253829" y="295172"/>
                            <a:pt x="256020" y="294124"/>
                          </a:cubicBezTo>
                          <a:cubicBezTo>
                            <a:pt x="257258" y="293553"/>
                            <a:pt x="258401" y="292981"/>
                            <a:pt x="259640" y="292410"/>
                          </a:cubicBezTo>
                          <a:cubicBezTo>
                            <a:pt x="260783" y="291838"/>
                            <a:pt x="261830" y="291362"/>
                            <a:pt x="262973" y="290790"/>
                          </a:cubicBezTo>
                          <a:cubicBezTo>
                            <a:pt x="263259" y="290600"/>
                            <a:pt x="263640" y="290505"/>
                            <a:pt x="263926" y="290314"/>
                          </a:cubicBezTo>
                          <a:cubicBezTo>
                            <a:pt x="266021" y="289266"/>
                            <a:pt x="268117" y="288219"/>
                            <a:pt x="270117" y="287171"/>
                          </a:cubicBezTo>
                          <a:cubicBezTo>
                            <a:pt x="271355" y="286504"/>
                            <a:pt x="272594" y="285933"/>
                            <a:pt x="273832" y="285266"/>
                          </a:cubicBezTo>
                          <a:cubicBezTo>
                            <a:pt x="275546" y="284313"/>
                            <a:pt x="277356" y="283361"/>
                            <a:pt x="279071" y="282504"/>
                          </a:cubicBezTo>
                          <a:cubicBezTo>
                            <a:pt x="279642" y="282218"/>
                            <a:pt x="280118" y="281932"/>
                            <a:pt x="280690" y="281646"/>
                          </a:cubicBezTo>
                          <a:cubicBezTo>
                            <a:pt x="281833" y="280980"/>
                            <a:pt x="282976" y="280408"/>
                            <a:pt x="284119" y="279741"/>
                          </a:cubicBezTo>
                          <a:cubicBezTo>
                            <a:pt x="284881" y="279265"/>
                            <a:pt x="285643" y="278884"/>
                            <a:pt x="286405" y="278408"/>
                          </a:cubicBezTo>
                          <a:cubicBezTo>
                            <a:pt x="288215" y="277360"/>
                            <a:pt x="290120" y="276312"/>
                            <a:pt x="291929" y="275265"/>
                          </a:cubicBezTo>
                          <a:cubicBezTo>
                            <a:pt x="292596" y="274884"/>
                            <a:pt x="293358" y="274503"/>
                            <a:pt x="294025" y="274026"/>
                          </a:cubicBezTo>
                          <a:cubicBezTo>
                            <a:pt x="296311" y="272693"/>
                            <a:pt x="298502" y="271359"/>
                            <a:pt x="300788" y="269931"/>
                          </a:cubicBezTo>
                          <a:cubicBezTo>
                            <a:pt x="301740" y="269359"/>
                            <a:pt x="302788" y="268788"/>
                            <a:pt x="303740" y="268121"/>
                          </a:cubicBezTo>
                          <a:cubicBezTo>
                            <a:pt x="304693" y="267549"/>
                            <a:pt x="305550" y="266978"/>
                            <a:pt x="306503" y="266406"/>
                          </a:cubicBezTo>
                          <a:cubicBezTo>
                            <a:pt x="307074" y="266025"/>
                            <a:pt x="307550" y="265740"/>
                            <a:pt x="308122" y="265359"/>
                          </a:cubicBezTo>
                          <a:cubicBezTo>
                            <a:pt x="309836" y="264216"/>
                            <a:pt x="311646" y="263168"/>
                            <a:pt x="313361" y="262025"/>
                          </a:cubicBezTo>
                          <a:cubicBezTo>
                            <a:pt x="314694" y="261168"/>
                            <a:pt x="315932" y="260310"/>
                            <a:pt x="317266" y="259453"/>
                          </a:cubicBezTo>
                          <a:cubicBezTo>
                            <a:pt x="319076" y="258215"/>
                            <a:pt x="320981" y="256977"/>
                            <a:pt x="322790" y="255738"/>
                          </a:cubicBezTo>
                          <a:cubicBezTo>
                            <a:pt x="324600" y="254500"/>
                            <a:pt x="326315" y="253262"/>
                            <a:pt x="328124" y="252024"/>
                          </a:cubicBezTo>
                          <a:cubicBezTo>
                            <a:pt x="329648" y="250976"/>
                            <a:pt x="331077" y="249928"/>
                            <a:pt x="332601" y="248880"/>
                          </a:cubicBezTo>
                          <a:cubicBezTo>
                            <a:pt x="335649" y="246690"/>
                            <a:pt x="338602" y="244499"/>
                            <a:pt x="341555" y="242308"/>
                          </a:cubicBezTo>
                          <a:cubicBezTo>
                            <a:pt x="342221" y="241832"/>
                            <a:pt x="342983" y="241260"/>
                            <a:pt x="343650" y="240784"/>
                          </a:cubicBezTo>
                          <a:cubicBezTo>
                            <a:pt x="347555" y="237831"/>
                            <a:pt x="351365" y="234783"/>
                            <a:pt x="355080" y="231735"/>
                          </a:cubicBezTo>
                          <a:cubicBezTo>
                            <a:pt x="355271" y="231545"/>
                            <a:pt x="355461" y="231450"/>
                            <a:pt x="355652" y="231259"/>
                          </a:cubicBezTo>
                          <a:cubicBezTo>
                            <a:pt x="356414" y="230592"/>
                            <a:pt x="357176" y="230021"/>
                            <a:pt x="357938" y="229354"/>
                          </a:cubicBezTo>
                          <a:cubicBezTo>
                            <a:pt x="357938" y="229354"/>
                            <a:pt x="358033" y="229259"/>
                            <a:pt x="358033" y="229259"/>
                          </a:cubicBezTo>
                          <a:cubicBezTo>
                            <a:pt x="360890" y="226878"/>
                            <a:pt x="363748" y="224401"/>
                            <a:pt x="366605" y="221925"/>
                          </a:cubicBezTo>
                          <a:cubicBezTo>
                            <a:pt x="368034" y="220686"/>
                            <a:pt x="369368" y="219448"/>
                            <a:pt x="370796" y="218305"/>
                          </a:cubicBezTo>
                          <a:cubicBezTo>
                            <a:pt x="370892" y="218210"/>
                            <a:pt x="370892" y="218210"/>
                            <a:pt x="370987" y="218115"/>
                          </a:cubicBezTo>
                          <a:cubicBezTo>
                            <a:pt x="371558" y="217638"/>
                            <a:pt x="372130" y="217067"/>
                            <a:pt x="372701" y="216495"/>
                          </a:cubicBezTo>
                          <a:cubicBezTo>
                            <a:pt x="375178" y="214305"/>
                            <a:pt x="377559" y="212019"/>
                            <a:pt x="379845" y="209733"/>
                          </a:cubicBezTo>
                          <a:cubicBezTo>
                            <a:pt x="380893" y="208780"/>
                            <a:pt x="381845" y="207828"/>
                            <a:pt x="382798" y="206780"/>
                          </a:cubicBezTo>
                          <a:cubicBezTo>
                            <a:pt x="384608" y="204970"/>
                            <a:pt x="386417" y="203160"/>
                            <a:pt x="388227" y="201351"/>
                          </a:cubicBezTo>
                          <a:cubicBezTo>
                            <a:pt x="389275" y="200208"/>
                            <a:pt x="390323" y="199160"/>
                            <a:pt x="391370" y="198017"/>
                          </a:cubicBezTo>
                          <a:cubicBezTo>
                            <a:pt x="392990" y="196302"/>
                            <a:pt x="394609" y="194588"/>
                            <a:pt x="396133" y="192873"/>
                          </a:cubicBezTo>
                          <a:cubicBezTo>
                            <a:pt x="397181" y="191730"/>
                            <a:pt x="398228" y="190587"/>
                            <a:pt x="399276" y="189444"/>
                          </a:cubicBezTo>
                          <a:cubicBezTo>
                            <a:pt x="400800" y="187730"/>
                            <a:pt x="402229" y="186015"/>
                            <a:pt x="403753" y="184396"/>
                          </a:cubicBezTo>
                          <a:cubicBezTo>
                            <a:pt x="404705" y="183253"/>
                            <a:pt x="405753" y="182110"/>
                            <a:pt x="406706" y="180967"/>
                          </a:cubicBezTo>
                          <a:cubicBezTo>
                            <a:pt x="408230" y="179157"/>
                            <a:pt x="409658" y="177348"/>
                            <a:pt x="411087" y="175538"/>
                          </a:cubicBezTo>
                          <a:cubicBezTo>
                            <a:pt x="411944" y="174490"/>
                            <a:pt x="412802" y="173347"/>
                            <a:pt x="413659" y="172299"/>
                          </a:cubicBezTo>
                          <a:cubicBezTo>
                            <a:pt x="415278" y="170204"/>
                            <a:pt x="416802" y="168204"/>
                            <a:pt x="418231" y="166108"/>
                          </a:cubicBezTo>
                          <a:cubicBezTo>
                            <a:pt x="418898" y="165251"/>
                            <a:pt x="419564" y="164394"/>
                            <a:pt x="420136" y="163536"/>
                          </a:cubicBezTo>
                          <a:cubicBezTo>
                            <a:pt x="420707" y="162679"/>
                            <a:pt x="421374" y="161822"/>
                            <a:pt x="421946" y="160965"/>
                          </a:cubicBezTo>
                          <a:cubicBezTo>
                            <a:pt x="422898" y="159631"/>
                            <a:pt x="423755" y="158298"/>
                            <a:pt x="424708" y="156964"/>
                          </a:cubicBezTo>
                          <a:cubicBezTo>
                            <a:pt x="424898" y="156678"/>
                            <a:pt x="425184" y="156297"/>
                            <a:pt x="425375" y="156012"/>
                          </a:cubicBezTo>
                          <a:cubicBezTo>
                            <a:pt x="426041" y="154964"/>
                            <a:pt x="426708" y="154011"/>
                            <a:pt x="427280" y="152964"/>
                          </a:cubicBezTo>
                          <a:cubicBezTo>
                            <a:pt x="427470" y="152583"/>
                            <a:pt x="427661" y="152297"/>
                            <a:pt x="427946" y="151916"/>
                          </a:cubicBezTo>
                          <a:cubicBezTo>
                            <a:pt x="428708" y="150678"/>
                            <a:pt x="429566" y="149344"/>
                            <a:pt x="430328" y="148106"/>
                          </a:cubicBezTo>
                          <a:cubicBezTo>
                            <a:pt x="430709" y="147439"/>
                            <a:pt x="431185" y="146677"/>
                            <a:pt x="431566" y="146010"/>
                          </a:cubicBezTo>
                          <a:cubicBezTo>
                            <a:pt x="432042" y="145153"/>
                            <a:pt x="432614" y="144201"/>
                            <a:pt x="433090" y="143343"/>
                          </a:cubicBezTo>
                          <a:cubicBezTo>
                            <a:pt x="433661" y="142391"/>
                            <a:pt x="434233" y="141438"/>
                            <a:pt x="434709" y="140486"/>
                          </a:cubicBezTo>
                          <a:cubicBezTo>
                            <a:pt x="434995" y="139914"/>
                            <a:pt x="435376" y="139343"/>
                            <a:pt x="435662" y="138771"/>
                          </a:cubicBezTo>
                          <a:cubicBezTo>
                            <a:pt x="436043" y="138009"/>
                            <a:pt x="436424" y="137247"/>
                            <a:pt x="436805" y="136485"/>
                          </a:cubicBezTo>
                          <a:cubicBezTo>
                            <a:pt x="436805" y="136390"/>
                            <a:pt x="436900" y="136295"/>
                            <a:pt x="436900" y="136295"/>
                          </a:cubicBezTo>
                          <a:cubicBezTo>
                            <a:pt x="438138" y="134009"/>
                            <a:pt x="439281" y="131628"/>
                            <a:pt x="440329" y="129342"/>
                          </a:cubicBezTo>
                          <a:cubicBezTo>
                            <a:pt x="440805" y="128199"/>
                            <a:pt x="441281" y="127151"/>
                            <a:pt x="441758" y="126103"/>
                          </a:cubicBezTo>
                          <a:cubicBezTo>
                            <a:pt x="442520" y="124389"/>
                            <a:pt x="443282" y="122579"/>
                            <a:pt x="443948" y="120864"/>
                          </a:cubicBezTo>
                          <a:cubicBezTo>
                            <a:pt x="444425" y="119721"/>
                            <a:pt x="444901" y="118483"/>
                            <a:pt x="445282" y="117340"/>
                          </a:cubicBezTo>
                          <a:cubicBezTo>
                            <a:pt x="445758" y="116007"/>
                            <a:pt x="446234" y="114578"/>
                            <a:pt x="446711" y="113244"/>
                          </a:cubicBezTo>
                          <a:cubicBezTo>
                            <a:pt x="447187" y="112006"/>
                            <a:pt x="447568" y="110673"/>
                            <a:pt x="447949" y="109434"/>
                          </a:cubicBezTo>
                          <a:cubicBezTo>
                            <a:pt x="448330" y="108196"/>
                            <a:pt x="448711" y="106958"/>
                            <a:pt x="448997" y="105720"/>
                          </a:cubicBezTo>
                          <a:cubicBezTo>
                            <a:pt x="449378" y="104386"/>
                            <a:pt x="449663" y="103053"/>
                            <a:pt x="450044" y="101814"/>
                          </a:cubicBezTo>
                          <a:cubicBezTo>
                            <a:pt x="450330" y="100671"/>
                            <a:pt x="450521" y="99624"/>
                            <a:pt x="450806" y="98481"/>
                          </a:cubicBezTo>
                          <a:cubicBezTo>
                            <a:pt x="451092" y="97147"/>
                            <a:pt x="451378" y="95718"/>
                            <a:pt x="451568" y="94385"/>
                          </a:cubicBezTo>
                          <a:cubicBezTo>
                            <a:pt x="451759" y="93337"/>
                            <a:pt x="451949" y="92385"/>
                            <a:pt x="452045" y="91337"/>
                          </a:cubicBezTo>
                          <a:cubicBezTo>
                            <a:pt x="452235" y="89908"/>
                            <a:pt x="452426" y="88575"/>
                            <a:pt x="452521" y="87146"/>
                          </a:cubicBezTo>
                          <a:cubicBezTo>
                            <a:pt x="452616" y="86193"/>
                            <a:pt x="452711" y="85241"/>
                            <a:pt x="452807" y="84288"/>
                          </a:cubicBezTo>
                          <a:cubicBezTo>
                            <a:pt x="452902" y="82860"/>
                            <a:pt x="452997" y="81336"/>
                            <a:pt x="452997" y="79907"/>
                          </a:cubicBezTo>
                          <a:cubicBezTo>
                            <a:pt x="452997" y="79050"/>
                            <a:pt x="453092" y="78288"/>
                            <a:pt x="453092" y="77430"/>
                          </a:cubicBezTo>
                          <a:cubicBezTo>
                            <a:pt x="453092" y="75240"/>
                            <a:pt x="452997" y="73049"/>
                            <a:pt x="452807" y="70858"/>
                          </a:cubicBezTo>
                          <a:cubicBezTo>
                            <a:pt x="452616" y="68572"/>
                            <a:pt x="452330" y="66381"/>
                            <a:pt x="451949" y="64191"/>
                          </a:cubicBezTo>
                          <a:cubicBezTo>
                            <a:pt x="451949" y="63905"/>
                            <a:pt x="451854" y="63619"/>
                            <a:pt x="451759" y="63429"/>
                          </a:cubicBezTo>
                          <a:cubicBezTo>
                            <a:pt x="451473" y="61619"/>
                            <a:pt x="450997" y="59809"/>
                            <a:pt x="450616" y="57999"/>
                          </a:cubicBezTo>
                          <a:cubicBezTo>
                            <a:pt x="450425" y="57428"/>
                            <a:pt x="450330" y="56856"/>
                            <a:pt x="450140" y="56285"/>
                          </a:cubicBezTo>
                          <a:cubicBezTo>
                            <a:pt x="449759" y="54856"/>
                            <a:pt x="449282" y="53427"/>
                            <a:pt x="448806" y="51999"/>
                          </a:cubicBezTo>
                          <a:cubicBezTo>
                            <a:pt x="448520" y="51141"/>
                            <a:pt x="448139" y="50379"/>
                            <a:pt x="447854" y="49522"/>
                          </a:cubicBezTo>
                          <a:cubicBezTo>
                            <a:pt x="447377" y="48379"/>
                            <a:pt x="446901" y="47331"/>
                            <a:pt x="446425" y="46284"/>
                          </a:cubicBezTo>
                          <a:cubicBezTo>
                            <a:pt x="446044" y="45426"/>
                            <a:pt x="445568" y="44569"/>
                            <a:pt x="445091" y="43712"/>
                          </a:cubicBezTo>
                          <a:cubicBezTo>
                            <a:pt x="417850" y="-8009"/>
                            <a:pt x="323648" y="-15534"/>
                            <a:pt x="215348" y="30282"/>
                          </a:cubicBezTo>
                          <a:cubicBezTo>
                            <a:pt x="90571" y="83050"/>
                            <a:pt x="-5822" y="186873"/>
                            <a:pt x="274" y="262120"/>
                          </a:cubicBezTo>
                          <a:cubicBezTo>
                            <a:pt x="1226" y="273455"/>
                            <a:pt x="4465" y="283551"/>
                            <a:pt x="9704" y="292314"/>
                          </a:cubicBezTo>
                          <a:cubicBezTo>
                            <a:pt x="10085" y="292981"/>
                            <a:pt x="10466" y="293648"/>
                            <a:pt x="10942" y="294219"/>
                          </a:cubicBezTo>
                          <a:cubicBezTo>
                            <a:pt x="11609" y="295267"/>
                            <a:pt x="12275" y="296315"/>
                            <a:pt x="13037" y="297267"/>
                          </a:cubicBezTo>
                          <a:close/>
                          <a:moveTo>
                            <a:pt x="57233" y="182396"/>
                          </a:moveTo>
                          <a:cubicBezTo>
                            <a:pt x="57519" y="181920"/>
                            <a:pt x="57805" y="181539"/>
                            <a:pt x="58091" y="181062"/>
                          </a:cubicBezTo>
                          <a:cubicBezTo>
                            <a:pt x="58281" y="180777"/>
                            <a:pt x="58376" y="180586"/>
                            <a:pt x="58567" y="180300"/>
                          </a:cubicBezTo>
                          <a:cubicBezTo>
                            <a:pt x="59138" y="179348"/>
                            <a:pt x="59710" y="178491"/>
                            <a:pt x="60281" y="177538"/>
                          </a:cubicBezTo>
                          <a:cubicBezTo>
                            <a:pt x="60662" y="176967"/>
                            <a:pt x="61043" y="176300"/>
                            <a:pt x="61424" y="175728"/>
                          </a:cubicBezTo>
                          <a:cubicBezTo>
                            <a:pt x="64187" y="171537"/>
                            <a:pt x="67139" y="167346"/>
                            <a:pt x="70283" y="163155"/>
                          </a:cubicBezTo>
                          <a:cubicBezTo>
                            <a:pt x="72092" y="160679"/>
                            <a:pt x="74093" y="158202"/>
                            <a:pt x="76093" y="155821"/>
                          </a:cubicBezTo>
                          <a:cubicBezTo>
                            <a:pt x="79712" y="151440"/>
                            <a:pt x="83522" y="147058"/>
                            <a:pt x="87523" y="142677"/>
                          </a:cubicBezTo>
                          <a:cubicBezTo>
                            <a:pt x="88380" y="141819"/>
                            <a:pt x="89237" y="140867"/>
                            <a:pt x="90095" y="140010"/>
                          </a:cubicBezTo>
                          <a:cubicBezTo>
                            <a:pt x="90952" y="139057"/>
                            <a:pt x="91809" y="138200"/>
                            <a:pt x="92762" y="137247"/>
                          </a:cubicBezTo>
                          <a:cubicBezTo>
                            <a:pt x="93143" y="136866"/>
                            <a:pt x="93428" y="136485"/>
                            <a:pt x="93809" y="136200"/>
                          </a:cubicBezTo>
                          <a:cubicBezTo>
                            <a:pt x="94952" y="135057"/>
                            <a:pt x="96095" y="133914"/>
                            <a:pt x="97238" y="132771"/>
                          </a:cubicBezTo>
                          <a:cubicBezTo>
                            <a:pt x="98096" y="131913"/>
                            <a:pt x="98858" y="131151"/>
                            <a:pt x="99715" y="130294"/>
                          </a:cubicBezTo>
                          <a:cubicBezTo>
                            <a:pt x="101620" y="128389"/>
                            <a:pt x="103620" y="126579"/>
                            <a:pt x="105620" y="124770"/>
                          </a:cubicBezTo>
                          <a:cubicBezTo>
                            <a:pt x="106001" y="124389"/>
                            <a:pt x="106478" y="124008"/>
                            <a:pt x="106859" y="123627"/>
                          </a:cubicBezTo>
                          <a:cubicBezTo>
                            <a:pt x="106954" y="123531"/>
                            <a:pt x="106954" y="123531"/>
                            <a:pt x="107049" y="123436"/>
                          </a:cubicBezTo>
                          <a:cubicBezTo>
                            <a:pt x="107144" y="123341"/>
                            <a:pt x="107144" y="123341"/>
                            <a:pt x="107240" y="123246"/>
                          </a:cubicBezTo>
                          <a:cubicBezTo>
                            <a:pt x="107906" y="122674"/>
                            <a:pt x="108573" y="122103"/>
                            <a:pt x="109145" y="121531"/>
                          </a:cubicBezTo>
                          <a:cubicBezTo>
                            <a:pt x="109621" y="121055"/>
                            <a:pt x="110192" y="120674"/>
                            <a:pt x="110669" y="120198"/>
                          </a:cubicBezTo>
                          <a:cubicBezTo>
                            <a:pt x="111812" y="119150"/>
                            <a:pt x="113050" y="118102"/>
                            <a:pt x="114193" y="117054"/>
                          </a:cubicBezTo>
                          <a:cubicBezTo>
                            <a:pt x="115336" y="116102"/>
                            <a:pt x="116574" y="115054"/>
                            <a:pt x="117717" y="114102"/>
                          </a:cubicBezTo>
                          <a:cubicBezTo>
                            <a:pt x="118574" y="113435"/>
                            <a:pt x="119336" y="112768"/>
                            <a:pt x="120194" y="112101"/>
                          </a:cubicBezTo>
                          <a:cubicBezTo>
                            <a:pt x="123242" y="109530"/>
                            <a:pt x="126385" y="107053"/>
                            <a:pt x="129623" y="104577"/>
                          </a:cubicBezTo>
                          <a:cubicBezTo>
                            <a:pt x="129719" y="104481"/>
                            <a:pt x="129814" y="104481"/>
                            <a:pt x="129909" y="104386"/>
                          </a:cubicBezTo>
                          <a:cubicBezTo>
                            <a:pt x="130385" y="104005"/>
                            <a:pt x="130862" y="103719"/>
                            <a:pt x="131338" y="103338"/>
                          </a:cubicBezTo>
                          <a:cubicBezTo>
                            <a:pt x="133814" y="101529"/>
                            <a:pt x="136196" y="99624"/>
                            <a:pt x="138767" y="97814"/>
                          </a:cubicBezTo>
                          <a:cubicBezTo>
                            <a:pt x="139148" y="97528"/>
                            <a:pt x="139529" y="97242"/>
                            <a:pt x="139910" y="96957"/>
                          </a:cubicBezTo>
                          <a:cubicBezTo>
                            <a:pt x="140768" y="96385"/>
                            <a:pt x="141625" y="95718"/>
                            <a:pt x="142482" y="95147"/>
                          </a:cubicBezTo>
                          <a:cubicBezTo>
                            <a:pt x="143911" y="94099"/>
                            <a:pt x="145435" y="93051"/>
                            <a:pt x="146864" y="92099"/>
                          </a:cubicBezTo>
                          <a:cubicBezTo>
                            <a:pt x="147340" y="91718"/>
                            <a:pt x="147911" y="91432"/>
                            <a:pt x="148388" y="91051"/>
                          </a:cubicBezTo>
                          <a:cubicBezTo>
                            <a:pt x="149435" y="90384"/>
                            <a:pt x="150388" y="89718"/>
                            <a:pt x="151436" y="89051"/>
                          </a:cubicBezTo>
                          <a:cubicBezTo>
                            <a:pt x="152483" y="88289"/>
                            <a:pt x="153626" y="87622"/>
                            <a:pt x="154674" y="86955"/>
                          </a:cubicBezTo>
                          <a:cubicBezTo>
                            <a:pt x="155055" y="86670"/>
                            <a:pt x="155531" y="86384"/>
                            <a:pt x="155912" y="86193"/>
                          </a:cubicBezTo>
                          <a:cubicBezTo>
                            <a:pt x="157341" y="85241"/>
                            <a:pt x="158865" y="84288"/>
                            <a:pt x="160294" y="83431"/>
                          </a:cubicBezTo>
                          <a:cubicBezTo>
                            <a:pt x="161056" y="82955"/>
                            <a:pt x="161818" y="82479"/>
                            <a:pt x="162580" y="82002"/>
                          </a:cubicBezTo>
                          <a:cubicBezTo>
                            <a:pt x="162770" y="81907"/>
                            <a:pt x="162961" y="81812"/>
                            <a:pt x="163151" y="81717"/>
                          </a:cubicBezTo>
                          <a:cubicBezTo>
                            <a:pt x="165533" y="80288"/>
                            <a:pt x="167914" y="78859"/>
                            <a:pt x="170295" y="77430"/>
                          </a:cubicBezTo>
                          <a:cubicBezTo>
                            <a:pt x="170390" y="77335"/>
                            <a:pt x="170581" y="77240"/>
                            <a:pt x="170676" y="77240"/>
                          </a:cubicBezTo>
                          <a:cubicBezTo>
                            <a:pt x="171248" y="76859"/>
                            <a:pt x="171819" y="76573"/>
                            <a:pt x="172391" y="76287"/>
                          </a:cubicBezTo>
                          <a:cubicBezTo>
                            <a:pt x="174105" y="75335"/>
                            <a:pt x="175820" y="74287"/>
                            <a:pt x="177534" y="73335"/>
                          </a:cubicBezTo>
                          <a:cubicBezTo>
                            <a:pt x="178010" y="73049"/>
                            <a:pt x="178487" y="72858"/>
                            <a:pt x="178868" y="72573"/>
                          </a:cubicBezTo>
                          <a:cubicBezTo>
                            <a:pt x="179820" y="72096"/>
                            <a:pt x="180773" y="71525"/>
                            <a:pt x="181725" y="71049"/>
                          </a:cubicBezTo>
                          <a:cubicBezTo>
                            <a:pt x="182773" y="70477"/>
                            <a:pt x="183821" y="69906"/>
                            <a:pt x="184868" y="69334"/>
                          </a:cubicBezTo>
                          <a:cubicBezTo>
                            <a:pt x="185726" y="68858"/>
                            <a:pt x="186583" y="68382"/>
                            <a:pt x="187440" y="68001"/>
                          </a:cubicBezTo>
                          <a:cubicBezTo>
                            <a:pt x="188488" y="67429"/>
                            <a:pt x="189440" y="66953"/>
                            <a:pt x="190488" y="66381"/>
                          </a:cubicBezTo>
                          <a:cubicBezTo>
                            <a:pt x="191155" y="66096"/>
                            <a:pt x="191822" y="65715"/>
                            <a:pt x="192393" y="65429"/>
                          </a:cubicBezTo>
                          <a:cubicBezTo>
                            <a:pt x="193727" y="64762"/>
                            <a:pt x="195060" y="64095"/>
                            <a:pt x="196394" y="63429"/>
                          </a:cubicBezTo>
                          <a:cubicBezTo>
                            <a:pt x="197346" y="62952"/>
                            <a:pt x="198203" y="62476"/>
                            <a:pt x="199156" y="62095"/>
                          </a:cubicBezTo>
                          <a:cubicBezTo>
                            <a:pt x="199442" y="61905"/>
                            <a:pt x="199823" y="61809"/>
                            <a:pt x="200108" y="61619"/>
                          </a:cubicBezTo>
                          <a:cubicBezTo>
                            <a:pt x="202585" y="60476"/>
                            <a:pt x="204966" y="59333"/>
                            <a:pt x="207443" y="58190"/>
                          </a:cubicBezTo>
                          <a:cubicBezTo>
                            <a:pt x="207633" y="58095"/>
                            <a:pt x="207824" y="57999"/>
                            <a:pt x="207919" y="57904"/>
                          </a:cubicBezTo>
                          <a:cubicBezTo>
                            <a:pt x="207919" y="57904"/>
                            <a:pt x="207919" y="57904"/>
                            <a:pt x="208014" y="57904"/>
                          </a:cubicBezTo>
                          <a:cubicBezTo>
                            <a:pt x="210681" y="56666"/>
                            <a:pt x="213348" y="55523"/>
                            <a:pt x="216110" y="54380"/>
                          </a:cubicBezTo>
                          <a:cubicBezTo>
                            <a:pt x="216587" y="54189"/>
                            <a:pt x="217063" y="53904"/>
                            <a:pt x="217539" y="53713"/>
                          </a:cubicBezTo>
                          <a:cubicBezTo>
                            <a:pt x="218206" y="53427"/>
                            <a:pt x="218777" y="53237"/>
                            <a:pt x="219444" y="52951"/>
                          </a:cubicBezTo>
                          <a:cubicBezTo>
                            <a:pt x="224778" y="50760"/>
                            <a:pt x="230112" y="48665"/>
                            <a:pt x="235351" y="46760"/>
                          </a:cubicBezTo>
                          <a:cubicBezTo>
                            <a:pt x="236494" y="46379"/>
                            <a:pt x="237542" y="45998"/>
                            <a:pt x="238685" y="45617"/>
                          </a:cubicBezTo>
                          <a:cubicBezTo>
                            <a:pt x="239447" y="45331"/>
                            <a:pt x="240209" y="45045"/>
                            <a:pt x="241066" y="44855"/>
                          </a:cubicBezTo>
                          <a:cubicBezTo>
                            <a:pt x="242018" y="44474"/>
                            <a:pt x="243066" y="44188"/>
                            <a:pt x="244019" y="43807"/>
                          </a:cubicBezTo>
                          <a:cubicBezTo>
                            <a:pt x="245257" y="43426"/>
                            <a:pt x="246495" y="42950"/>
                            <a:pt x="247733" y="42569"/>
                          </a:cubicBezTo>
                          <a:cubicBezTo>
                            <a:pt x="248305" y="42378"/>
                            <a:pt x="248876" y="42188"/>
                            <a:pt x="249448" y="41997"/>
                          </a:cubicBezTo>
                          <a:cubicBezTo>
                            <a:pt x="250591" y="41616"/>
                            <a:pt x="251734" y="41235"/>
                            <a:pt x="252877" y="40950"/>
                          </a:cubicBezTo>
                          <a:cubicBezTo>
                            <a:pt x="253829" y="40664"/>
                            <a:pt x="254687" y="40378"/>
                            <a:pt x="255639" y="40092"/>
                          </a:cubicBezTo>
                          <a:cubicBezTo>
                            <a:pt x="261830" y="38283"/>
                            <a:pt x="267926" y="36663"/>
                            <a:pt x="273832" y="35235"/>
                          </a:cubicBezTo>
                          <a:cubicBezTo>
                            <a:pt x="291739" y="31044"/>
                            <a:pt x="308598" y="28948"/>
                            <a:pt x="324124" y="28662"/>
                          </a:cubicBezTo>
                          <a:cubicBezTo>
                            <a:pt x="324314" y="28662"/>
                            <a:pt x="324505" y="28662"/>
                            <a:pt x="324695" y="28662"/>
                          </a:cubicBezTo>
                          <a:cubicBezTo>
                            <a:pt x="326791" y="28662"/>
                            <a:pt x="328886" y="28662"/>
                            <a:pt x="330887" y="28662"/>
                          </a:cubicBezTo>
                          <a:cubicBezTo>
                            <a:pt x="331934" y="28662"/>
                            <a:pt x="332982" y="28758"/>
                            <a:pt x="334125" y="28758"/>
                          </a:cubicBezTo>
                          <a:cubicBezTo>
                            <a:pt x="335554" y="28853"/>
                            <a:pt x="336887" y="28853"/>
                            <a:pt x="338221" y="28948"/>
                          </a:cubicBezTo>
                          <a:cubicBezTo>
                            <a:pt x="338507" y="28948"/>
                            <a:pt x="338792" y="28948"/>
                            <a:pt x="339078" y="28948"/>
                          </a:cubicBezTo>
                          <a:cubicBezTo>
                            <a:pt x="343936" y="29329"/>
                            <a:pt x="348508" y="29805"/>
                            <a:pt x="352985" y="30567"/>
                          </a:cubicBezTo>
                          <a:cubicBezTo>
                            <a:pt x="353747" y="30663"/>
                            <a:pt x="354509" y="30853"/>
                            <a:pt x="355271" y="31044"/>
                          </a:cubicBezTo>
                          <a:cubicBezTo>
                            <a:pt x="356509" y="31234"/>
                            <a:pt x="357652" y="31520"/>
                            <a:pt x="358795" y="31710"/>
                          </a:cubicBezTo>
                          <a:cubicBezTo>
                            <a:pt x="359747" y="31901"/>
                            <a:pt x="360700" y="32187"/>
                            <a:pt x="361557" y="32377"/>
                          </a:cubicBezTo>
                          <a:cubicBezTo>
                            <a:pt x="362414" y="32568"/>
                            <a:pt x="363176" y="32758"/>
                            <a:pt x="364034" y="33044"/>
                          </a:cubicBezTo>
                          <a:cubicBezTo>
                            <a:pt x="368701" y="34282"/>
                            <a:pt x="373082" y="35806"/>
                            <a:pt x="377178" y="37616"/>
                          </a:cubicBezTo>
                          <a:cubicBezTo>
                            <a:pt x="378988" y="38378"/>
                            <a:pt x="380702" y="39235"/>
                            <a:pt x="382417" y="40092"/>
                          </a:cubicBezTo>
                          <a:cubicBezTo>
                            <a:pt x="382893" y="40378"/>
                            <a:pt x="383369" y="40664"/>
                            <a:pt x="383846" y="40854"/>
                          </a:cubicBezTo>
                          <a:cubicBezTo>
                            <a:pt x="384703" y="41331"/>
                            <a:pt x="385560" y="41807"/>
                            <a:pt x="386417" y="42283"/>
                          </a:cubicBezTo>
                          <a:cubicBezTo>
                            <a:pt x="387179" y="42759"/>
                            <a:pt x="387846" y="43236"/>
                            <a:pt x="388608" y="43712"/>
                          </a:cubicBezTo>
                          <a:cubicBezTo>
                            <a:pt x="389370" y="44188"/>
                            <a:pt x="390037" y="44664"/>
                            <a:pt x="390799" y="45141"/>
                          </a:cubicBezTo>
                          <a:cubicBezTo>
                            <a:pt x="391180" y="45426"/>
                            <a:pt x="391561" y="45712"/>
                            <a:pt x="391942" y="45903"/>
                          </a:cubicBezTo>
                          <a:cubicBezTo>
                            <a:pt x="404991" y="55713"/>
                            <a:pt x="412992" y="69525"/>
                            <a:pt x="414421" y="87051"/>
                          </a:cubicBezTo>
                          <a:cubicBezTo>
                            <a:pt x="414611" y="88956"/>
                            <a:pt x="414611" y="90956"/>
                            <a:pt x="414611" y="92956"/>
                          </a:cubicBezTo>
                          <a:cubicBezTo>
                            <a:pt x="414611" y="93432"/>
                            <a:pt x="414516" y="94004"/>
                            <a:pt x="414516" y="94480"/>
                          </a:cubicBezTo>
                          <a:cubicBezTo>
                            <a:pt x="414516" y="95718"/>
                            <a:pt x="414421" y="96861"/>
                            <a:pt x="414326" y="98100"/>
                          </a:cubicBezTo>
                          <a:cubicBezTo>
                            <a:pt x="414230" y="98862"/>
                            <a:pt x="414230" y="99624"/>
                            <a:pt x="414135" y="100481"/>
                          </a:cubicBezTo>
                          <a:cubicBezTo>
                            <a:pt x="414040" y="101624"/>
                            <a:pt x="413849" y="102767"/>
                            <a:pt x="413754" y="103910"/>
                          </a:cubicBezTo>
                          <a:cubicBezTo>
                            <a:pt x="413659" y="104767"/>
                            <a:pt x="413468" y="105624"/>
                            <a:pt x="413373" y="106482"/>
                          </a:cubicBezTo>
                          <a:cubicBezTo>
                            <a:pt x="413278" y="106767"/>
                            <a:pt x="413278" y="107053"/>
                            <a:pt x="413183" y="107339"/>
                          </a:cubicBezTo>
                          <a:lnTo>
                            <a:pt x="413183" y="107339"/>
                          </a:lnTo>
                          <a:lnTo>
                            <a:pt x="413183" y="107339"/>
                          </a:lnTo>
                          <a:cubicBezTo>
                            <a:pt x="413183" y="107434"/>
                            <a:pt x="413183" y="107625"/>
                            <a:pt x="413087" y="107720"/>
                          </a:cubicBezTo>
                          <a:cubicBezTo>
                            <a:pt x="412992" y="108006"/>
                            <a:pt x="412992" y="108387"/>
                            <a:pt x="412897" y="108672"/>
                          </a:cubicBezTo>
                          <a:cubicBezTo>
                            <a:pt x="412802" y="109053"/>
                            <a:pt x="412802" y="109434"/>
                            <a:pt x="412706" y="109815"/>
                          </a:cubicBezTo>
                          <a:cubicBezTo>
                            <a:pt x="412516" y="110768"/>
                            <a:pt x="412325" y="111625"/>
                            <a:pt x="412135" y="112578"/>
                          </a:cubicBezTo>
                          <a:cubicBezTo>
                            <a:pt x="411944" y="113244"/>
                            <a:pt x="411754" y="114006"/>
                            <a:pt x="411563" y="114673"/>
                          </a:cubicBezTo>
                          <a:cubicBezTo>
                            <a:pt x="411468" y="115054"/>
                            <a:pt x="411373" y="115435"/>
                            <a:pt x="411278" y="115816"/>
                          </a:cubicBezTo>
                          <a:cubicBezTo>
                            <a:pt x="410992" y="116864"/>
                            <a:pt x="410706" y="117912"/>
                            <a:pt x="410420" y="118864"/>
                          </a:cubicBezTo>
                          <a:cubicBezTo>
                            <a:pt x="410230" y="119531"/>
                            <a:pt x="410039" y="120102"/>
                            <a:pt x="409849" y="120769"/>
                          </a:cubicBezTo>
                          <a:cubicBezTo>
                            <a:pt x="409754" y="121245"/>
                            <a:pt x="409563" y="121626"/>
                            <a:pt x="409468" y="122103"/>
                          </a:cubicBezTo>
                          <a:cubicBezTo>
                            <a:pt x="409277" y="122769"/>
                            <a:pt x="409087" y="123436"/>
                            <a:pt x="408801" y="124103"/>
                          </a:cubicBezTo>
                          <a:cubicBezTo>
                            <a:pt x="408611" y="124579"/>
                            <a:pt x="408420" y="125055"/>
                            <a:pt x="408230" y="125532"/>
                          </a:cubicBezTo>
                          <a:cubicBezTo>
                            <a:pt x="407849" y="126484"/>
                            <a:pt x="407468" y="127437"/>
                            <a:pt x="407087" y="128389"/>
                          </a:cubicBezTo>
                          <a:cubicBezTo>
                            <a:pt x="407087" y="128389"/>
                            <a:pt x="407087" y="128389"/>
                            <a:pt x="407087" y="128389"/>
                          </a:cubicBezTo>
                          <a:cubicBezTo>
                            <a:pt x="406515" y="129818"/>
                            <a:pt x="405944" y="131247"/>
                            <a:pt x="405277" y="132675"/>
                          </a:cubicBezTo>
                          <a:cubicBezTo>
                            <a:pt x="404896" y="133628"/>
                            <a:pt x="404515" y="134485"/>
                            <a:pt x="404039" y="135438"/>
                          </a:cubicBezTo>
                          <a:cubicBezTo>
                            <a:pt x="403181" y="137343"/>
                            <a:pt x="402229" y="139248"/>
                            <a:pt x="401181" y="141153"/>
                          </a:cubicBezTo>
                          <a:cubicBezTo>
                            <a:pt x="400895" y="141629"/>
                            <a:pt x="400705" y="142200"/>
                            <a:pt x="400419" y="142677"/>
                          </a:cubicBezTo>
                          <a:cubicBezTo>
                            <a:pt x="400324" y="142772"/>
                            <a:pt x="400324" y="142867"/>
                            <a:pt x="400229" y="143058"/>
                          </a:cubicBezTo>
                          <a:cubicBezTo>
                            <a:pt x="400133" y="143248"/>
                            <a:pt x="400038" y="143439"/>
                            <a:pt x="399943" y="143724"/>
                          </a:cubicBezTo>
                          <a:cubicBezTo>
                            <a:pt x="372701" y="194397"/>
                            <a:pt x="310503" y="247642"/>
                            <a:pt x="236018" y="279170"/>
                          </a:cubicBezTo>
                          <a:cubicBezTo>
                            <a:pt x="168009" y="307935"/>
                            <a:pt x="106668" y="311269"/>
                            <a:pt x="71140" y="292600"/>
                          </a:cubicBezTo>
                          <a:cubicBezTo>
                            <a:pt x="69425" y="291743"/>
                            <a:pt x="67806" y="290790"/>
                            <a:pt x="66282" y="289743"/>
                          </a:cubicBezTo>
                          <a:cubicBezTo>
                            <a:pt x="63425" y="287933"/>
                            <a:pt x="60758" y="285933"/>
                            <a:pt x="58376" y="283837"/>
                          </a:cubicBezTo>
                          <a:cubicBezTo>
                            <a:pt x="57900" y="283837"/>
                            <a:pt x="57614" y="283742"/>
                            <a:pt x="57424" y="283551"/>
                          </a:cubicBezTo>
                          <a:cubicBezTo>
                            <a:pt x="57138" y="283266"/>
                            <a:pt x="56948" y="283075"/>
                            <a:pt x="56662" y="282789"/>
                          </a:cubicBezTo>
                          <a:cubicBezTo>
                            <a:pt x="56186" y="282313"/>
                            <a:pt x="55805" y="281932"/>
                            <a:pt x="55328" y="281456"/>
                          </a:cubicBezTo>
                          <a:cubicBezTo>
                            <a:pt x="54852" y="280980"/>
                            <a:pt x="54376" y="280503"/>
                            <a:pt x="53900" y="280027"/>
                          </a:cubicBezTo>
                          <a:cubicBezTo>
                            <a:pt x="53804" y="279932"/>
                            <a:pt x="53709" y="279837"/>
                            <a:pt x="53519" y="279646"/>
                          </a:cubicBezTo>
                          <a:cubicBezTo>
                            <a:pt x="52280" y="278408"/>
                            <a:pt x="51233" y="277074"/>
                            <a:pt x="50185" y="275646"/>
                          </a:cubicBezTo>
                          <a:cubicBezTo>
                            <a:pt x="49994" y="275360"/>
                            <a:pt x="49804" y="275074"/>
                            <a:pt x="49613" y="274788"/>
                          </a:cubicBezTo>
                          <a:cubicBezTo>
                            <a:pt x="49328" y="274407"/>
                            <a:pt x="49042" y="273931"/>
                            <a:pt x="48756" y="273455"/>
                          </a:cubicBezTo>
                          <a:cubicBezTo>
                            <a:pt x="48470" y="272979"/>
                            <a:pt x="48185" y="272598"/>
                            <a:pt x="47899" y="272121"/>
                          </a:cubicBezTo>
                          <a:cubicBezTo>
                            <a:pt x="47518" y="271550"/>
                            <a:pt x="47232" y="271074"/>
                            <a:pt x="46851" y="270502"/>
                          </a:cubicBezTo>
                          <a:cubicBezTo>
                            <a:pt x="46661" y="270121"/>
                            <a:pt x="46470" y="269835"/>
                            <a:pt x="46280" y="269454"/>
                          </a:cubicBezTo>
                          <a:cubicBezTo>
                            <a:pt x="44851" y="266978"/>
                            <a:pt x="43613" y="264501"/>
                            <a:pt x="42660" y="261739"/>
                          </a:cubicBezTo>
                          <a:cubicBezTo>
                            <a:pt x="40755" y="256691"/>
                            <a:pt x="39612" y="251262"/>
                            <a:pt x="39136" y="245451"/>
                          </a:cubicBezTo>
                          <a:cubicBezTo>
                            <a:pt x="38945" y="243546"/>
                            <a:pt x="38945" y="241546"/>
                            <a:pt x="38945" y="239546"/>
                          </a:cubicBezTo>
                          <a:cubicBezTo>
                            <a:pt x="38945" y="239070"/>
                            <a:pt x="39041" y="238498"/>
                            <a:pt x="39041" y="238022"/>
                          </a:cubicBezTo>
                          <a:cubicBezTo>
                            <a:pt x="39041" y="237165"/>
                            <a:pt x="39136" y="236403"/>
                            <a:pt x="39136" y="235545"/>
                          </a:cubicBezTo>
                          <a:cubicBezTo>
                            <a:pt x="39136" y="235164"/>
                            <a:pt x="39136" y="234783"/>
                            <a:pt x="39231" y="234402"/>
                          </a:cubicBezTo>
                          <a:cubicBezTo>
                            <a:pt x="39326" y="233640"/>
                            <a:pt x="39326" y="232783"/>
                            <a:pt x="39422" y="232021"/>
                          </a:cubicBezTo>
                          <a:cubicBezTo>
                            <a:pt x="39517" y="231354"/>
                            <a:pt x="39612" y="230783"/>
                            <a:pt x="39612" y="230116"/>
                          </a:cubicBezTo>
                          <a:cubicBezTo>
                            <a:pt x="39707" y="229640"/>
                            <a:pt x="39707" y="229068"/>
                            <a:pt x="39803" y="228592"/>
                          </a:cubicBezTo>
                          <a:cubicBezTo>
                            <a:pt x="39898" y="228211"/>
                            <a:pt x="39898" y="227830"/>
                            <a:pt x="39898" y="227354"/>
                          </a:cubicBezTo>
                          <a:cubicBezTo>
                            <a:pt x="41517" y="216972"/>
                            <a:pt x="45041" y="206208"/>
                            <a:pt x="50280" y="195255"/>
                          </a:cubicBezTo>
                          <a:cubicBezTo>
                            <a:pt x="50947" y="193921"/>
                            <a:pt x="51614" y="192492"/>
                            <a:pt x="52376" y="191159"/>
                          </a:cubicBezTo>
                          <a:cubicBezTo>
                            <a:pt x="52661" y="190683"/>
                            <a:pt x="52852" y="190206"/>
                            <a:pt x="53138" y="189730"/>
                          </a:cubicBezTo>
                          <a:cubicBezTo>
                            <a:pt x="53233" y="189635"/>
                            <a:pt x="53233" y="189444"/>
                            <a:pt x="53328" y="189349"/>
                          </a:cubicBezTo>
                          <a:cubicBezTo>
                            <a:pt x="54471" y="187158"/>
                            <a:pt x="55805" y="184777"/>
                            <a:pt x="57233" y="182396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D108">
                            <a:alpha val="100000"/>
                          </a:srgbClr>
                        </a:gs>
                        <a:gs pos="50000">
                          <a:srgbClr val="F0A704">
                            <a:alpha val="100000"/>
                          </a:srgbClr>
                        </a:gs>
                        <a:gs pos="100000">
                          <a:srgbClr val="E27D00">
                            <a:alpha val="100000"/>
                          </a:srgbClr>
                        </a:gs>
                      </a:gsLst>
                      <a:lin ang="918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7" name="AutoShape 127"/>
                    <p:cNvSpPr/>
                    <p:nvPr/>
                  </p:nvSpPr>
                  <p:spPr>
                    <a:xfrm>
                      <a:off x="5068061" y="2764493"/>
                      <a:ext cx="375475" cy="2754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5475" h="275487">
                          <a:moveTo>
                            <a:pt x="28956" y="137679"/>
                          </a:moveTo>
                          <a:cubicBezTo>
                            <a:pt x="28480" y="138250"/>
                            <a:pt x="28099" y="138822"/>
                            <a:pt x="27623" y="139488"/>
                          </a:cubicBezTo>
                          <a:cubicBezTo>
                            <a:pt x="27527" y="139584"/>
                            <a:pt x="27432" y="139774"/>
                            <a:pt x="27337" y="139869"/>
                          </a:cubicBezTo>
                          <a:cubicBezTo>
                            <a:pt x="26861" y="140536"/>
                            <a:pt x="26384" y="141298"/>
                            <a:pt x="25908" y="141965"/>
                          </a:cubicBezTo>
                          <a:cubicBezTo>
                            <a:pt x="24955" y="143394"/>
                            <a:pt x="24003" y="144727"/>
                            <a:pt x="23051" y="146156"/>
                          </a:cubicBezTo>
                          <a:cubicBezTo>
                            <a:pt x="22479" y="147013"/>
                            <a:pt x="22003" y="147775"/>
                            <a:pt x="21431" y="148632"/>
                          </a:cubicBezTo>
                          <a:cubicBezTo>
                            <a:pt x="20860" y="149585"/>
                            <a:pt x="20288" y="150442"/>
                            <a:pt x="19717" y="151395"/>
                          </a:cubicBezTo>
                          <a:cubicBezTo>
                            <a:pt x="19526" y="151680"/>
                            <a:pt x="19431" y="151871"/>
                            <a:pt x="19241" y="152157"/>
                          </a:cubicBezTo>
                          <a:cubicBezTo>
                            <a:pt x="17526" y="155014"/>
                            <a:pt x="15907" y="157872"/>
                            <a:pt x="14383" y="160729"/>
                          </a:cubicBezTo>
                          <a:cubicBezTo>
                            <a:pt x="14288" y="160920"/>
                            <a:pt x="14192" y="161015"/>
                            <a:pt x="14192" y="161110"/>
                          </a:cubicBezTo>
                          <a:cubicBezTo>
                            <a:pt x="13907" y="161586"/>
                            <a:pt x="13716" y="162063"/>
                            <a:pt x="13430" y="162539"/>
                          </a:cubicBezTo>
                          <a:cubicBezTo>
                            <a:pt x="12764" y="163872"/>
                            <a:pt x="12002" y="165301"/>
                            <a:pt x="11335" y="166635"/>
                          </a:cubicBezTo>
                          <a:cubicBezTo>
                            <a:pt x="6096" y="177588"/>
                            <a:pt x="2572" y="188352"/>
                            <a:pt x="952" y="198734"/>
                          </a:cubicBezTo>
                          <a:cubicBezTo>
                            <a:pt x="857" y="199115"/>
                            <a:pt x="857" y="199496"/>
                            <a:pt x="857" y="199972"/>
                          </a:cubicBezTo>
                          <a:cubicBezTo>
                            <a:pt x="762" y="200544"/>
                            <a:pt x="762" y="201020"/>
                            <a:pt x="667" y="201496"/>
                          </a:cubicBezTo>
                          <a:cubicBezTo>
                            <a:pt x="571" y="202163"/>
                            <a:pt x="476" y="202734"/>
                            <a:pt x="476" y="203401"/>
                          </a:cubicBezTo>
                          <a:cubicBezTo>
                            <a:pt x="381" y="204163"/>
                            <a:pt x="286" y="205020"/>
                            <a:pt x="286" y="205782"/>
                          </a:cubicBezTo>
                          <a:cubicBezTo>
                            <a:pt x="286" y="206163"/>
                            <a:pt x="286" y="206544"/>
                            <a:pt x="190" y="206925"/>
                          </a:cubicBezTo>
                          <a:cubicBezTo>
                            <a:pt x="190" y="207783"/>
                            <a:pt x="95" y="208545"/>
                            <a:pt x="95" y="209402"/>
                          </a:cubicBezTo>
                          <a:cubicBezTo>
                            <a:pt x="95" y="209878"/>
                            <a:pt x="0" y="210450"/>
                            <a:pt x="0" y="210926"/>
                          </a:cubicBezTo>
                          <a:cubicBezTo>
                            <a:pt x="0" y="212926"/>
                            <a:pt x="95" y="214926"/>
                            <a:pt x="190" y="216831"/>
                          </a:cubicBezTo>
                          <a:cubicBezTo>
                            <a:pt x="667" y="222642"/>
                            <a:pt x="1905" y="228071"/>
                            <a:pt x="3715" y="233119"/>
                          </a:cubicBezTo>
                          <a:cubicBezTo>
                            <a:pt x="4763" y="235786"/>
                            <a:pt x="6001" y="238358"/>
                            <a:pt x="7334" y="240834"/>
                          </a:cubicBezTo>
                          <a:cubicBezTo>
                            <a:pt x="7525" y="241215"/>
                            <a:pt x="7715" y="241501"/>
                            <a:pt x="7906" y="241882"/>
                          </a:cubicBezTo>
                          <a:cubicBezTo>
                            <a:pt x="8192" y="242454"/>
                            <a:pt x="8573" y="242930"/>
                            <a:pt x="8954" y="243501"/>
                          </a:cubicBezTo>
                          <a:cubicBezTo>
                            <a:pt x="9239" y="243978"/>
                            <a:pt x="9525" y="244359"/>
                            <a:pt x="9811" y="244835"/>
                          </a:cubicBezTo>
                          <a:cubicBezTo>
                            <a:pt x="10096" y="245311"/>
                            <a:pt x="10382" y="245692"/>
                            <a:pt x="10668" y="246168"/>
                          </a:cubicBezTo>
                          <a:cubicBezTo>
                            <a:pt x="10858" y="246454"/>
                            <a:pt x="11049" y="246740"/>
                            <a:pt x="11240" y="247026"/>
                          </a:cubicBezTo>
                          <a:cubicBezTo>
                            <a:pt x="12287" y="248359"/>
                            <a:pt x="13430" y="249693"/>
                            <a:pt x="14573" y="251026"/>
                          </a:cubicBezTo>
                          <a:cubicBezTo>
                            <a:pt x="14669" y="251121"/>
                            <a:pt x="14764" y="251217"/>
                            <a:pt x="14954" y="251407"/>
                          </a:cubicBezTo>
                          <a:cubicBezTo>
                            <a:pt x="15430" y="251883"/>
                            <a:pt x="15907" y="252360"/>
                            <a:pt x="16383" y="252836"/>
                          </a:cubicBezTo>
                          <a:cubicBezTo>
                            <a:pt x="16859" y="253312"/>
                            <a:pt x="17240" y="253693"/>
                            <a:pt x="17717" y="254169"/>
                          </a:cubicBezTo>
                          <a:cubicBezTo>
                            <a:pt x="18002" y="254360"/>
                            <a:pt x="18193" y="254646"/>
                            <a:pt x="18479" y="254836"/>
                          </a:cubicBezTo>
                          <a:cubicBezTo>
                            <a:pt x="18764" y="254836"/>
                            <a:pt x="19050" y="254931"/>
                            <a:pt x="19241" y="255122"/>
                          </a:cubicBezTo>
                          <a:cubicBezTo>
                            <a:pt x="21717" y="257217"/>
                            <a:pt x="24289" y="259218"/>
                            <a:pt x="27146" y="261027"/>
                          </a:cubicBezTo>
                          <a:cubicBezTo>
                            <a:pt x="28766" y="261980"/>
                            <a:pt x="30385" y="262932"/>
                            <a:pt x="32004" y="263885"/>
                          </a:cubicBezTo>
                          <a:cubicBezTo>
                            <a:pt x="67532" y="282554"/>
                            <a:pt x="128873" y="279125"/>
                            <a:pt x="196882" y="250455"/>
                          </a:cubicBezTo>
                          <a:cubicBezTo>
                            <a:pt x="271367" y="219022"/>
                            <a:pt x="333566" y="165682"/>
                            <a:pt x="360807" y="115009"/>
                          </a:cubicBezTo>
                          <a:cubicBezTo>
                            <a:pt x="360902" y="114819"/>
                            <a:pt x="360998" y="114628"/>
                            <a:pt x="361093" y="114342"/>
                          </a:cubicBezTo>
                          <a:cubicBezTo>
                            <a:pt x="361188" y="114247"/>
                            <a:pt x="361188" y="114152"/>
                            <a:pt x="361283" y="113961"/>
                          </a:cubicBezTo>
                          <a:cubicBezTo>
                            <a:pt x="361569" y="113485"/>
                            <a:pt x="361760" y="112914"/>
                            <a:pt x="362045" y="112437"/>
                          </a:cubicBezTo>
                          <a:cubicBezTo>
                            <a:pt x="362998" y="110532"/>
                            <a:pt x="363950" y="108627"/>
                            <a:pt x="364903" y="106722"/>
                          </a:cubicBezTo>
                          <a:cubicBezTo>
                            <a:pt x="365284" y="105770"/>
                            <a:pt x="365760" y="104913"/>
                            <a:pt x="366141" y="103960"/>
                          </a:cubicBezTo>
                          <a:cubicBezTo>
                            <a:pt x="366808" y="102531"/>
                            <a:pt x="367379" y="101103"/>
                            <a:pt x="367951" y="99674"/>
                          </a:cubicBezTo>
                          <a:cubicBezTo>
                            <a:pt x="367951" y="99674"/>
                            <a:pt x="367951" y="99674"/>
                            <a:pt x="367951" y="99674"/>
                          </a:cubicBezTo>
                          <a:cubicBezTo>
                            <a:pt x="368332" y="98721"/>
                            <a:pt x="368713" y="97769"/>
                            <a:pt x="369094" y="96816"/>
                          </a:cubicBezTo>
                          <a:cubicBezTo>
                            <a:pt x="369284" y="96340"/>
                            <a:pt x="369475" y="95864"/>
                            <a:pt x="369665" y="95388"/>
                          </a:cubicBezTo>
                          <a:cubicBezTo>
                            <a:pt x="369856" y="94721"/>
                            <a:pt x="370046" y="94054"/>
                            <a:pt x="370332" y="93387"/>
                          </a:cubicBezTo>
                          <a:cubicBezTo>
                            <a:pt x="370523" y="92911"/>
                            <a:pt x="370618" y="92530"/>
                            <a:pt x="370713" y="92054"/>
                          </a:cubicBezTo>
                          <a:cubicBezTo>
                            <a:pt x="370904" y="91387"/>
                            <a:pt x="371094" y="90816"/>
                            <a:pt x="371285" y="90149"/>
                          </a:cubicBezTo>
                          <a:cubicBezTo>
                            <a:pt x="371570" y="89101"/>
                            <a:pt x="371856" y="88053"/>
                            <a:pt x="372142" y="87101"/>
                          </a:cubicBezTo>
                          <a:cubicBezTo>
                            <a:pt x="372237" y="86720"/>
                            <a:pt x="372332" y="86339"/>
                            <a:pt x="372428" y="85958"/>
                          </a:cubicBezTo>
                          <a:cubicBezTo>
                            <a:pt x="372618" y="85291"/>
                            <a:pt x="372809" y="84529"/>
                            <a:pt x="372999" y="83862"/>
                          </a:cubicBezTo>
                          <a:cubicBezTo>
                            <a:pt x="373190" y="82910"/>
                            <a:pt x="373380" y="82053"/>
                            <a:pt x="373571" y="81100"/>
                          </a:cubicBezTo>
                          <a:cubicBezTo>
                            <a:pt x="373666" y="80719"/>
                            <a:pt x="373761" y="80338"/>
                            <a:pt x="373761" y="79957"/>
                          </a:cubicBezTo>
                          <a:cubicBezTo>
                            <a:pt x="373856" y="79671"/>
                            <a:pt x="373856" y="79290"/>
                            <a:pt x="373952" y="79005"/>
                          </a:cubicBezTo>
                          <a:cubicBezTo>
                            <a:pt x="373952" y="78909"/>
                            <a:pt x="374047" y="78719"/>
                            <a:pt x="374047" y="78624"/>
                          </a:cubicBezTo>
                          <a:lnTo>
                            <a:pt x="374047" y="78624"/>
                          </a:lnTo>
                          <a:lnTo>
                            <a:pt x="374047" y="78624"/>
                          </a:lnTo>
                          <a:cubicBezTo>
                            <a:pt x="374142" y="78338"/>
                            <a:pt x="374142" y="78052"/>
                            <a:pt x="374237" y="77766"/>
                          </a:cubicBezTo>
                          <a:cubicBezTo>
                            <a:pt x="374428" y="76909"/>
                            <a:pt x="374523" y="76052"/>
                            <a:pt x="374618" y="75290"/>
                          </a:cubicBezTo>
                          <a:cubicBezTo>
                            <a:pt x="374809" y="74147"/>
                            <a:pt x="374904" y="73004"/>
                            <a:pt x="374999" y="71861"/>
                          </a:cubicBezTo>
                          <a:cubicBezTo>
                            <a:pt x="375095" y="71099"/>
                            <a:pt x="375190" y="70242"/>
                            <a:pt x="375190" y="69480"/>
                          </a:cubicBezTo>
                          <a:cubicBezTo>
                            <a:pt x="375285" y="68241"/>
                            <a:pt x="375285" y="67003"/>
                            <a:pt x="375380" y="65860"/>
                          </a:cubicBezTo>
                          <a:cubicBezTo>
                            <a:pt x="375380" y="65384"/>
                            <a:pt x="375476" y="64812"/>
                            <a:pt x="375476" y="64336"/>
                          </a:cubicBezTo>
                          <a:cubicBezTo>
                            <a:pt x="375476" y="62336"/>
                            <a:pt x="375380" y="60336"/>
                            <a:pt x="375285" y="58431"/>
                          </a:cubicBezTo>
                          <a:cubicBezTo>
                            <a:pt x="373856" y="40905"/>
                            <a:pt x="365855" y="27093"/>
                            <a:pt x="352806" y="17283"/>
                          </a:cubicBezTo>
                          <a:cubicBezTo>
                            <a:pt x="352425" y="16997"/>
                            <a:pt x="352044" y="16711"/>
                            <a:pt x="351663" y="16521"/>
                          </a:cubicBezTo>
                          <a:cubicBezTo>
                            <a:pt x="350996" y="16044"/>
                            <a:pt x="350234" y="15568"/>
                            <a:pt x="349472" y="14997"/>
                          </a:cubicBezTo>
                          <a:cubicBezTo>
                            <a:pt x="348806" y="14520"/>
                            <a:pt x="348044" y="14044"/>
                            <a:pt x="347282" y="13663"/>
                          </a:cubicBezTo>
                          <a:cubicBezTo>
                            <a:pt x="346424" y="13187"/>
                            <a:pt x="345567" y="12711"/>
                            <a:pt x="344710" y="12234"/>
                          </a:cubicBezTo>
                          <a:cubicBezTo>
                            <a:pt x="344234" y="11949"/>
                            <a:pt x="343757" y="11663"/>
                            <a:pt x="343281" y="11472"/>
                          </a:cubicBezTo>
                          <a:cubicBezTo>
                            <a:pt x="341567" y="10615"/>
                            <a:pt x="339852" y="9758"/>
                            <a:pt x="338042" y="8996"/>
                          </a:cubicBezTo>
                          <a:cubicBezTo>
                            <a:pt x="333947" y="7186"/>
                            <a:pt x="329565" y="5757"/>
                            <a:pt x="324898" y="4424"/>
                          </a:cubicBezTo>
                          <a:cubicBezTo>
                            <a:pt x="324136" y="4233"/>
                            <a:pt x="323279" y="4043"/>
                            <a:pt x="322421" y="3757"/>
                          </a:cubicBezTo>
                          <a:cubicBezTo>
                            <a:pt x="321469" y="3567"/>
                            <a:pt x="320612" y="3281"/>
                            <a:pt x="319659" y="3090"/>
                          </a:cubicBezTo>
                          <a:cubicBezTo>
                            <a:pt x="318516" y="2805"/>
                            <a:pt x="317278" y="2614"/>
                            <a:pt x="316135" y="2424"/>
                          </a:cubicBezTo>
                          <a:cubicBezTo>
                            <a:pt x="315373" y="2233"/>
                            <a:pt x="314611" y="2138"/>
                            <a:pt x="313849" y="1947"/>
                          </a:cubicBezTo>
                          <a:cubicBezTo>
                            <a:pt x="309372" y="1185"/>
                            <a:pt x="304800" y="614"/>
                            <a:pt x="299942" y="328"/>
                          </a:cubicBezTo>
                          <a:cubicBezTo>
                            <a:pt x="299657" y="328"/>
                            <a:pt x="299371" y="328"/>
                            <a:pt x="299085" y="328"/>
                          </a:cubicBezTo>
                          <a:cubicBezTo>
                            <a:pt x="297752" y="233"/>
                            <a:pt x="296323" y="138"/>
                            <a:pt x="294894" y="138"/>
                          </a:cubicBezTo>
                          <a:cubicBezTo>
                            <a:pt x="293846" y="138"/>
                            <a:pt x="292799" y="42"/>
                            <a:pt x="291751" y="42"/>
                          </a:cubicBezTo>
                          <a:cubicBezTo>
                            <a:pt x="289751" y="42"/>
                            <a:pt x="287655" y="-53"/>
                            <a:pt x="285560" y="42"/>
                          </a:cubicBezTo>
                          <a:cubicBezTo>
                            <a:pt x="285369" y="42"/>
                            <a:pt x="285179" y="42"/>
                            <a:pt x="284988" y="42"/>
                          </a:cubicBezTo>
                          <a:cubicBezTo>
                            <a:pt x="269558" y="328"/>
                            <a:pt x="252603" y="2424"/>
                            <a:pt x="234696" y="6615"/>
                          </a:cubicBezTo>
                          <a:cubicBezTo>
                            <a:pt x="228695" y="8043"/>
                            <a:pt x="222694" y="9567"/>
                            <a:pt x="216503" y="11472"/>
                          </a:cubicBezTo>
                          <a:cubicBezTo>
                            <a:pt x="215551" y="11758"/>
                            <a:pt x="214694" y="12044"/>
                            <a:pt x="213741" y="12330"/>
                          </a:cubicBezTo>
                          <a:cubicBezTo>
                            <a:pt x="212598" y="12711"/>
                            <a:pt x="211455" y="12996"/>
                            <a:pt x="210312" y="13377"/>
                          </a:cubicBezTo>
                          <a:cubicBezTo>
                            <a:pt x="209741" y="13568"/>
                            <a:pt x="209169" y="13758"/>
                            <a:pt x="208598" y="13949"/>
                          </a:cubicBezTo>
                          <a:cubicBezTo>
                            <a:pt x="207359" y="14330"/>
                            <a:pt x="206121" y="14806"/>
                            <a:pt x="204883" y="15187"/>
                          </a:cubicBezTo>
                          <a:cubicBezTo>
                            <a:pt x="203930" y="15568"/>
                            <a:pt x="202883" y="15854"/>
                            <a:pt x="201930" y="16235"/>
                          </a:cubicBezTo>
                          <a:cubicBezTo>
                            <a:pt x="201168" y="16521"/>
                            <a:pt x="200406" y="16806"/>
                            <a:pt x="199549" y="16997"/>
                          </a:cubicBezTo>
                          <a:cubicBezTo>
                            <a:pt x="198406" y="17378"/>
                            <a:pt x="197358" y="17759"/>
                            <a:pt x="196215" y="18140"/>
                          </a:cubicBezTo>
                          <a:cubicBezTo>
                            <a:pt x="190976" y="20045"/>
                            <a:pt x="185642" y="22140"/>
                            <a:pt x="180308" y="24331"/>
                          </a:cubicBezTo>
                          <a:cubicBezTo>
                            <a:pt x="179642" y="24617"/>
                            <a:pt x="179070" y="24807"/>
                            <a:pt x="178403" y="25093"/>
                          </a:cubicBezTo>
                          <a:cubicBezTo>
                            <a:pt x="177927" y="25284"/>
                            <a:pt x="177451" y="25474"/>
                            <a:pt x="176975" y="25760"/>
                          </a:cubicBezTo>
                          <a:cubicBezTo>
                            <a:pt x="174308" y="26903"/>
                            <a:pt x="171545" y="28046"/>
                            <a:pt x="168878" y="29284"/>
                          </a:cubicBezTo>
                          <a:cubicBezTo>
                            <a:pt x="168878" y="29284"/>
                            <a:pt x="168878" y="29284"/>
                            <a:pt x="168783" y="29284"/>
                          </a:cubicBezTo>
                          <a:cubicBezTo>
                            <a:pt x="168593" y="29379"/>
                            <a:pt x="168497" y="29475"/>
                            <a:pt x="168307" y="29475"/>
                          </a:cubicBezTo>
                          <a:cubicBezTo>
                            <a:pt x="165830" y="30618"/>
                            <a:pt x="163354" y="31761"/>
                            <a:pt x="160973" y="32904"/>
                          </a:cubicBezTo>
                          <a:cubicBezTo>
                            <a:pt x="160687" y="33094"/>
                            <a:pt x="160306" y="33189"/>
                            <a:pt x="160020" y="33380"/>
                          </a:cubicBezTo>
                          <a:cubicBezTo>
                            <a:pt x="159068" y="33856"/>
                            <a:pt x="158210" y="34332"/>
                            <a:pt x="157258" y="34713"/>
                          </a:cubicBezTo>
                          <a:cubicBezTo>
                            <a:pt x="155924" y="35380"/>
                            <a:pt x="154591" y="36047"/>
                            <a:pt x="153257" y="36714"/>
                          </a:cubicBezTo>
                          <a:cubicBezTo>
                            <a:pt x="152591" y="36999"/>
                            <a:pt x="151924" y="37380"/>
                            <a:pt x="151352" y="37666"/>
                          </a:cubicBezTo>
                          <a:cubicBezTo>
                            <a:pt x="150305" y="38238"/>
                            <a:pt x="149257" y="38714"/>
                            <a:pt x="148304" y="39285"/>
                          </a:cubicBezTo>
                          <a:cubicBezTo>
                            <a:pt x="147447" y="39762"/>
                            <a:pt x="146590" y="40143"/>
                            <a:pt x="145733" y="40619"/>
                          </a:cubicBezTo>
                          <a:cubicBezTo>
                            <a:pt x="144685" y="41190"/>
                            <a:pt x="143637" y="41762"/>
                            <a:pt x="142589" y="42333"/>
                          </a:cubicBezTo>
                          <a:cubicBezTo>
                            <a:pt x="141637" y="42810"/>
                            <a:pt x="140684" y="43381"/>
                            <a:pt x="139732" y="43857"/>
                          </a:cubicBezTo>
                          <a:cubicBezTo>
                            <a:pt x="139256" y="44143"/>
                            <a:pt x="138779" y="44334"/>
                            <a:pt x="138398" y="44619"/>
                          </a:cubicBezTo>
                          <a:cubicBezTo>
                            <a:pt x="136684" y="45572"/>
                            <a:pt x="134969" y="46524"/>
                            <a:pt x="133255" y="47572"/>
                          </a:cubicBezTo>
                          <a:cubicBezTo>
                            <a:pt x="132683" y="47858"/>
                            <a:pt x="132112" y="48239"/>
                            <a:pt x="131540" y="48525"/>
                          </a:cubicBezTo>
                          <a:cubicBezTo>
                            <a:pt x="131445" y="48620"/>
                            <a:pt x="131255" y="48715"/>
                            <a:pt x="131159" y="48715"/>
                          </a:cubicBezTo>
                          <a:cubicBezTo>
                            <a:pt x="128778" y="50144"/>
                            <a:pt x="126397" y="51573"/>
                            <a:pt x="124016" y="53001"/>
                          </a:cubicBezTo>
                          <a:cubicBezTo>
                            <a:pt x="123825" y="53097"/>
                            <a:pt x="123634" y="53192"/>
                            <a:pt x="123444" y="53287"/>
                          </a:cubicBezTo>
                          <a:cubicBezTo>
                            <a:pt x="122682" y="53763"/>
                            <a:pt x="121920" y="54240"/>
                            <a:pt x="121158" y="54716"/>
                          </a:cubicBezTo>
                          <a:cubicBezTo>
                            <a:pt x="119729" y="55668"/>
                            <a:pt x="118205" y="56621"/>
                            <a:pt x="116777" y="57478"/>
                          </a:cubicBezTo>
                          <a:cubicBezTo>
                            <a:pt x="116395" y="57764"/>
                            <a:pt x="115919" y="58050"/>
                            <a:pt x="115538" y="58240"/>
                          </a:cubicBezTo>
                          <a:cubicBezTo>
                            <a:pt x="114491" y="58907"/>
                            <a:pt x="113348" y="59669"/>
                            <a:pt x="112300" y="60336"/>
                          </a:cubicBezTo>
                          <a:cubicBezTo>
                            <a:pt x="111252" y="61002"/>
                            <a:pt x="110300" y="61669"/>
                            <a:pt x="109252" y="62336"/>
                          </a:cubicBezTo>
                          <a:cubicBezTo>
                            <a:pt x="108776" y="62717"/>
                            <a:pt x="108204" y="63003"/>
                            <a:pt x="107728" y="63384"/>
                          </a:cubicBezTo>
                          <a:cubicBezTo>
                            <a:pt x="106204" y="64431"/>
                            <a:pt x="104775" y="65384"/>
                            <a:pt x="103346" y="66432"/>
                          </a:cubicBezTo>
                          <a:cubicBezTo>
                            <a:pt x="102489" y="67003"/>
                            <a:pt x="101632" y="67670"/>
                            <a:pt x="100775" y="68241"/>
                          </a:cubicBezTo>
                          <a:cubicBezTo>
                            <a:pt x="100394" y="68527"/>
                            <a:pt x="100013" y="68813"/>
                            <a:pt x="99632" y="69099"/>
                          </a:cubicBezTo>
                          <a:cubicBezTo>
                            <a:pt x="97155" y="70908"/>
                            <a:pt x="94679" y="72718"/>
                            <a:pt x="92297" y="74528"/>
                          </a:cubicBezTo>
                          <a:cubicBezTo>
                            <a:pt x="91821" y="74909"/>
                            <a:pt x="91345" y="75290"/>
                            <a:pt x="90869" y="75576"/>
                          </a:cubicBezTo>
                          <a:cubicBezTo>
                            <a:pt x="90773" y="75671"/>
                            <a:pt x="90678" y="75671"/>
                            <a:pt x="90583" y="75766"/>
                          </a:cubicBezTo>
                          <a:cubicBezTo>
                            <a:pt x="87344" y="78243"/>
                            <a:pt x="84201" y="80719"/>
                            <a:pt x="81153" y="83291"/>
                          </a:cubicBezTo>
                          <a:cubicBezTo>
                            <a:pt x="80296" y="83958"/>
                            <a:pt x="79534" y="84624"/>
                            <a:pt x="78677" y="85291"/>
                          </a:cubicBezTo>
                          <a:cubicBezTo>
                            <a:pt x="77534" y="86244"/>
                            <a:pt x="76295" y="87291"/>
                            <a:pt x="75152" y="88244"/>
                          </a:cubicBezTo>
                          <a:cubicBezTo>
                            <a:pt x="73914" y="89292"/>
                            <a:pt x="72771" y="90339"/>
                            <a:pt x="71628" y="91387"/>
                          </a:cubicBezTo>
                          <a:cubicBezTo>
                            <a:pt x="71152" y="91863"/>
                            <a:pt x="70580" y="92244"/>
                            <a:pt x="70104" y="92721"/>
                          </a:cubicBezTo>
                          <a:cubicBezTo>
                            <a:pt x="69437" y="93292"/>
                            <a:pt x="68771" y="93864"/>
                            <a:pt x="68199" y="94435"/>
                          </a:cubicBezTo>
                          <a:cubicBezTo>
                            <a:pt x="68104" y="94530"/>
                            <a:pt x="68104" y="94530"/>
                            <a:pt x="68009" y="94626"/>
                          </a:cubicBezTo>
                          <a:cubicBezTo>
                            <a:pt x="67913" y="94721"/>
                            <a:pt x="67818" y="94721"/>
                            <a:pt x="67818" y="94816"/>
                          </a:cubicBezTo>
                          <a:cubicBezTo>
                            <a:pt x="67342" y="95197"/>
                            <a:pt x="66961" y="95578"/>
                            <a:pt x="66580" y="95959"/>
                          </a:cubicBezTo>
                          <a:cubicBezTo>
                            <a:pt x="64579" y="97769"/>
                            <a:pt x="62675" y="99579"/>
                            <a:pt x="60770" y="101484"/>
                          </a:cubicBezTo>
                          <a:cubicBezTo>
                            <a:pt x="59912" y="102341"/>
                            <a:pt x="59150" y="103103"/>
                            <a:pt x="58293" y="103960"/>
                          </a:cubicBezTo>
                          <a:cubicBezTo>
                            <a:pt x="57150" y="105103"/>
                            <a:pt x="56007" y="106246"/>
                            <a:pt x="54864" y="107294"/>
                          </a:cubicBezTo>
                          <a:cubicBezTo>
                            <a:pt x="54483" y="107675"/>
                            <a:pt x="54197" y="108056"/>
                            <a:pt x="53816" y="108342"/>
                          </a:cubicBezTo>
                          <a:cubicBezTo>
                            <a:pt x="52959" y="109294"/>
                            <a:pt x="52007" y="110151"/>
                            <a:pt x="51149" y="111104"/>
                          </a:cubicBezTo>
                          <a:cubicBezTo>
                            <a:pt x="49816" y="112533"/>
                            <a:pt x="48482" y="113961"/>
                            <a:pt x="47149" y="115295"/>
                          </a:cubicBezTo>
                          <a:cubicBezTo>
                            <a:pt x="46291" y="116247"/>
                            <a:pt x="45434" y="117200"/>
                            <a:pt x="44577" y="118152"/>
                          </a:cubicBezTo>
                          <a:cubicBezTo>
                            <a:pt x="43339" y="119581"/>
                            <a:pt x="42101" y="120915"/>
                            <a:pt x="40958" y="122343"/>
                          </a:cubicBezTo>
                          <a:cubicBezTo>
                            <a:pt x="40481" y="122915"/>
                            <a:pt x="40005" y="123486"/>
                            <a:pt x="39529" y="123963"/>
                          </a:cubicBezTo>
                          <a:cubicBezTo>
                            <a:pt x="39148" y="124344"/>
                            <a:pt x="38862" y="124820"/>
                            <a:pt x="38481" y="125201"/>
                          </a:cubicBezTo>
                          <a:cubicBezTo>
                            <a:pt x="38005" y="125772"/>
                            <a:pt x="37529" y="126249"/>
                            <a:pt x="37148" y="126820"/>
                          </a:cubicBezTo>
                          <a:cubicBezTo>
                            <a:pt x="35147" y="129297"/>
                            <a:pt x="33242" y="131773"/>
                            <a:pt x="31337" y="134154"/>
                          </a:cubicBezTo>
                          <a:cubicBezTo>
                            <a:pt x="30575" y="135393"/>
                            <a:pt x="29718" y="136536"/>
                            <a:pt x="28956" y="137679"/>
                          </a:cubicBezTo>
                          <a:close/>
                          <a:moveTo>
                            <a:pt x="215646" y="20807"/>
                          </a:moveTo>
                          <a:cubicBezTo>
                            <a:pt x="215932" y="20712"/>
                            <a:pt x="216218" y="20616"/>
                            <a:pt x="216599" y="20521"/>
                          </a:cubicBezTo>
                          <a:cubicBezTo>
                            <a:pt x="217646" y="20235"/>
                            <a:pt x="218694" y="19950"/>
                            <a:pt x="219742" y="19664"/>
                          </a:cubicBezTo>
                          <a:cubicBezTo>
                            <a:pt x="221075" y="19283"/>
                            <a:pt x="222409" y="18902"/>
                            <a:pt x="223647" y="18616"/>
                          </a:cubicBezTo>
                          <a:cubicBezTo>
                            <a:pt x="224028" y="18521"/>
                            <a:pt x="224314" y="18426"/>
                            <a:pt x="224695" y="18330"/>
                          </a:cubicBezTo>
                          <a:cubicBezTo>
                            <a:pt x="225647" y="18045"/>
                            <a:pt x="226695" y="17854"/>
                            <a:pt x="227648" y="17568"/>
                          </a:cubicBezTo>
                          <a:cubicBezTo>
                            <a:pt x="229076" y="17187"/>
                            <a:pt x="230600" y="16806"/>
                            <a:pt x="232029" y="16521"/>
                          </a:cubicBezTo>
                          <a:cubicBezTo>
                            <a:pt x="232029" y="16521"/>
                            <a:pt x="232029" y="16521"/>
                            <a:pt x="232029" y="16521"/>
                          </a:cubicBezTo>
                          <a:cubicBezTo>
                            <a:pt x="236506" y="15473"/>
                            <a:pt x="240887" y="14616"/>
                            <a:pt x="245269" y="13854"/>
                          </a:cubicBezTo>
                          <a:cubicBezTo>
                            <a:pt x="246983" y="13568"/>
                            <a:pt x="248603" y="13282"/>
                            <a:pt x="250317" y="13092"/>
                          </a:cubicBezTo>
                          <a:cubicBezTo>
                            <a:pt x="250984" y="12996"/>
                            <a:pt x="251555" y="12901"/>
                            <a:pt x="252222" y="12806"/>
                          </a:cubicBezTo>
                          <a:cubicBezTo>
                            <a:pt x="252508" y="12806"/>
                            <a:pt x="252889" y="12711"/>
                            <a:pt x="253175" y="12711"/>
                          </a:cubicBezTo>
                          <a:cubicBezTo>
                            <a:pt x="256604" y="12234"/>
                            <a:pt x="260033" y="11853"/>
                            <a:pt x="263462" y="11568"/>
                          </a:cubicBezTo>
                          <a:cubicBezTo>
                            <a:pt x="263557" y="11568"/>
                            <a:pt x="263652" y="11568"/>
                            <a:pt x="263747" y="11568"/>
                          </a:cubicBezTo>
                          <a:cubicBezTo>
                            <a:pt x="265081" y="11472"/>
                            <a:pt x="266414" y="11377"/>
                            <a:pt x="267748" y="11282"/>
                          </a:cubicBezTo>
                          <a:cubicBezTo>
                            <a:pt x="268700" y="11187"/>
                            <a:pt x="269653" y="11187"/>
                            <a:pt x="270701" y="11091"/>
                          </a:cubicBezTo>
                          <a:cubicBezTo>
                            <a:pt x="272891" y="10996"/>
                            <a:pt x="275082" y="10901"/>
                            <a:pt x="277178" y="10901"/>
                          </a:cubicBezTo>
                          <a:cubicBezTo>
                            <a:pt x="277178" y="10901"/>
                            <a:pt x="277178" y="10901"/>
                            <a:pt x="277178" y="10901"/>
                          </a:cubicBezTo>
                          <a:cubicBezTo>
                            <a:pt x="277273" y="10901"/>
                            <a:pt x="277463" y="10901"/>
                            <a:pt x="277559" y="10901"/>
                          </a:cubicBezTo>
                          <a:cubicBezTo>
                            <a:pt x="279368" y="10901"/>
                            <a:pt x="281178" y="10901"/>
                            <a:pt x="282893" y="10901"/>
                          </a:cubicBezTo>
                          <a:cubicBezTo>
                            <a:pt x="283274" y="10901"/>
                            <a:pt x="283750" y="10901"/>
                            <a:pt x="284131" y="10901"/>
                          </a:cubicBezTo>
                          <a:cubicBezTo>
                            <a:pt x="284893" y="10901"/>
                            <a:pt x="285560" y="10996"/>
                            <a:pt x="286226" y="10996"/>
                          </a:cubicBezTo>
                          <a:cubicBezTo>
                            <a:pt x="287655" y="11091"/>
                            <a:pt x="289179" y="11091"/>
                            <a:pt x="290608" y="11187"/>
                          </a:cubicBezTo>
                          <a:cubicBezTo>
                            <a:pt x="290894" y="11187"/>
                            <a:pt x="291275" y="11282"/>
                            <a:pt x="291560" y="11282"/>
                          </a:cubicBezTo>
                          <a:cubicBezTo>
                            <a:pt x="292132" y="11282"/>
                            <a:pt x="292608" y="11377"/>
                            <a:pt x="293180" y="11472"/>
                          </a:cubicBezTo>
                          <a:cubicBezTo>
                            <a:pt x="294513" y="11568"/>
                            <a:pt x="295751" y="11663"/>
                            <a:pt x="296990" y="11853"/>
                          </a:cubicBezTo>
                          <a:cubicBezTo>
                            <a:pt x="297847" y="11949"/>
                            <a:pt x="298799" y="12139"/>
                            <a:pt x="299657" y="12234"/>
                          </a:cubicBezTo>
                          <a:cubicBezTo>
                            <a:pt x="300800" y="12425"/>
                            <a:pt x="302038" y="12520"/>
                            <a:pt x="303181" y="12711"/>
                          </a:cubicBezTo>
                          <a:cubicBezTo>
                            <a:pt x="304038" y="12901"/>
                            <a:pt x="304895" y="12996"/>
                            <a:pt x="305848" y="13187"/>
                          </a:cubicBezTo>
                          <a:cubicBezTo>
                            <a:pt x="306991" y="13377"/>
                            <a:pt x="308038" y="13568"/>
                            <a:pt x="309086" y="13854"/>
                          </a:cubicBezTo>
                          <a:cubicBezTo>
                            <a:pt x="309944" y="14044"/>
                            <a:pt x="310801" y="14235"/>
                            <a:pt x="311658" y="14520"/>
                          </a:cubicBezTo>
                          <a:cubicBezTo>
                            <a:pt x="312706" y="14806"/>
                            <a:pt x="313754" y="14997"/>
                            <a:pt x="314706" y="15282"/>
                          </a:cubicBezTo>
                          <a:cubicBezTo>
                            <a:pt x="315563" y="15568"/>
                            <a:pt x="316325" y="15759"/>
                            <a:pt x="317183" y="16044"/>
                          </a:cubicBezTo>
                          <a:cubicBezTo>
                            <a:pt x="318135" y="16330"/>
                            <a:pt x="319088" y="16616"/>
                            <a:pt x="320040" y="16997"/>
                          </a:cubicBezTo>
                          <a:cubicBezTo>
                            <a:pt x="320802" y="17283"/>
                            <a:pt x="321659" y="17568"/>
                            <a:pt x="322421" y="17854"/>
                          </a:cubicBezTo>
                          <a:cubicBezTo>
                            <a:pt x="323374" y="18235"/>
                            <a:pt x="324231" y="18521"/>
                            <a:pt x="325088" y="18902"/>
                          </a:cubicBezTo>
                          <a:cubicBezTo>
                            <a:pt x="325850" y="19188"/>
                            <a:pt x="326612" y="19569"/>
                            <a:pt x="327374" y="19950"/>
                          </a:cubicBezTo>
                          <a:cubicBezTo>
                            <a:pt x="328232" y="20331"/>
                            <a:pt x="329089" y="20712"/>
                            <a:pt x="329946" y="21188"/>
                          </a:cubicBezTo>
                          <a:cubicBezTo>
                            <a:pt x="330708" y="21569"/>
                            <a:pt x="331375" y="21950"/>
                            <a:pt x="332042" y="22331"/>
                          </a:cubicBezTo>
                          <a:cubicBezTo>
                            <a:pt x="332804" y="22807"/>
                            <a:pt x="333661" y="23188"/>
                            <a:pt x="334423" y="23664"/>
                          </a:cubicBezTo>
                          <a:cubicBezTo>
                            <a:pt x="335090" y="24045"/>
                            <a:pt x="335756" y="24522"/>
                            <a:pt x="336423" y="24903"/>
                          </a:cubicBezTo>
                          <a:cubicBezTo>
                            <a:pt x="337185" y="25379"/>
                            <a:pt x="337852" y="25855"/>
                            <a:pt x="338614" y="26427"/>
                          </a:cubicBezTo>
                          <a:cubicBezTo>
                            <a:pt x="339281" y="26903"/>
                            <a:pt x="339852" y="27379"/>
                            <a:pt x="340424" y="27855"/>
                          </a:cubicBezTo>
                          <a:cubicBezTo>
                            <a:pt x="341090" y="28427"/>
                            <a:pt x="341757" y="28903"/>
                            <a:pt x="342424" y="29475"/>
                          </a:cubicBezTo>
                          <a:cubicBezTo>
                            <a:pt x="342995" y="29951"/>
                            <a:pt x="343567" y="30427"/>
                            <a:pt x="344138" y="30999"/>
                          </a:cubicBezTo>
                          <a:cubicBezTo>
                            <a:pt x="344710" y="31570"/>
                            <a:pt x="345377" y="32142"/>
                            <a:pt x="345948" y="32808"/>
                          </a:cubicBezTo>
                          <a:cubicBezTo>
                            <a:pt x="346424" y="33380"/>
                            <a:pt x="346996" y="33856"/>
                            <a:pt x="347472" y="34428"/>
                          </a:cubicBezTo>
                          <a:cubicBezTo>
                            <a:pt x="348044" y="35094"/>
                            <a:pt x="348520" y="35666"/>
                            <a:pt x="349091" y="36333"/>
                          </a:cubicBezTo>
                          <a:cubicBezTo>
                            <a:pt x="349568" y="36904"/>
                            <a:pt x="350044" y="37476"/>
                            <a:pt x="350425" y="38047"/>
                          </a:cubicBezTo>
                          <a:cubicBezTo>
                            <a:pt x="350901" y="38714"/>
                            <a:pt x="351377" y="39381"/>
                            <a:pt x="351854" y="40143"/>
                          </a:cubicBezTo>
                          <a:cubicBezTo>
                            <a:pt x="352235" y="40714"/>
                            <a:pt x="352616" y="41381"/>
                            <a:pt x="352997" y="42048"/>
                          </a:cubicBezTo>
                          <a:cubicBezTo>
                            <a:pt x="353473" y="42810"/>
                            <a:pt x="353854" y="43572"/>
                            <a:pt x="354235" y="44334"/>
                          </a:cubicBezTo>
                          <a:cubicBezTo>
                            <a:pt x="354616" y="45000"/>
                            <a:pt x="354902" y="45667"/>
                            <a:pt x="355283" y="46334"/>
                          </a:cubicBezTo>
                          <a:cubicBezTo>
                            <a:pt x="355663" y="47096"/>
                            <a:pt x="356045" y="47953"/>
                            <a:pt x="356330" y="48810"/>
                          </a:cubicBezTo>
                          <a:cubicBezTo>
                            <a:pt x="356616" y="49382"/>
                            <a:pt x="356807" y="50049"/>
                            <a:pt x="357092" y="50715"/>
                          </a:cubicBezTo>
                          <a:cubicBezTo>
                            <a:pt x="357473" y="51763"/>
                            <a:pt x="357854" y="52811"/>
                            <a:pt x="358140" y="53954"/>
                          </a:cubicBezTo>
                          <a:cubicBezTo>
                            <a:pt x="358235" y="54430"/>
                            <a:pt x="358426" y="54811"/>
                            <a:pt x="358521" y="55287"/>
                          </a:cubicBezTo>
                          <a:cubicBezTo>
                            <a:pt x="358902" y="56621"/>
                            <a:pt x="359188" y="57954"/>
                            <a:pt x="359378" y="59383"/>
                          </a:cubicBezTo>
                          <a:cubicBezTo>
                            <a:pt x="359378" y="59574"/>
                            <a:pt x="359474" y="59764"/>
                            <a:pt x="359474" y="60050"/>
                          </a:cubicBezTo>
                          <a:cubicBezTo>
                            <a:pt x="359759" y="61669"/>
                            <a:pt x="359950" y="63384"/>
                            <a:pt x="360140" y="65098"/>
                          </a:cubicBezTo>
                          <a:cubicBezTo>
                            <a:pt x="360140" y="65098"/>
                            <a:pt x="360140" y="65098"/>
                            <a:pt x="360140" y="65098"/>
                          </a:cubicBezTo>
                          <a:cubicBezTo>
                            <a:pt x="360140" y="65098"/>
                            <a:pt x="360140" y="65098"/>
                            <a:pt x="360140" y="65098"/>
                          </a:cubicBezTo>
                          <a:cubicBezTo>
                            <a:pt x="360236" y="65765"/>
                            <a:pt x="360236" y="66527"/>
                            <a:pt x="360236" y="67194"/>
                          </a:cubicBezTo>
                          <a:cubicBezTo>
                            <a:pt x="360236" y="68146"/>
                            <a:pt x="360331" y="69003"/>
                            <a:pt x="360331" y="69956"/>
                          </a:cubicBezTo>
                          <a:cubicBezTo>
                            <a:pt x="360331" y="70623"/>
                            <a:pt x="360331" y="71194"/>
                            <a:pt x="360331" y="71861"/>
                          </a:cubicBezTo>
                          <a:cubicBezTo>
                            <a:pt x="360331" y="73004"/>
                            <a:pt x="360236" y="74052"/>
                            <a:pt x="360236" y="75195"/>
                          </a:cubicBezTo>
                          <a:cubicBezTo>
                            <a:pt x="360140" y="75957"/>
                            <a:pt x="360140" y="76623"/>
                            <a:pt x="360045" y="77385"/>
                          </a:cubicBezTo>
                          <a:cubicBezTo>
                            <a:pt x="359950" y="78433"/>
                            <a:pt x="359855" y="79481"/>
                            <a:pt x="359664" y="80529"/>
                          </a:cubicBezTo>
                          <a:cubicBezTo>
                            <a:pt x="359569" y="81291"/>
                            <a:pt x="359474" y="82053"/>
                            <a:pt x="359283" y="82910"/>
                          </a:cubicBezTo>
                          <a:cubicBezTo>
                            <a:pt x="359093" y="83958"/>
                            <a:pt x="358902" y="85005"/>
                            <a:pt x="358712" y="86053"/>
                          </a:cubicBezTo>
                          <a:cubicBezTo>
                            <a:pt x="358521" y="86910"/>
                            <a:pt x="358331" y="87768"/>
                            <a:pt x="358140" y="88625"/>
                          </a:cubicBezTo>
                          <a:cubicBezTo>
                            <a:pt x="357854" y="89577"/>
                            <a:pt x="357664" y="90625"/>
                            <a:pt x="357378" y="91578"/>
                          </a:cubicBezTo>
                          <a:cubicBezTo>
                            <a:pt x="357092" y="92530"/>
                            <a:pt x="356807" y="93483"/>
                            <a:pt x="356521" y="94435"/>
                          </a:cubicBezTo>
                          <a:cubicBezTo>
                            <a:pt x="356235" y="95388"/>
                            <a:pt x="355949" y="96340"/>
                            <a:pt x="355568" y="97293"/>
                          </a:cubicBezTo>
                          <a:cubicBezTo>
                            <a:pt x="355187" y="98340"/>
                            <a:pt x="354902" y="99388"/>
                            <a:pt x="354425" y="100436"/>
                          </a:cubicBezTo>
                          <a:cubicBezTo>
                            <a:pt x="354140" y="101293"/>
                            <a:pt x="353759" y="102246"/>
                            <a:pt x="353378" y="103103"/>
                          </a:cubicBezTo>
                          <a:cubicBezTo>
                            <a:pt x="352806" y="104436"/>
                            <a:pt x="352330" y="105770"/>
                            <a:pt x="351663" y="107103"/>
                          </a:cubicBezTo>
                          <a:cubicBezTo>
                            <a:pt x="351282" y="107961"/>
                            <a:pt x="350901" y="108723"/>
                            <a:pt x="350520" y="109580"/>
                          </a:cubicBezTo>
                          <a:cubicBezTo>
                            <a:pt x="349663" y="111390"/>
                            <a:pt x="348806" y="113104"/>
                            <a:pt x="347948" y="114914"/>
                          </a:cubicBezTo>
                          <a:cubicBezTo>
                            <a:pt x="347663" y="115485"/>
                            <a:pt x="347377" y="116057"/>
                            <a:pt x="347091" y="116628"/>
                          </a:cubicBezTo>
                          <a:cubicBezTo>
                            <a:pt x="345662" y="119200"/>
                            <a:pt x="344234" y="121867"/>
                            <a:pt x="342614" y="124439"/>
                          </a:cubicBezTo>
                          <a:cubicBezTo>
                            <a:pt x="341948" y="125487"/>
                            <a:pt x="341281" y="126534"/>
                            <a:pt x="340614" y="127677"/>
                          </a:cubicBezTo>
                          <a:cubicBezTo>
                            <a:pt x="340138" y="128439"/>
                            <a:pt x="339662" y="129201"/>
                            <a:pt x="339090" y="129963"/>
                          </a:cubicBezTo>
                          <a:cubicBezTo>
                            <a:pt x="338233" y="131202"/>
                            <a:pt x="337376" y="132535"/>
                            <a:pt x="336518" y="133773"/>
                          </a:cubicBezTo>
                          <a:cubicBezTo>
                            <a:pt x="336042" y="134440"/>
                            <a:pt x="335566" y="135107"/>
                            <a:pt x="335090" y="135774"/>
                          </a:cubicBezTo>
                          <a:cubicBezTo>
                            <a:pt x="334613" y="136440"/>
                            <a:pt x="334137" y="137012"/>
                            <a:pt x="333661" y="137679"/>
                          </a:cubicBezTo>
                          <a:cubicBezTo>
                            <a:pt x="332518" y="139298"/>
                            <a:pt x="331375" y="140822"/>
                            <a:pt x="330137" y="142441"/>
                          </a:cubicBezTo>
                          <a:cubicBezTo>
                            <a:pt x="329470" y="143298"/>
                            <a:pt x="328898" y="144060"/>
                            <a:pt x="328232" y="144918"/>
                          </a:cubicBezTo>
                          <a:cubicBezTo>
                            <a:pt x="327088" y="146346"/>
                            <a:pt x="325946" y="147680"/>
                            <a:pt x="324803" y="149109"/>
                          </a:cubicBezTo>
                          <a:cubicBezTo>
                            <a:pt x="324041" y="149966"/>
                            <a:pt x="323374" y="150823"/>
                            <a:pt x="322612" y="151776"/>
                          </a:cubicBezTo>
                          <a:cubicBezTo>
                            <a:pt x="321469" y="153109"/>
                            <a:pt x="320326" y="154347"/>
                            <a:pt x="319183" y="155681"/>
                          </a:cubicBezTo>
                          <a:cubicBezTo>
                            <a:pt x="318421" y="156538"/>
                            <a:pt x="317659" y="157395"/>
                            <a:pt x="316802" y="158348"/>
                          </a:cubicBezTo>
                          <a:cubicBezTo>
                            <a:pt x="315563" y="159681"/>
                            <a:pt x="314325" y="161015"/>
                            <a:pt x="313087" y="162253"/>
                          </a:cubicBezTo>
                          <a:cubicBezTo>
                            <a:pt x="312325" y="163110"/>
                            <a:pt x="311468" y="163872"/>
                            <a:pt x="310706" y="164730"/>
                          </a:cubicBezTo>
                          <a:cubicBezTo>
                            <a:pt x="309372" y="166158"/>
                            <a:pt x="307943" y="167492"/>
                            <a:pt x="306515" y="168921"/>
                          </a:cubicBezTo>
                          <a:cubicBezTo>
                            <a:pt x="305753" y="169683"/>
                            <a:pt x="305086" y="170349"/>
                            <a:pt x="304324" y="171111"/>
                          </a:cubicBezTo>
                          <a:cubicBezTo>
                            <a:pt x="302514" y="172921"/>
                            <a:pt x="300609" y="174636"/>
                            <a:pt x="298609" y="176445"/>
                          </a:cubicBezTo>
                          <a:cubicBezTo>
                            <a:pt x="298228" y="176731"/>
                            <a:pt x="297942" y="177112"/>
                            <a:pt x="297561" y="177398"/>
                          </a:cubicBezTo>
                          <a:cubicBezTo>
                            <a:pt x="297466" y="177398"/>
                            <a:pt x="297466" y="177493"/>
                            <a:pt x="297371" y="177493"/>
                          </a:cubicBezTo>
                          <a:cubicBezTo>
                            <a:pt x="296323" y="178446"/>
                            <a:pt x="295275" y="179303"/>
                            <a:pt x="294227" y="180255"/>
                          </a:cubicBezTo>
                          <a:cubicBezTo>
                            <a:pt x="292132" y="182160"/>
                            <a:pt x="289941" y="183970"/>
                            <a:pt x="287655" y="185875"/>
                          </a:cubicBezTo>
                          <a:cubicBezTo>
                            <a:pt x="286893" y="186542"/>
                            <a:pt x="286131" y="187113"/>
                            <a:pt x="285464" y="187780"/>
                          </a:cubicBezTo>
                          <a:cubicBezTo>
                            <a:pt x="282607" y="190066"/>
                            <a:pt x="279749" y="192447"/>
                            <a:pt x="276797" y="194733"/>
                          </a:cubicBezTo>
                          <a:cubicBezTo>
                            <a:pt x="276320" y="195114"/>
                            <a:pt x="275749" y="195495"/>
                            <a:pt x="275273" y="195876"/>
                          </a:cubicBezTo>
                          <a:cubicBezTo>
                            <a:pt x="272987" y="197591"/>
                            <a:pt x="270796" y="199305"/>
                            <a:pt x="268415" y="200925"/>
                          </a:cubicBezTo>
                          <a:cubicBezTo>
                            <a:pt x="267272" y="201782"/>
                            <a:pt x="266129" y="202544"/>
                            <a:pt x="264986" y="203306"/>
                          </a:cubicBezTo>
                          <a:cubicBezTo>
                            <a:pt x="263652" y="204258"/>
                            <a:pt x="262319" y="205211"/>
                            <a:pt x="260890" y="206163"/>
                          </a:cubicBezTo>
                          <a:cubicBezTo>
                            <a:pt x="259556" y="207116"/>
                            <a:pt x="258128" y="208068"/>
                            <a:pt x="256699" y="208926"/>
                          </a:cubicBezTo>
                          <a:cubicBezTo>
                            <a:pt x="255651" y="209592"/>
                            <a:pt x="254699" y="210259"/>
                            <a:pt x="253651" y="210926"/>
                          </a:cubicBezTo>
                          <a:cubicBezTo>
                            <a:pt x="251936" y="212069"/>
                            <a:pt x="250222" y="213117"/>
                            <a:pt x="248507" y="214164"/>
                          </a:cubicBezTo>
                          <a:cubicBezTo>
                            <a:pt x="247745" y="214641"/>
                            <a:pt x="247079" y="215117"/>
                            <a:pt x="246317" y="215498"/>
                          </a:cubicBezTo>
                          <a:cubicBezTo>
                            <a:pt x="243840" y="217022"/>
                            <a:pt x="241459" y="218451"/>
                            <a:pt x="238887" y="219975"/>
                          </a:cubicBezTo>
                          <a:cubicBezTo>
                            <a:pt x="238316" y="220260"/>
                            <a:pt x="237839" y="220546"/>
                            <a:pt x="237268" y="220927"/>
                          </a:cubicBezTo>
                          <a:cubicBezTo>
                            <a:pt x="235268" y="222070"/>
                            <a:pt x="233267" y="223213"/>
                            <a:pt x="231267" y="224356"/>
                          </a:cubicBezTo>
                          <a:cubicBezTo>
                            <a:pt x="230410" y="224832"/>
                            <a:pt x="229553" y="225309"/>
                            <a:pt x="228600" y="225785"/>
                          </a:cubicBezTo>
                          <a:cubicBezTo>
                            <a:pt x="226886" y="226737"/>
                            <a:pt x="225171" y="227595"/>
                            <a:pt x="223457" y="228547"/>
                          </a:cubicBezTo>
                          <a:cubicBezTo>
                            <a:pt x="222504" y="229023"/>
                            <a:pt x="221552" y="229500"/>
                            <a:pt x="220599" y="229976"/>
                          </a:cubicBezTo>
                          <a:cubicBezTo>
                            <a:pt x="218789" y="230928"/>
                            <a:pt x="216980" y="231786"/>
                            <a:pt x="215170" y="232738"/>
                          </a:cubicBezTo>
                          <a:cubicBezTo>
                            <a:pt x="214313" y="233119"/>
                            <a:pt x="213455" y="233595"/>
                            <a:pt x="212598" y="233976"/>
                          </a:cubicBezTo>
                          <a:cubicBezTo>
                            <a:pt x="210122" y="235215"/>
                            <a:pt x="207550" y="236358"/>
                            <a:pt x="205073" y="237501"/>
                          </a:cubicBezTo>
                          <a:cubicBezTo>
                            <a:pt x="204883" y="237596"/>
                            <a:pt x="204692" y="237691"/>
                            <a:pt x="204502" y="237786"/>
                          </a:cubicBezTo>
                          <a:cubicBezTo>
                            <a:pt x="201549" y="239120"/>
                            <a:pt x="198692" y="240358"/>
                            <a:pt x="195739" y="241596"/>
                          </a:cubicBezTo>
                          <a:cubicBezTo>
                            <a:pt x="195739" y="241596"/>
                            <a:pt x="195739" y="241596"/>
                            <a:pt x="195739" y="241596"/>
                          </a:cubicBezTo>
                          <a:cubicBezTo>
                            <a:pt x="195739" y="241596"/>
                            <a:pt x="195739" y="241596"/>
                            <a:pt x="195739" y="241596"/>
                          </a:cubicBezTo>
                          <a:cubicBezTo>
                            <a:pt x="192977" y="242739"/>
                            <a:pt x="190214" y="243882"/>
                            <a:pt x="187452" y="244930"/>
                          </a:cubicBezTo>
                          <a:cubicBezTo>
                            <a:pt x="186595" y="245311"/>
                            <a:pt x="185738" y="245597"/>
                            <a:pt x="184880" y="245883"/>
                          </a:cubicBezTo>
                          <a:cubicBezTo>
                            <a:pt x="182975" y="246645"/>
                            <a:pt x="181070" y="247311"/>
                            <a:pt x="179261" y="247978"/>
                          </a:cubicBezTo>
                          <a:cubicBezTo>
                            <a:pt x="178308" y="248359"/>
                            <a:pt x="177356" y="248645"/>
                            <a:pt x="176403" y="249026"/>
                          </a:cubicBezTo>
                          <a:cubicBezTo>
                            <a:pt x="174593" y="249693"/>
                            <a:pt x="172784" y="250264"/>
                            <a:pt x="171069" y="250836"/>
                          </a:cubicBezTo>
                          <a:cubicBezTo>
                            <a:pt x="170117" y="251121"/>
                            <a:pt x="169069" y="251502"/>
                            <a:pt x="168116" y="251788"/>
                          </a:cubicBezTo>
                          <a:cubicBezTo>
                            <a:pt x="166307" y="252360"/>
                            <a:pt x="164592" y="252931"/>
                            <a:pt x="162878" y="253407"/>
                          </a:cubicBezTo>
                          <a:cubicBezTo>
                            <a:pt x="161830" y="253693"/>
                            <a:pt x="160877" y="253979"/>
                            <a:pt x="159830" y="254360"/>
                          </a:cubicBezTo>
                          <a:cubicBezTo>
                            <a:pt x="158020" y="254931"/>
                            <a:pt x="156210" y="255408"/>
                            <a:pt x="154400" y="255884"/>
                          </a:cubicBezTo>
                          <a:cubicBezTo>
                            <a:pt x="153543" y="256074"/>
                            <a:pt x="152686" y="256360"/>
                            <a:pt x="151924" y="256551"/>
                          </a:cubicBezTo>
                          <a:cubicBezTo>
                            <a:pt x="149352" y="257217"/>
                            <a:pt x="146780" y="257884"/>
                            <a:pt x="144209" y="258456"/>
                          </a:cubicBezTo>
                          <a:cubicBezTo>
                            <a:pt x="143923" y="258551"/>
                            <a:pt x="143732" y="258551"/>
                            <a:pt x="143542" y="258646"/>
                          </a:cubicBezTo>
                          <a:cubicBezTo>
                            <a:pt x="141256" y="259218"/>
                            <a:pt x="138875" y="259694"/>
                            <a:pt x="136589" y="260170"/>
                          </a:cubicBezTo>
                          <a:cubicBezTo>
                            <a:pt x="135827" y="260361"/>
                            <a:pt x="134969" y="260456"/>
                            <a:pt x="134207" y="260646"/>
                          </a:cubicBezTo>
                          <a:cubicBezTo>
                            <a:pt x="132493" y="260932"/>
                            <a:pt x="130778" y="261313"/>
                            <a:pt x="129064" y="261599"/>
                          </a:cubicBezTo>
                          <a:cubicBezTo>
                            <a:pt x="128969" y="261599"/>
                            <a:pt x="128873" y="261599"/>
                            <a:pt x="128778" y="261694"/>
                          </a:cubicBezTo>
                          <a:cubicBezTo>
                            <a:pt x="127921" y="261885"/>
                            <a:pt x="127064" y="261980"/>
                            <a:pt x="126206" y="262075"/>
                          </a:cubicBezTo>
                          <a:cubicBezTo>
                            <a:pt x="124682" y="262266"/>
                            <a:pt x="123158" y="262551"/>
                            <a:pt x="121730" y="262742"/>
                          </a:cubicBezTo>
                          <a:cubicBezTo>
                            <a:pt x="120777" y="262837"/>
                            <a:pt x="119825" y="263028"/>
                            <a:pt x="118872" y="263123"/>
                          </a:cubicBezTo>
                          <a:cubicBezTo>
                            <a:pt x="117539" y="263313"/>
                            <a:pt x="116110" y="263409"/>
                            <a:pt x="114776" y="263599"/>
                          </a:cubicBezTo>
                          <a:cubicBezTo>
                            <a:pt x="112776" y="263790"/>
                            <a:pt x="110681" y="263980"/>
                            <a:pt x="108680" y="264171"/>
                          </a:cubicBezTo>
                          <a:cubicBezTo>
                            <a:pt x="108109" y="264171"/>
                            <a:pt x="107442" y="264266"/>
                            <a:pt x="106871" y="264266"/>
                          </a:cubicBezTo>
                          <a:cubicBezTo>
                            <a:pt x="106204" y="264266"/>
                            <a:pt x="105632" y="264361"/>
                            <a:pt x="104966" y="264361"/>
                          </a:cubicBezTo>
                          <a:cubicBezTo>
                            <a:pt x="102584" y="264456"/>
                            <a:pt x="100298" y="264552"/>
                            <a:pt x="97917" y="264647"/>
                          </a:cubicBezTo>
                          <a:cubicBezTo>
                            <a:pt x="97727" y="264647"/>
                            <a:pt x="97536" y="264647"/>
                            <a:pt x="97346" y="264647"/>
                          </a:cubicBezTo>
                          <a:cubicBezTo>
                            <a:pt x="95917" y="264647"/>
                            <a:pt x="94393" y="264647"/>
                            <a:pt x="92964" y="264647"/>
                          </a:cubicBezTo>
                          <a:cubicBezTo>
                            <a:pt x="88678" y="264552"/>
                            <a:pt x="84487" y="264361"/>
                            <a:pt x="80486" y="263980"/>
                          </a:cubicBezTo>
                          <a:cubicBezTo>
                            <a:pt x="79629" y="263885"/>
                            <a:pt x="78867" y="263885"/>
                            <a:pt x="78010" y="263790"/>
                          </a:cubicBezTo>
                          <a:cubicBezTo>
                            <a:pt x="77534" y="263694"/>
                            <a:pt x="77057" y="263694"/>
                            <a:pt x="76581" y="263599"/>
                          </a:cubicBezTo>
                          <a:cubicBezTo>
                            <a:pt x="76105" y="263504"/>
                            <a:pt x="75724" y="263504"/>
                            <a:pt x="75248" y="263409"/>
                          </a:cubicBezTo>
                          <a:cubicBezTo>
                            <a:pt x="72485" y="263028"/>
                            <a:pt x="69914" y="262551"/>
                            <a:pt x="67342" y="262075"/>
                          </a:cubicBezTo>
                          <a:cubicBezTo>
                            <a:pt x="66866" y="261980"/>
                            <a:pt x="66389" y="261885"/>
                            <a:pt x="66008" y="261789"/>
                          </a:cubicBezTo>
                          <a:cubicBezTo>
                            <a:pt x="65723" y="261694"/>
                            <a:pt x="65437" y="261694"/>
                            <a:pt x="65151" y="261599"/>
                          </a:cubicBezTo>
                          <a:cubicBezTo>
                            <a:pt x="64770" y="261504"/>
                            <a:pt x="64294" y="261408"/>
                            <a:pt x="63913" y="261313"/>
                          </a:cubicBezTo>
                          <a:cubicBezTo>
                            <a:pt x="60960" y="260551"/>
                            <a:pt x="58103" y="259789"/>
                            <a:pt x="55340" y="258837"/>
                          </a:cubicBezTo>
                          <a:cubicBezTo>
                            <a:pt x="55150" y="258741"/>
                            <a:pt x="54959" y="258741"/>
                            <a:pt x="54769" y="258646"/>
                          </a:cubicBezTo>
                          <a:cubicBezTo>
                            <a:pt x="54197" y="258456"/>
                            <a:pt x="53626" y="258265"/>
                            <a:pt x="53054" y="257979"/>
                          </a:cubicBezTo>
                          <a:cubicBezTo>
                            <a:pt x="52007" y="257598"/>
                            <a:pt x="50959" y="257122"/>
                            <a:pt x="49911" y="256741"/>
                          </a:cubicBezTo>
                          <a:cubicBezTo>
                            <a:pt x="49530" y="256551"/>
                            <a:pt x="49244" y="256455"/>
                            <a:pt x="48863" y="256265"/>
                          </a:cubicBezTo>
                          <a:cubicBezTo>
                            <a:pt x="29147" y="247502"/>
                            <a:pt x="16764" y="232262"/>
                            <a:pt x="14954" y="210831"/>
                          </a:cubicBezTo>
                          <a:cubicBezTo>
                            <a:pt x="10287" y="153490"/>
                            <a:pt x="83725" y="74433"/>
                            <a:pt x="178975" y="34237"/>
                          </a:cubicBezTo>
                          <a:cubicBezTo>
                            <a:pt x="190881" y="29189"/>
                            <a:pt x="202597" y="24998"/>
                            <a:pt x="213932" y="21664"/>
                          </a:cubicBezTo>
                          <a:cubicBezTo>
                            <a:pt x="214217" y="21569"/>
                            <a:pt x="214503" y="21474"/>
                            <a:pt x="214694" y="21474"/>
                          </a:cubicBezTo>
                          <a:cubicBezTo>
                            <a:pt x="215265" y="20902"/>
                            <a:pt x="215456" y="20902"/>
                            <a:pt x="215646" y="20807"/>
                          </a:cubicBezTo>
                          <a:close/>
                        </a:path>
                      </a:pathLst>
                    </a:custGeom>
                    <a:solidFill>
                      <a:srgbClr val="9652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28" name="Group 128"/>
                  <p:cNvGrpSpPr/>
                  <p:nvPr/>
                </p:nvGrpSpPr>
                <p:grpSpPr>
                  <a:xfrm rot="0">
                    <a:off x="11598218" y="546340"/>
                    <a:ext cx="235007" cy="174455"/>
                    <a:chOff x="6618827" y="2795753"/>
                    <a:chExt cx="497234" cy="369117"/>
                  </a:xfrm>
                </p:grpSpPr>
                <p:sp>
                  <p:nvSpPr>
                    <p:cNvPr id="129" name="AutoShape 129"/>
                    <p:cNvSpPr/>
                    <p:nvPr/>
                  </p:nvSpPr>
                  <p:spPr>
                    <a:xfrm>
                      <a:off x="6686888" y="2823495"/>
                      <a:ext cx="389614" cy="2650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9614" h="265080">
                          <a:moveTo>
                            <a:pt x="380471" y="193358"/>
                          </a:moveTo>
                          <a:cubicBezTo>
                            <a:pt x="380471" y="193358"/>
                            <a:pt x="380471" y="193262"/>
                            <a:pt x="380376" y="193262"/>
                          </a:cubicBezTo>
                          <a:cubicBezTo>
                            <a:pt x="379804" y="192024"/>
                            <a:pt x="379137" y="190786"/>
                            <a:pt x="378471" y="189548"/>
                          </a:cubicBezTo>
                          <a:cubicBezTo>
                            <a:pt x="378280" y="189167"/>
                            <a:pt x="378090" y="188881"/>
                            <a:pt x="377899" y="188500"/>
                          </a:cubicBezTo>
                          <a:cubicBezTo>
                            <a:pt x="377804" y="188309"/>
                            <a:pt x="377709" y="188119"/>
                            <a:pt x="377518" y="187833"/>
                          </a:cubicBezTo>
                          <a:cubicBezTo>
                            <a:pt x="376566" y="186023"/>
                            <a:pt x="375518" y="184213"/>
                            <a:pt x="374375" y="182404"/>
                          </a:cubicBezTo>
                          <a:cubicBezTo>
                            <a:pt x="374280" y="182309"/>
                            <a:pt x="374184" y="182118"/>
                            <a:pt x="374089" y="182023"/>
                          </a:cubicBezTo>
                          <a:cubicBezTo>
                            <a:pt x="373041" y="180308"/>
                            <a:pt x="371994" y="178594"/>
                            <a:pt x="370851" y="176879"/>
                          </a:cubicBezTo>
                          <a:cubicBezTo>
                            <a:pt x="370470" y="176308"/>
                            <a:pt x="369993" y="175641"/>
                            <a:pt x="369612" y="175069"/>
                          </a:cubicBezTo>
                          <a:cubicBezTo>
                            <a:pt x="368755" y="173831"/>
                            <a:pt x="367898" y="172498"/>
                            <a:pt x="366945" y="171260"/>
                          </a:cubicBezTo>
                          <a:cubicBezTo>
                            <a:pt x="366755" y="171069"/>
                            <a:pt x="366564" y="170783"/>
                            <a:pt x="366469" y="170593"/>
                          </a:cubicBezTo>
                          <a:cubicBezTo>
                            <a:pt x="366183" y="170212"/>
                            <a:pt x="365993" y="169831"/>
                            <a:pt x="365707" y="169545"/>
                          </a:cubicBezTo>
                          <a:cubicBezTo>
                            <a:pt x="365612" y="169450"/>
                            <a:pt x="365517" y="169354"/>
                            <a:pt x="365517" y="169259"/>
                          </a:cubicBezTo>
                          <a:cubicBezTo>
                            <a:pt x="364659" y="168021"/>
                            <a:pt x="363707" y="166783"/>
                            <a:pt x="362754" y="165544"/>
                          </a:cubicBezTo>
                          <a:cubicBezTo>
                            <a:pt x="362183" y="164878"/>
                            <a:pt x="361707" y="164116"/>
                            <a:pt x="361135" y="163449"/>
                          </a:cubicBezTo>
                          <a:cubicBezTo>
                            <a:pt x="360087" y="162115"/>
                            <a:pt x="358944" y="160687"/>
                            <a:pt x="357801" y="159258"/>
                          </a:cubicBezTo>
                          <a:cubicBezTo>
                            <a:pt x="357325" y="158686"/>
                            <a:pt x="356944" y="158115"/>
                            <a:pt x="356468" y="157639"/>
                          </a:cubicBezTo>
                          <a:cubicBezTo>
                            <a:pt x="354849" y="155734"/>
                            <a:pt x="353229" y="153734"/>
                            <a:pt x="351515" y="151733"/>
                          </a:cubicBezTo>
                          <a:cubicBezTo>
                            <a:pt x="351229" y="151352"/>
                            <a:pt x="350848" y="151067"/>
                            <a:pt x="350562" y="150686"/>
                          </a:cubicBezTo>
                          <a:cubicBezTo>
                            <a:pt x="349134" y="149066"/>
                            <a:pt x="347610" y="147447"/>
                            <a:pt x="346181" y="145828"/>
                          </a:cubicBezTo>
                          <a:cubicBezTo>
                            <a:pt x="345514" y="145161"/>
                            <a:pt x="344943" y="144494"/>
                            <a:pt x="344276" y="143827"/>
                          </a:cubicBezTo>
                          <a:cubicBezTo>
                            <a:pt x="343038" y="142494"/>
                            <a:pt x="341704" y="141161"/>
                            <a:pt x="340466" y="139827"/>
                          </a:cubicBezTo>
                          <a:cubicBezTo>
                            <a:pt x="339704" y="139065"/>
                            <a:pt x="339037" y="138303"/>
                            <a:pt x="338275" y="137636"/>
                          </a:cubicBezTo>
                          <a:cubicBezTo>
                            <a:pt x="336942" y="136303"/>
                            <a:pt x="335608" y="134969"/>
                            <a:pt x="334275" y="133636"/>
                          </a:cubicBezTo>
                          <a:cubicBezTo>
                            <a:pt x="333513" y="132874"/>
                            <a:pt x="332846" y="132207"/>
                            <a:pt x="332084" y="131445"/>
                          </a:cubicBezTo>
                          <a:cubicBezTo>
                            <a:pt x="330560" y="129921"/>
                            <a:pt x="328941" y="128397"/>
                            <a:pt x="327321" y="126873"/>
                          </a:cubicBezTo>
                          <a:cubicBezTo>
                            <a:pt x="326750" y="126302"/>
                            <a:pt x="326178" y="125825"/>
                            <a:pt x="325607" y="125254"/>
                          </a:cubicBezTo>
                          <a:cubicBezTo>
                            <a:pt x="323416" y="123254"/>
                            <a:pt x="321130" y="121158"/>
                            <a:pt x="318844" y="119158"/>
                          </a:cubicBezTo>
                          <a:cubicBezTo>
                            <a:pt x="318273" y="118681"/>
                            <a:pt x="317701" y="118205"/>
                            <a:pt x="317225" y="117729"/>
                          </a:cubicBezTo>
                          <a:cubicBezTo>
                            <a:pt x="315320" y="116015"/>
                            <a:pt x="313320" y="114395"/>
                            <a:pt x="311319" y="112681"/>
                          </a:cubicBezTo>
                          <a:cubicBezTo>
                            <a:pt x="311034" y="112395"/>
                            <a:pt x="310653" y="112109"/>
                            <a:pt x="310367" y="111823"/>
                          </a:cubicBezTo>
                          <a:cubicBezTo>
                            <a:pt x="309510" y="111061"/>
                            <a:pt x="308557" y="110300"/>
                            <a:pt x="307700" y="109633"/>
                          </a:cubicBezTo>
                          <a:cubicBezTo>
                            <a:pt x="307605" y="109538"/>
                            <a:pt x="307605" y="109538"/>
                            <a:pt x="307509" y="109442"/>
                          </a:cubicBezTo>
                          <a:cubicBezTo>
                            <a:pt x="307033" y="109061"/>
                            <a:pt x="306557" y="108680"/>
                            <a:pt x="306081" y="108204"/>
                          </a:cubicBezTo>
                          <a:cubicBezTo>
                            <a:pt x="302271" y="105156"/>
                            <a:pt x="298461" y="102013"/>
                            <a:pt x="294460" y="98965"/>
                          </a:cubicBezTo>
                          <a:cubicBezTo>
                            <a:pt x="294460" y="98965"/>
                            <a:pt x="294460" y="98965"/>
                            <a:pt x="294460" y="98965"/>
                          </a:cubicBezTo>
                          <a:cubicBezTo>
                            <a:pt x="294460" y="98965"/>
                            <a:pt x="294460" y="98965"/>
                            <a:pt x="294460" y="98965"/>
                          </a:cubicBezTo>
                          <a:cubicBezTo>
                            <a:pt x="289983" y="95536"/>
                            <a:pt x="285411" y="92202"/>
                            <a:pt x="280839" y="88868"/>
                          </a:cubicBezTo>
                          <a:cubicBezTo>
                            <a:pt x="280744" y="88773"/>
                            <a:pt x="280554" y="88678"/>
                            <a:pt x="280458" y="88583"/>
                          </a:cubicBezTo>
                          <a:cubicBezTo>
                            <a:pt x="279506" y="87916"/>
                            <a:pt x="278458" y="87154"/>
                            <a:pt x="277506" y="86487"/>
                          </a:cubicBezTo>
                          <a:cubicBezTo>
                            <a:pt x="277125" y="86201"/>
                            <a:pt x="276744" y="85915"/>
                            <a:pt x="276363" y="85725"/>
                          </a:cubicBezTo>
                          <a:cubicBezTo>
                            <a:pt x="275410" y="85058"/>
                            <a:pt x="274458" y="84392"/>
                            <a:pt x="273410" y="83725"/>
                          </a:cubicBezTo>
                          <a:cubicBezTo>
                            <a:pt x="273410" y="83725"/>
                            <a:pt x="273410" y="83725"/>
                            <a:pt x="273410" y="83725"/>
                          </a:cubicBezTo>
                          <a:cubicBezTo>
                            <a:pt x="268743" y="80486"/>
                            <a:pt x="264075" y="77343"/>
                            <a:pt x="259313" y="74295"/>
                          </a:cubicBezTo>
                          <a:cubicBezTo>
                            <a:pt x="258837" y="74009"/>
                            <a:pt x="258456" y="73723"/>
                            <a:pt x="257979" y="73438"/>
                          </a:cubicBezTo>
                          <a:cubicBezTo>
                            <a:pt x="257598" y="73152"/>
                            <a:pt x="257122" y="72866"/>
                            <a:pt x="256741" y="72676"/>
                          </a:cubicBezTo>
                          <a:cubicBezTo>
                            <a:pt x="251312" y="69152"/>
                            <a:pt x="245787" y="65723"/>
                            <a:pt x="240263" y="62484"/>
                          </a:cubicBezTo>
                          <a:cubicBezTo>
                            <a:pt x="238072" y="61246"/>
                            <a:pt x="235977" y="59912"/>
                            <a:pt x="233786" y="58674"/>
                          </a:cubicBezTo>
                          <a:cubicBezTo>
                            <a:pt x="231309" y="57245"/>
                            <a:pt x="228738" y="55817"/>
                            <a:pt x="226261" y="54388"/>
                          </a:cubicBezTo>
                          <a:cubicBezTo>
                            <a:pt x="225118" y="53816"/>
                            <a:pt x="224070" y="53150"/>
                            <a:pt x="222927" y="52578"/>
                          </a:cubicBezTo>
                          <a:cubicBezTo>
                            <a:pt x="216260" y="48958"/>
                            <a:pt x="209592" y="45434"/>
                            <a:pt x="203020" y="42100"/>
                          </a:cubicBezTo>
                          <a:cubicBezTo>
                            <a:pt x="202544" y="41910"/>
                            <a:pt x="202163" y="41624"/>
                            <a:pt x="201687" y="41434"/>
                          </a:cubicBezTo>
                          <a:cubicBezTo>
                            <a:pt x="201591" y="41434"/>
                            <a:pt x="201496" y="41338"/>
                            <a:pt x="201401" y="41338"/>
                          </a:cubicBezTo>
                          <a:cubicBezTo>
                            <a:pt x="200258" y="40767"/>
                            <a:pt x="199210" y="40291"/>
                            <a:pt x="198067" y="39719"/>
                          </a:cubicBezTo>
                          <a:cubicBezTo>
                            <a:pt x="195591" y="38481"/>
                            <a:pt x="193019" y="37338"/>
                            <a:pt x="190542" y="36100"/>
                          </a:cubicBezTo>
                          <a:cubicBezTo>
                            <a:pt x="188923" y="35338"/>
                            <a:pt x="187209" y="34576"/>
                            <a:pt x="185589" y="33814"/>
                          </a:cubicBezTo>
                          <a:cubicBezTo>
                            <a:pt x="184732" y="33433"/>
                            <a:pt x="183875" y="33052"/>
                            <a:pt x="183018" y="32671"/>
                          </a:cubicBezTo>
                          <a:cubicBezTo>
                            <a:pt x="180732" y="31623"/>
                            <a:pt x="178446" y="30671"/>
                            <a:pt x="176160" y="29718"/>
                          </a:cubicBezTo>
                          <a:cubicBezTo>
                            <a:pt x="175302" y="29337"/>
                            <a:pt x="174540" y="28956"/>
                            <a:pt x="173683" y="28670"/>
                          </a:cubicBezTo>
                          <a:cubicBezTo>
                            <a:pt x="171397" y="27718"/>
                            <a:pt x="169206" y="26765"/>
                            <a:pt x="166920" y="25813"/>
                          </a:cubicBezTo>
                          <a:cubicBezTo>
                            <a:pt x="166063" y="25432"/>
                            <a:pt x="165301" y="25146"/>
                            <a:pt x="164444" y="24765"/>
                          </a:cubicBezTo>
                          <a:cubicBezTo>
                            <a:pt x="162158" y="23813"/>
                            <a:pt x="159967" y="22955"/>
                            <a:pt x="157681" y="22098"/>
                          </a:cubicBezTo>
                          <a:cubicBezTo>
                            <a:pt x="156824" y="21812"/>
                            <a:pt x="156062" y="21431"/>
                            <a:pt x="155205" y="21146"/>
                          </a:cubicBezTo>
                          <a:cubicBezTo>
                            <a:pt x="153204" y="20383"/>
                            <a:pt x="151109" y="19621"/>
                            <a:pt x="149109" y="18860"/>
                          </a:cubicBezTo>
                          <a:cubicBezTo>
                            <a:pt x="148632" y="18669"/>
                            <a:pt x="148156" y="18479"/>
                            <a:pt x="147585" y="18288"/>
                          </a:cubicBezTo>
                          <a:cubicBezTo>
                            <a:pt x="146727" y="18002"/>
                            <a:pt x="145965" y="17717"/>
                            <a:pt x="145108" y="17431"/>
                          </a:cubicBezTo>
                          <a:cubicBezTo>
                            <a:pt x="143489" y="16859"/>
                            <a:pt x="141870" y="16288"/>
                            <a:pt x="140346" y="15811"/>
                          </a:cubicBezTo>
                          <a:cubicBezTo>
                            <a:pt x="139774" y="15621"/>
                            <a:pt x="139107" y="15431"/>
                            <a:pt x="138536" y="15240"/>
                          </a:cubicBezTo>
                          <a:cubicBezTo>
                            <a:pt x="137869" y="15050"/>
                            <a:pt x="137107" y="14764"/>
                            <a:pt x="136440" y="14573"/>
                          </a:cubicBezTo>
                          <a:cubicBezTo>
                            <a:pt x="134821" y="14097"/>
                            <a:pt x="133297" y="13525"/>
                            <a:pt x="131678" y="13049"/>
                          </a:cubicBezTo>
                          <a:cubicBezTo>
                            <a:pt x="130821" y="12763"/>
                            <a:pt x="129963" y="12573"/>
                            <a:pt x="129201" y="12287"/>
                          </a:cubicBezTo>
                          <a:cubicBezTo>
                            <a:pt x="128725" y="12192"/>
                            <a:pt x="128344" y="12002"/>
                            <a:pt x="127868" y="11906"/>
                          </a:cubicBezTo>
                          <a:cubicBezTo>
                            <a:pt x="126249" y="11430"/>
                            <a:pt x="124725" y="10954"/>
                            <a:pt x="123105" y="10477"/>
                          </a:cubicBezTo>
                          <a:cubicBezTo>
                            <a:pt x="121867" y="10096"/>
                            <a:pt x="120629" y="9811"/>
                            <a:pt x="119486" y="9430"/>
                          </a:cubicBezTo>
                          <a:cubicBezTo>
                            <a:pt x="117867" y="8954"/>
                            <a:pt x="116247" y="8573"/>
                            <a:pt x="114628" y="8192"/>
                          </a:cubicBezTo>
                          <a:cubicBezTo>
                            <a:pt x="113485" y="7906"/>
                            <a:pt x="112247" y="7620"/>
                            <a:pt x="111104" y="7334"/>
                          </a:cubicBezTo>
                          <a:cubicBezTo>
                            <a:pt x="109485" y="6953"/>
                            <a:pt x="107770" y="6572"/>
                            <a:pt x="106151" y="6191"/>
                          </a:cubicBezTo>
                          <a:cubicBezTo>
                            <a:pt x="105103" y="5906"/>
                            <a:pt x="104055" y="5715"/>
                            <a:pt x="102912" y="5429"/>
                          </a:cubicBezTo>
                          <a:cubicBezTo>
                            <a:pt x="101103" y="5048"/>
                            <a:pt x="99293" y="4667"/>
                            <a:pt x="97578" y="4286"/>
                          </a:cubicBezTo>
                          <a:cubicBezTo>
                            <a:pt x="97578" y="4286"/>
                            <a:pt x="97483" y="4286"/>
                            <a:pt x="97483" y="4286"/>
                          </a:cubicBezTo>
                          <a:cubicBezTo>
                            <a:pt x="96626" y="4096"/>
                            <a:pt x="95769" y="3905"/>
                            <a:pt x="95007" y="3810"/>
                          </a:cubicBezTo>
                          <a:cubicBezTo>
                            <a:pt x="90816" y="3048"/>
                            <a:pt x="86815" y="2381"/>
                            <a:pt x="82815" y="1810"/>
                          </a:cubicBezTo>
                          <a:cubicBezTo>
                            <a:pt x="82243" y="1715"/>
                            <a:pt x="81672" y="1619"/>
                            <a:pt x="81100" y="1619"/>
                          </a:cubicBezTo>
                          <a:cubicBezTo>
                            <a:pt x="80148" y="1524"/>
                            <a:pt x="79100" y="1333"/>
                            <a:pt x="78147" y="1238"/>
                          </a:cubicBezTo>
                          <a:cubicBezTo>
                            <a:pt x="78147" y="1238"/>
                            <a:pt x="78147" y="1238"/>
                            <a:pt x="78147" y="1238"/>
                          </a:cubicBezTo>
                          <a:cubicBezTo>
                            <a:pt x="77004" y="1143"/>
                            <a:pt x="75861" y="952"/>
                            <a:pt x="74718" y="857"/>
                          </a:cubicBezTo>
                          <a:cubicBezTo>
                            <a:pt x="73194" y="667"/>
                            <a:pt x="71766" y="571"/>
                            <a:pt x="70242" y="476"/>
                          </a:cubicBezTo>
                          <a:cubicBezTo>
                            <a:pt x="69099" y="381"/>
                            <a:pt x="68051" y="286"/>
                            <a:pt x="66908" y="286"/>
                          </a:cubicBezTo>
                          <a:cubicBezTo>
                            <a:pt x="65479" y="190"/>
                            <a:pt x="64050" y="95"/>
                            <a:pt x="62622" y="95"/>
                          </a:cubicBezTo>
                          <a:cubicBezTo>
                            <a:pt x="61574" y="95"/>
                            <a:pt x="60526" y="0"/>
                            <a:pt x="59478" y="0"/>
                          </a:cubicBezTo>
                          <a:cubicBezTo>
                            <a:pt x="58050" y="0"/>
                            <a:pt x="56716" y="0"/>
                            <a:pt x="55383" y="0"/>
                          </a:cubicBezTo>
                          <a:cubicBezTo>
                            <a:pt x="54335" y="0"/>
                            <a:pt x="53382" y="0"/>
                            <a:pt x="52335" y="95"/>
                          </a:cubicBezTo>
                          <a:cubicBezTo>
                            <a:pt x="52144" y="95"/>
                            <a:pt x="51954" y="95"/>
                            <a:pt x="51763" y="95"/>
                          </a:cubicBezTo>
                          <a:cubicBezTo>
                            <a:pt x="50906" y="95"/>
                            <a:pt x="50049" y="190"/>
                            <a:pt x="49191" y="286"/>
                          </a:cubicBezTo>
                          <a:cubicBezTo>
                            <a:pt x="48906" y="286"/>
                            <a:pt x="48620" y="286"/>
                            <a:pt x="48334" y="381"/>
                          </a:cubicBezTo>
                          <a:cubicBezTo>
                            <a:pt x="47382" y="476"/>
                            <a:pt x="46429" y="476"/>
                            <a:pt x="45572" y="571"/>
                          </a:cubicBezTo>
                          <a:cubicBezTo>
                            <a:pt x="45381" y="571"/>
                            <a:pt x="45286" y="571"/>
                            <a:pt x="45096" y="667"/>
                          </a:cubicBezTo>
                          <a:cubicBezTo>
                            <a:pt x="43953" y="762"/>
                            <a:pt x="42810" y="952"/>
                            <a:pt x="41667" y="1143"/>
                          </a:cubicBezTo>
                          <a:cubicBezTo>
                            <a:pt x="40809" y="1238"/>
                            <a:pt x="39952" y="1333"/>
                            <a:pt x="39190" y="1524"/>
                          </a:cubicBezTo>
                          <a:cubicBezTo>
                            <a:pt x="39000" y="1524"/>
                            <a:pt x="38809" y="1619"/>
                            <a:pt x="38619" y="1619"/>
                          </a:cubicBezTo>
                          <a:cubicBezTo>
                            <a:pt x="37380" y="1810"/>
                            <a:pt x="36237" y="2096"/>
                            <a:pt x="35094" y="2286"/>
                          </a:cubicBezTo>
                          <a:cubicBezTo>
                            <a:pt x="34428" y="2477"/>
                            <a:pt x="33761" y="2572"/>
                            <a:pt x="33094" y="2667"/>
                          </a:cubicBezTo>
                          <a:cubicBezTo>
                            <a:pt x="32999" y="2667"/>
                            <a:pt x="32904" y="2762"/>
                            <a:pt x="32713" y="2762"/>
                          </a:cubicBezTo>
                          <a:cubicBezTo>
                            <a:pt x="30903" y="3238"/>
                            <a:pt x="29189" y="3715"/>
                            <a:pt x="27474" y="4286"/>
                          </a:cubicBezTo>
                          <a:cubicBezTo>
                            <a:pt x="27474" y="4286"/>
                            <a:pt x="27474" y="4286"/>
                            <a:pt x="27474" y="4286"/>
                          </a:cubicBezTo>
                          <a:cubicBezTo>
                            <a:pt x="25855" y="4858"/>
                            <a:pt x="24331" y="5429"/>
                            <a:pt x="22807" y="6096"/>
                          </a:cubicBezTo>
                          <a:cubicBezTo>
                            <a:pt x="22521" y="6191"/>
                            <a:pt x="22331" y="6382"/>
                            <a:pt x="22045" y="6477"/>
                          </a:cubicBezTo>
                          <a:cubicBezTo>
                            <a:pt x="21855" y="6572"/>
                            <a:pt x="21664" y="6667"/>
                            <a:pt x="21474" y="6763"/>
                          </a:cubicBezTo>
                          <a:cubicBezTo>
                            <a:pt x="21474" y="6763"/>
                            <a:pt x="21378" y="6763"/>
                            <a:pt x="21378" y="6763"/>
                          </a:cubicBezTo>
                          <a:cubicBezTo>
                            <a:pt x="20426" y="7239"/>
                            <a:pt x="19473" y="7620"/>
                            <a:pt x="18616" y="8192"/>
                          </a:cubicBezTo>
                          <a:cubicBezTo>
                            <a:pt x="18235" y="8382"/>
                            <a:pt x="17854" y="8668"/>
                            <a:pt x="17473" y="8858"/>
                          </a:cubicBezTo>
                          <a:cubicBezTo>
                            <a:pt x="17378" y="8858"/>
                            <a:pt x="17283" y="8954"/>
                            <a:pt x="17187" y="9049"/>
                          </a:cubicBezTo>
                          <a:cubicBezTo>
                            <a:pt x="17187" y="9049"/>
                            <a:pt x="17092" y="9144"/>
                            <a:pt x="17092" y="9144"/>
                          </a:cubicBezTo>
                          <a:cubicBezTo>
                            <a:pt x="16330" y="9620"/>
                            <a:pt x="15568" y="10096"/>
                            <a:pt x="14806" y="10573"/>
                          </a:cubicBezTo>
                          <a:cubicBezTo>
                            <a:pt x="14330" y="10954"/>
                            <a:pt x="13854" y="11240"/>
                            <a:pt x="13377" y="11621"/>
                          </a:cubicBezTo>
                          <a:cubicBezTo>
                            <a:pt x="12711" y="12097"/>
                            <a:pt x="12139" y="12573"/>
                            <a:pt x="11472" y="13144"/>
                          </a:cubicBezTo>
                          <a:cubicBezTo>
                            <a:pt x="11377" y="13240"/>
                            <a:pt x="11187" y="13430"/>
                            <a:pt x="11091" y="13525"/>
                          </a:cubicBezTo>
                          <a:lnTo>
                            <a:pt x="11091" y="13525"/>
                          </a:lnTo>
                          <a:cubicBezTo>
                            <a:pt x="10806" y="13811"/>
                            <a:pt x="10425" y="14097"/>
                            <a:pt x="10139" y="14383"/>
                          </a:cubicBezTo>
                          <a:cubicBezTo>
                            <a:pt x="9567" y="14954"/>
                            <a:pt x="9091" y="15431"/>
                            <a:pt x="8520" y="16002"/>
                          </a:cubicBezTo>
                          <a:cubicBezTo>
                            <a:pt x="8234" y="16288"/>
                            <a:pt x="7948" y="16573"/>
                            <a:pt x="7758" y="16859"/>
                          </a:cubicBezTo>
                          <a:cubicBezTo>
                            <a:pt x="7662" y="16954"/>
                            <a:pt x="7472" y="17145"/>
                            <a:pt x="7377" y="17240"/>
                          </a:cubicBezTo>
                          <a:cubicBezTo>
                            <a:pt x="6900" y="17812"/>
                            <a:pt x="6424" y="18383"/>
                            <a:pt x="6043" y="19050"/>
                          </a:cubicBezTo>
                          <a:cubicBezTo>
                            <a:pt x="5853" y="19336"/>
                            <a:pt x="5662" y="19621"/>
                            <a:pt x="5472" y="19812"/>
                          </a:cubicBezTo>
                          <a:cubicBezTo>
                            <a:pt x="5376" y="20002"/>
                            <a:pt x="5186" y="20193"/>
                            <a:pt x="5091" y="20383"/>
                          </a:cubicBezTo>
                          <a:cubicBezTo>
                            <a:pt x="4710" y="21050"/>
                            <a:pt x="4329" y="21717"/>
                            <a:pt x="3948" y="22384"/>
                          </a:cubicBezTo>
                          <a:cubicBezTo>
                            <a:pt x="3662" y="22860"/>
                            <a:pt x="3471" y="23336"/>
                            <a:pt x="3186" y="23813"/>
                          </a:cubicBezTo>
                          <a:cubicBezTo>
                            <a:pt x="2900" y="24384"/>
                            <a:pt x="2709" y="25051"/>
                            <a:pt x="2424" y="25622"/>
                          </a:cubicBezTo>
                          <a:cubicBezTo>
                            <a:pt x="2233" y="26194"/>
                            <a:pt x="2043" y="26765"/>
                            <a:pt x="1852" y="27432"/>
                          </a:cubicBezTo>
                          <a:lnTo>
                            <a:pt x="1852" y="27432"/>
                          </a:lnTo>
                          <a:cubicBezTo>
                            <a:pt x="1757" y="27623"/>
                            <a:pt x="1662" y="27908"/>
                            <a:pt x="1662" y="28099"/>
                          </a:cubicBezTo>
                          <a:cubicBezTo>
                            <a:pt x="1566" y="28385"/>
                            <a:pt x="1471" y="28670"/>
                            <a:pt x="1376" y="28956"/>
                          </a:cubicBezTo>
                          <a:cubicBezTo>
                            <a:pt x="1185" y="29718"/>
                            <a:pt x="900" y="30480"/>
                            <a:pt x="709" y="31337"/>
                          </a:cubicBezTo>
                          <a:cubicBezTo>
                            <a:pt x="423" y="32861"/>
                            <a:pt x="233" y="34385"/>
                            <a:pt x="138" y="35909"/>
                          </a:cubicBezTo>
                          <a:cubicBezTo>
                            <a:pt x="138" y="35909"/>
                            <a:pt x="138" y="36004"/>
                            <a:pt x="138" y="36004"/>
                          </a:cubicBezTo>
                          <a:cubicBezTo>
                            <a:pt x="138" y="36481"/>
                            <a:pt x="138" y="37052"/>
                            <a:pt x="42" y="37529"/>
                          </a:cubicBezTo>
                          <a:cubicBezTo>
                            <a:pt x="42" y="38671"/>
                            <a:pt x="-53" y="39815"/>
                            <a:pt x="42" y="41053"/>
                          </a:cubicBezTo>
                          <a:cubicBezTo>
                            <a:pt x="42" y="42100"/>
                            <a:pt x="138" y="43148"/>
                            <a:pt x="233" y="44196"/>
                          </a:cubicBezTo>
                          <a:cubicBezTo>
                            <a:pt x="233" y="44672"/>
                            <a:pt x="328" y="45148"/>
                            <a:pt x="423" y="45625"/>
                          </a:cubicBezTo>
                          <a:cubicBezTo>
                            <a:pt x="519" y="46768"/>
                            <a:pt x="709" y="47911"/>
                            <a:pt x="995" y="49149"/>
                          </a:cubicBezTo>
                          <a:cubicBezTo>
                            <a:pt x="1090" y="49530"/>
                            <a:pt x="1185" y="50006"/>
                            <a:pt x="1281" y="50387"/>
                          </a:cubicBezTo>
                          <a:cubicBezTo>
                            <a:pt x="1281" y="50387"/>
                            <a:pt x="1281" y="50387"/>
                            <a:pt x="1281" y="50483"/>
                          </a:cubicBezTo>
                          <a:cubicBezTo>
                            <a:pt x="1566" y="51721"/>
                            <a:pt x="1852" y="52959"/>
                            <a:pt x="2138" y="54197"/>
                          </a:cubicBezTo>
                          <a:cubicBezTo>
                            <a:pt x="2233" y="54483"/>
                            <a:pt x="2328" y="54769"/>
                            <a:pt x="2328" y="55054"/>
                          </a:cubicBezTo>
                          <a:cubicBezTo>
                            <a:pt x="2709" y="56579"/>
                            <a:pt x="3281" y="58102"/>
                            <a:pt x="3757" y="59627"/>
                          </a:cubicBezTo>
                          <a:cubicBezTo>
                            <a:pt x="3852" y="59722"/>
                            <a:pt x="3852" y="59912"/>
                            <a:pt x="3948" y="60008"/>
                          </a:cubicBezTo>
                          <a:cubicBezTo>
                            <a:pt x="4043" y="60293"/>
                            <a:pt x="4138" y="60579"/>
                            <a:pt x="4233" y="60769"/>
                          </a:cubicBezTo>
                          <a:cubicBezTo>
                            <a:pt x="4805" y="62294"/>
                            <a:pt x="5376" y="63817"/>
                            <a:pt x="6043" y="65342"/>
                          </a:cubicBezTo>
                          <a:cubicBezTo>
                            <a:pt x="6043" y="65437"/>
                            <a:pt x="6138" y="65437"/>
                            <a:pt x="6138" y="65532"/>
                          </a:cubicBezTo>
                          <a:cubicBezTo>
                            <a:pt x="6805" y="67246"/>
                            <a:pt x="7567" y="68866"/>
                            <a:pt x="8424" y="70675"/>
                          </a:cubicBezTo>
                          <a:cubicBezTo>
                            <a:pt x="8520" y="70961"/>
                            <a:pt x="8710" y="71152"/>
                            <a:pt x="8805" y="71438"/>
                          </a:cubicBezTo>
                          <a:cubicBezTo>
                            <a:pt x="9377" y="72581"/>
                            <a:pt x="10044" y="73819"/>
                            <a:pt x="10615" y="74962"/>
                          </a:cubicBezTo>
                          <a:cubicBezTo>
                            <a:pt x="11091" y="75819"/>
                            <a:pt x="11472" y="76676"/>
                            <a:pt x="11949" y="77533"/>
                          </a:cubicBezTo>
                          <a:cubicBezTo>
                            <a:pt x="12520" y="78581"/>
                            <a:pt x="13092" y="79629"/>
                            <a:pt x="13758" y="80581"/>
                          </a:cubicBezTo>
                          <a:cubicBezTo>
                            <a:pt x="14235" y="81344"/>
                            <a:pt x="14711" y="82201"/>
                            <a:pt x="15187" y="82963"/>
                          </a:cubicBezTo>
                          <a:cubicBezTo>
                            <a:pt x="15187" y="82963"/>
                            <a:pt x="15282" y="83058"/>
                            <a:pt x="15282" y="83058"/>
                          </a:cubicBezTo>
                          <a:cubicBezTo>
                            <a:pt x="15949" y="84201"/>
                            <a:pt x="16711" y="85249"/>
                            <a:pt x="17378" y="86392"/>
                          </a:cubicBezTo>
                          <a:cubicBezTo>
                            <a:pt x="17664" y="86868"/>
                            <a:pt x="17949" y="87344"/>
                            <a:pt x="18235" y="87821"/>
                          </a:cubicBezTo>
                          <a:cubicBezTo>
                            <a:pt x="18426" y="88202"/>
                            <a:pt x="18616" y="88487"/>
                            <a:pt x="18902" y="88868"/>
                          </a:cubicBezTo>
                          <a:cubicBezTo>
                            <a:pt x="19759" y="90202"/>
                            <a:pt x="20712" y="91535"/>
                            <a:pt x="21664" y="92964"/>
                          </a:cubicBezTo>
                          <a:cubicBezTo>
                            <a:pt x="22045" y="93536"/>
                            <a:pt x="22426" y="94107"/>
                            <a:pt x="22902" y="94679"/>
                          </a:cubicBezTo>
                          <a:cubicBezTo>
                            <a:pt x="24331" y="96583"/>
                            <a:pt x="25760" y="98584"/>
                            <a:pt x="27284" y="100489"/>
                          </a:cubicBezTo>
                          <a:cubicBezTo>
                            <a:pt x="27665" y="100965"/>
                            <a:pt x="28046" y="101441"/>
                            <a:pt x="28427" y="101917"/>
                          </a:cubicBezTo>
                          <a:cubicBezTo>
                            <a:pt x="28617" y="102108"/>
                            <a:pt x="28808" y="102394"/>
                            <a:pt x="28998" y="102584"/>
                          </a:cubicBezTo>
                          <a:cubicBezTo>
                            <a:pt x="30046" y="103918"/>
                            <a:pt x="30999" y="105156"/>
                            <a:pt x="32142" y="106490"/>
                          </a:cubicBezTo>
                          <a:cubicBezTo>
                            <a:pt x="32808" y="107347"/>
                            <a:pt x="33570" y="108204"/>
                            <a:pt x="34237" y="108966"/>
                          </a:cubicBezTo>
                          <a:cubicBezTo>
                            <a:pt x="35190" y="110204"/>
                            <a:pt x="36237" y="111347"/>
                            <a:pt x="37285" y="112586"/>
                          </a:cubicBezTo>
                          <a:cubicBezTo>
                            <a:pt x="38047" y="113443"/>
                            <a:pt x="38904" y="114395"/>
                            <a:pt x="39666" y="115252"/>
                          </a:cubicBezTo>
                          <a:cubicBezTo>
                            <a:pt x="40714" y="116396"/>
                            <a:pt x="41762" y="117538"/>
                            <a:pt x="42810" y="118777"/>
                          </a:cubicBezTo>
                          <a:cubicBezTo>
                            <a:pt x="43095" y="119158"/>
                            <a:pt x="43476" y="119444"/>
                            <a:pt x="43762" y="119825"/>
                          </a:cubicBezTo>
                          <a:cubicBezTo>
                            <a:pt x="43857" y="119920"/>
                            <a:pt x="43953" y="120015"/>
                            <a:pt x="44048" y="120110"/>
                          </a:cubicBezTo>
                          <a:cubicBezTo>
                            <a:pt x="44524" y="120586"/>
                            <a:pt x="45000" y="121063"/>
                            <a:pt x="45381" y="121539"/>
                          </a:cubicBezTo>
                          <a:cubicBezTo>
                            <a:pt x="45381" y="121539"/>
                            <a:pt x="45381" y="121539"/>
                            <a:pt x="45381" y="121539"/>
                          </a:cubicBezTo>
                          <a:cubicBezTo>
                            <a:pt x="46429" y="122682"/>
                            <a:pt x="47572" y="123825"/>
                            <a:pt x="48715" y="125063"/>
                          </a:cubicBezTo>
                          <a:cubicBezTo>
                            <a:pt x="49668" y="126016"/>
                            <a:pt x="50525" y="126968"/>
                            <a:pt x="51477" y="127825"/>
                          </a:cubicBezTo>
                          <a:cubicBezTo>
                            <a:pt x="52620" y="128969"/>
                            <a:pt x="53763" y="130111"/>
                            <a:pt x="55002" y="131350"/>
                          </a:cubicBezTo>
                          <a:cubicBezTo>
                            <a:pt x="55287" y="131636"/>
                            <a:pt x="55478" y="131826"/>
                            <a:pt x="55764" y="132112"/>
                          </a:cubicBezTo>
                          <a:cubicBezTo>
                            <a:pt x="56430" y="132779"/>
                            <a:pt x="57192" y="133540"/>
                            <a:pt x="57954" y="134207"/>
                          </a:cubicBezTo>
                          <a:cubicBezTo>
                            <a:pt x="59193" y="135350"/>
                            <a:pt x="60431" y="136588"/>
                            <a:pt x="61669" y="137731"/>
                          </a:cubicBezTo>
                          <a:cubicBezTo>
                            <a:pt x="61955" y="138017"/>
                            <a:pt x="62145" y="138208"/>
                            <a:pt x="62431" y="138494"/>
                          </a:cubicBezTo>
                          <a:cubicBezTo>
                            <a:pt x="63098" y="139160"/>
                            <a:pt x="63860" y="139827"/>
                            <a:pt x="64527" y="140494"/>
                          </a:cubicBezTo>
                          <a:cubicBezTo>
                            <a:pt x="64527" y="140494"/>
                            <a:pt x="64622" y="140589"/>
                            <a:pt x="64622" y="140589"/>
                          </a:cubicBezTo>
                          <a:cubicBezTo>
                            <a:pt x="65955" y="141827"/>
                            <a:pt x="67289" y="143065"/>
                            <a:pt x="68718" y="144209"/>
                          </a:cubicBezTo>
                          <a:cubicBezTo>
                            <a:pt x="69765" y="145066"/>
                            <a:pt x="70718" y="146018"/>
                            <a:pt x="71766" y="146875"/>
                          </a:cubicBezTo>
                          <a:cubicBezTo>
                            <a:pt x="73194" y="148114"/>
                            <a:pt x="74718" y="149447"/>
                            <a:pt x="76242" y="150686"/>
                          </a:cubicBezTo>
                          <a:cubicBezTo>
                            <a:pt x="77195" y="151543"/>
                            <a:pt x="78243" y="152400"/>
                            <a:pt x="79290" y="153257"/>
                          </a:cubicBezTo>
                          <a:cubicBezTo>
                            <a:pt x="81005" y="154686"/>
                            <a:pt x="82719" y="156019"/>
                            <a:pt x="84434" y="157448"/>
                          </a:cubicBezTo>
                          <a:cubicBezTo>
                            <a:pt x="84720" y="157639"/>
                            <a:pt x="85005" y="157925"/>
                            <a:pt x="85291" y="158115"/>
                          </a:cubicBezTo>
                          <a:cubicBezTo>
                            <a:pt x="85863" y="158591"/>
                            <a:pt x="86434" y="159067"/>
                            <a:pt x="87101" y="159544"/>
                          </a:cubicBezTo>
                          <a:cubicBezTo>
                            <a:pt x="89673" y="161639"/>
                            <a:pt x="92340" y="163735"/>
                            <a:pt x="95007" y="165830"/>
                          </a:cubicBezTo>
                          <a:cubicBezTo>
                            <a:pt x="95102" y="165830"/>
                            <a:pt x="95102" y="165925"/>
                            <a:pt x="95197" y="165925"/>
                          </a:cubicBezTo>
                          <a:cubicBezTo>
                            <a:pt x="99960" y="169545"/>
                            <a:pt x="104817" y="173165"/>
                            <a:pt x="109675" y="176594"/>
                          </a:cubicBezTo>
                          <a:cubicBezTo>
                            <a:pt x="109961" y="176784"/>
                            <a:pt x="110151" y="176975"/>
                            <a:pt x="110437" y="177165"/>
                          </a:cubicBezTo>
                          <a:cubicBezTo>
                            <a:pt x="110913" y="177546"/>
                            <a:pt x="111390" y="177832"/>
                            <a:pt x="111866" y="178213"/>
                          </a:cubicBezTo>
                          <a:cubicBezTo>
                            <a:pt x="112247" y="178498"/>
                            <a:pt x="112533" y="178689"/>
                            <a:pt x="112914" y="178879"/>
                          </a:cubicBezTo>
                          <a:cubicBezTo>
                            <a:pt x="117486" y="182118"/>
                            <a:pt x="122058" y="185261"/>
                            <a:pt x="126725" y="188309"/>
                          </a:cubicBezTo>
                          <a:cubicBezTo>
                            <a:pt x="127487" y="188786"/>
                            <a:pt x="128154" y="189262"/>
                            <a:pt x="128916" y="189738"/>
                          </a:cubicBezTo>
                          <a:cubicBezTo>
                            <a:pt x="129106" y="189929"/>
                            <a:pt x="129392" y="190024"/>
                            <a:pt x="129582" y="190214"/>
                          </a:cubicBezTo>
                          <a:cubicBezTo>
                            <a:pt x="132440" y="192119"/>
                            <a:pt x="135297" y="193834"/>
                            <a:pt x="138250" y="195644"/>
                          </a:cubicBezTo>
                          <a:cubicBezTo>
                            <a:pt x="139393" y="196406"/>
                            <a:pt x="140631" y="197167"/>
                            <a:pt x="141774" y="197834"/>
                          </a:cubicBezTo>
                          <a:cubicBezTo>
                            <a:pt x="142441" y="198215"/>
                            <a:pt x="143013" y="198692"/>
                            <a:pt x="143679" y="199073"/>
                          </a:cubicBezTo>
                          <a:cubicBezTo>
                            <a:pt x="144537" y="199549"/>
                            <a:pt x="145299" y="200120"/>
                            <a:pt x="146156" y="200596"/>
                          </a:cubicBezTo>
                          <a:cubicBezTo>
                            <a:pt x="146632" y="200882"/>
                            <a:pt x="147108" y="201168"/>
                            <a:pt x="147680" y="201454"/>
                          </a:cubicBezTo>
                          <a:cubicBezTo>
                            <a:pt x="151204" y="203549"/>
                            <a:pt x="154824" y="205645"/>
                            <a:pt x="158348" y="207740"/>
                          </a:cubicBezTo>
                          <a:cubicBezTo>
                            <a:pt x="159300" y="208312"/>
                            <a:pt x="160158" y="208883"/>
                            <a:pt x="161110" y="209360"/>
                          </a:cubicBezTo>
                          <a:cubicBezTo>
                            <a:pt x="161872" y="209836"/>
                            <a:pt x="162729" y="210217"/>
                            <a:pt x="163491" y="210693"/>
                          </a:cubicBezTo>
                          <a:cubicBezTo>
                            <a:pt x="163587" y="210693"/>
                            <a:pt x="163587" y="210788"/>
                            <a:pt x="163682" y="210788"/>
                          </a:cubicBezTo>
                          <a:cubicBezTo>
                            <a:pt x="163968" y="210884"/>
                            <a:pt x="164158" y="211074"/>
                            <a:pt x="164444" y="211169"/>
                          </a:cubicBezTo>
                          <a:cubicBezTo>
                            <a:pt x="169111" y="213741"/>
                            <a:pt x="173778" y="216313"/>
                            <a:pt x="178541" y="218789"/>
                          </a:cubicBezTo>
                          <a:cubicBezTo>
                            <a:pt x="178636" y="218885"/>
                            <a:pt x="178731" y="218885"/>
                            <a:pt x="178827" y="218980"/>
                          </a:cubicBezTo>
                          <a:cubicBezTo>
                            <a:pt x="179493" y="219265"/>
                            <a:pt x="180065" y="219646"/>
                            <a:pt x="180732" y="219932"/>
                          </a:cubicBezTo>
                          <a:cubicBezTo>
                            <a:pt x="181017" y="220027"/>
                            <a:pt x="181208" y="220218"/>
                            <a:pt x="181494" y="220313"/>
                          </a:cubicBezTo>
                          <a:cubicBezTo>
                            <a:pt x="182732" y="220980"/>
                            <a:pt x="183875" y="221552"/>
                            <a:pt x="185113" y="222123"/>
                          </a:cubicBezTo>
                          <a:cubicBezTo>
                            <a:pt x="188637" y="223933"/>
                            <a:pt x="192162" y="225647"/>
                            <a:pt x="195591" y="227362"/>
                          </a:cubicBezTo>
                          <a:cubicBezTo>
                            <a:pt x="195876" y="227552"/>
                            <a:pt x="196257" y="227648"/>
                            <a:pt x="196543" y="227838"/>
                          </a:cubicBezTo>
                          <a:cubicBezTo>
                            <a:pt x="196829" y="227933"/>
                            <a:pt x="197019" y="228029"/>
                            <a:pt x="197305" y="228219"/>
                          </a:cubicBezTo>
                          <a:cubicBezTo>
                            <a:pt x="199305" y="229171"/>
                            <a:pt x="201401" y="230029"/>
                            <a:pt x="203401" y="230981"/>
                          </a:cubicBezTo>
                          <a:cubicBezTo>
                            <a:pt x="206449" y="232410"/>
                            <a:pt x="209497" y="233839"/>
                            <a:pt x="212545" y="235172"/>
                          </a:cubicBezTo>
                          <a:cubicBezTo>
                            <a:pt x="212736" y="235267"/>
                            <a:pt x="212926" y="235363"/>
                            <a:pt x="213212" y="235458"/>
                          </a:cubicBezTo>
                          <a:cubicBezTo>
                            <a:pt x="213593" y="235648"/>
                            <a:pt x="213879" y="235744"/>
                            <a:pt x="214260" y="235934"/>
                          </a:cubicBezTo>
                          <a:cubicBezTo>
                            <a:pt x="214545" y="236029"/>
                            <a:pt x="214736" y="236125"/>
                            <a:pt x="215022" y="236220"/>
                          </a:cubicBezTo>
                          <a:cubicBezTo>
                            <a:pt x="216831" y="236982"/>
                            <a:pt x="218736" y="237744"/>
                            <a:pt x="220546" y="238506"/>
                          </a:cubicBezTo>
                          <a:cubicBezTo>
                            <a:pt x="223594" y="239744"/>
                            <a:pt x="226737" y="241078"/>
                            <a:pt x="229785" y="242221"/>
                          </a:cubicBezTo>
                          <a:cubicBezTo>
                            <a:pt x="231024" y="242697"/>
                            <a:pt x="232167" y="243173"/>
                            <a:pt x="233405" y="243650"/>
                          </a:cubicBezTo>
                          <a:cubicBezTo>
                            <a:pt x="236929" y="244983"/>
                            <a:pt x="240358" y="246221"/>
                            <a:pt x="243787" y="247460"/>
                          </a:cubicBezTo>
                          <a:cubicBezTo>
                            <a:pt x="244835" y="247840"/>
                            <a:pt x="245883" y="248221"/>
                            <a:pt x="246930" y="248507"/>
                          </a:cubicBezTo>
                          <a:cubicBezTo>
                            <a:pt x="249026" y="249269"/>
                            <a:pt x="251121" y="249936"/>
                            <a:pt x="253122" y="250603"/>
                          </a:cubicBezTo>
                          <a:cubicBezTo>
                            <a:pt x="253407" y="250698"/>
                            <a:pt x="253788" y="250793"/>
                            <a:pt x="254074" y="250888"/>
                          </a:cubicBezTo>
                          <a:cubicBezTo>
                            <a:pt x="255693" y="251365"/>
                            <a:pt x="257217" y="251936"/>
                            <a:pt x="258741" y="252413"/>
                          </a:cubicBezTo>
                          <a:cubicBezTo>
                            <a:pt x="259503" y="252698"/>
                            <a:pt x="260361" y="252889"/>
                            <a:pt x="261123" y="253175"/>
                          </a:cubicBezTo>
                          <a:cubicBezTo>
                            <a:pt x="262647" y="253651"/>
                            <a:pt x="264171" y="254032"/>
                            <a:pt x="265695" y="254508"/>
                          </a:cubicBezTo>
                          <a:cubicBezTo>
                            <a:pt x="267123" y="254889"/>
                            <a:pt x="268647" y="255365"/>
                            <a:pt x="270076" y="255746"/>
                          </a:cubicBezTo>
                          <a:cubicBezTo>
                            <a:pt x="271505" y="256127"/>
                            <a:pt x="272934" y="256508"/>
                            <a:pt x="274362" y="256889"/>
                          </a:cubicBezTo>
                          <a:cubicBezTo>
                            <a:pt x="274362" y="256889"/>
                            <a:pt x="274458" y="256889"/>
                            <a:pt x="274458" y="256889"/>
                          </a:cubicBezTo>
                          <a:cubicBezTo>
                            <a:pt x="275886" y="257270"/>
                            <a:pt x="277220" y="257651"/>
                            <a:pt x="278649" y="257937"/>
                          </a:cubicBezTo>
                          <a:cubicBezTo>
                            <a:pt x="280077" y="258318"/>
                            <a:pt x="281411" y="258604"/>
                            <a:pt x="282840" y="258890"/>
                          </a:cubicBezTo>
                          <a:cubicBezTo>
                            <a:pt x="283792" y="259080"/>
                            <a:pt x="284649" y="259271"/>
                            <a:pt x="285602" y="259556"/>
                          </a:cubicBezTo>
                          <a:cubicBezTo>
                            <a:pt x="286078" y="259652"/>
                            <a:pt x="286554" y="259747"/>
                            <a:pt x="287031" y="259842"/>
                          </a:cubicBezTo>
                          <a:cubicBezTo>
                            <a:pt x="288459" y="260128"/>
                            <a:pt x="289793" y="260413"/>
                            <a:pt x="291126" y="260699"/>
                          </a:cubicBezTo>
                          <a:cubicBezTo>
                            <a:pt x="292460" y="260985"/>
                            <a:pt x="293889" y="261271"/>
                            <a:pt x="295222" y="261461"/>
                          </a:cubicBezTo>
                          <a:cubicBezTo>
                            <a:pt x="296746" y="261747"/>
                            <a:pt x="298270" y="262033"/>
                            <a:pt x="299794" y="262223"/>
                          </a:cubicBezTo>
                          <a:cubicBezTo>
                            <a:pt x="301604" y="262509"/>
                            <a:pt x="303509" y="262795"/>
                            <a:pt x="305319" y="263081"/>
                          </a:cubicBezTo>
                          <a:cubicBezTo>
                            <a:pt x="305604" y="263081"/>
                            <a:pt x="305795" y="263176"/>
                            <a:pt x="306081" y="263176"/>
                          </a:cubicBezTo>
                          <a:cubicBezTo>
                            <a:pt x="307414" y="263366"/>
                            <a:pt x="308652" y="263557"/>
                            <a:pt x="309986" y="263747"/>
                          </a:cubicBezTo>
                          <a:cubicBezTo>
                            <a:pt x="309986" y="263747"/>
                            <a:pt x="309986" y="263747"/>
                            <a:pt x="309986" y="263747"/>
                          </a:cubicBezTo>
                          <a:cubicBezTo>
                            <a:pt x="310367" y="263842"/>
                            <a:pt x="310748" y="263842"/>
                            <a:pt x="311224" y="263842"/>
                          </a:cubicBezTo>
                          <a:cubicBezTo>
                            <a:pt x="313034" y="264033"/>
                            <a:pt x="314939" y="264223"/>
                            <a:pt x="316749" y="264414"/>
                          </a:cubicBezTo>
                          <a:cubicBezTo>
                            <a:pt x="317415" y="264509"/>
                            <a:pt x="317987" y="264509"/>
                            <a:pt x="318654" y="264605"/>
                          </a:cubicBezTo>
                          <a:cubicBezTo>
                            <a:pt x="318654" y="264605"/>
                            <a:pt x="318654" y="264605"/>
                            <a:pt x="318654" y="264605"/>
                          </a:cubicBezTo>
                          <a:cubicBezTo>
                            <a:pt x="320273" y="264700"/>
                            <a:pt x="321797" y="264795"/>
                            <a:pt x="323321" y="264890"/>
                          </a:cubicBezTo>
                          <a:cubicBezTo>
                            <a:pt x="323321" y="264890"/>
                            <a:pt x="323321" y="264890"/>
                            <a:pt x="323321" y="264890"/>
                          </a:cubicBezTo>
                          <a:cubicBezTo>
                            <a:pt x="324083" y="264890"/>
                            <a:pt x="324845" y="264986"/>
                            <a:pt x="325607" y="264986"/>
                          </a:cubicBezTo>
                          <a:cubicBezTo>
                            <a:pt x="325702" y="264986"/>
                            <a:pt x="325702" y="264986"/>
                            <a:pt x="325797" y="264986"/>
                          </a:cubicBezTo>
                          <a:cubicBezTo>
                            <a:pt x="327417" y="265081"/>
                            <a:pt x="329036" y="265081"/>
                            <a:pt x="330560" y="265081"/>
                          </a:cubicBezTo>
                          <a:cubicBezTo>
                            <a:pt x="331036" y="265081"/>
                            <a:pt x="331608" y="265081"/>
                            <a:pt x="332084" y="265081"/>
                          </a:cubicBezTo>
                          <a:cubicBezTo>
                            <a:pt x="334084" y="265081"/>
                            <a:pt x="336084" y="264986"/>
                            <a:pt x="337989" y="264890"/>
                          </a:cubicBezTo>
                          <a:cubicBezTo>
                            <a:pt x="338561" y="264890"/>
                            <a:pt x="339132" y="264795"/>
                            <a:pt x="339704" y="264795"/>
                          </a:cubicBezTo>
                          <a:cubicBezTo>
                            <a:pt x="339704" y="264795"/>
                            <a:pt x="339799" y="264795"/>
                            <a:pt x="339799" y="264795"/>
                          </a:cubicBezTo>
                          <a:cubicBezTo>
                            <a:pt x="341323" y="264700"/>
                            <a:pt x="342752" y="264605"/>
                            <a:pt x="344181" y="264414"/>
                          </a:cubicBezTo>
                          <a:lnTo>
                            <a:pt x="344181" y="264414"/>
                          </a:lnTo>
                          <a:cubicBezTo>
                            <a:pt x="344847" y="264319"/>
                            <a:pt x="345514" y="264223"/>
                            <a:pt x="346181" y="264223"/>
                          </a:cubicBezTo>
                          <a:cubicBezTo>
                            <a:pt x="346181" y="264223"/>
                            <a:pt x="346181" y="264223"/>
                            <a:pt x="346181" y="264223"/>
                          </a:cubicBezTo>
                          <a:cubicBezTo>
                            <a:pt x="347419" y="264033"/>
                            <a:pt x="348657" y="263938"/>
                            <a:pt x="349896" y="263652"/>
                          </a:cubicBezTo>
                          <a:cubicBezTo>
                            <a:pt x="350277" y="263557"/>
                            <a:pt x="350658" y="263557"/>
                            <a:pt x="351039" y="263461"/>
                          </a:cubicBezTo>
                          <a:cubicBezTo>
                            <a:pt x="353039" y="263081"/>
                            <a:pt x="354944" y="262700"/>
                            <a:pt x="356754" y="262223"/>
                          </a:cubicBezTo>
                          <a:cubicBezTo>
                            <a:pt x="358563" y="261747"/>
                            <a:pt x="360373" y="261271"/>
                            <a:pt x="362088" y="260699"/>
                          </a:cubicBezTo>
                          <a:cubicBezTo>
                            <a:pt x="363707" y="260128"/>
                            <a:pt x="365231" y="259556"/>
                            <a:pt x="366660" y="258890"/>
                          </a:cubicBezTo>
                          <a:cubicBezTo>
                            <a:pt x="367041" y="258699"/>
                            <a:pt x="367422" y="258509"/>
                            <a:pt x="367898" y="258318"/>
                          </a:cubicBezTo>
                          <a:cubicBezTo>
                            <a:pt x="368184" y="258223"/>
                            <a:pt x="368374" y="258032"/>
                            <a:pt x="368565" y="257937"/>
                          </a:cubicBezTo>
                          <a:cubicBezTo>
                            <a:pt x="369327" y="257556"/>
                            <a:pt x="370184" y="257175"/>
                            <a:pt x="370946" y="256794"/>
                          </a:cubicBezTo>
                          <a:cubicBezTo>
                            <a:pt x="371327" y="256604"/>
                            <a:pt x="371708" y="256413"/>
                            <a:pt x="372089" y="256127"/>
                          </a:cubicBezTo>
                          <a:cubicBezTo>
                            <a:pt x="372470" y="255937"/>
                            <a:pt x="372851" y="255651"/>
                            <a:pt x="373232" y="255365"/>
                          </a:cubicBezTo>
                          <a:cubicBezTo>
                            <a:pt x="373899" y="254984"/>
                            <a:pt x="374565" y="254508"/>
                            <a:pt x="375232" y="254127"/>
                          </a:cubicBezTo>
                          <a:cubicBezTo>
                            <a:pt x="375423" y="254032"/>
                            <a:pt x="375518" y="253936"/>
                            <a:pt x="375708" y="253841"/>
                          </a:cubicBezTo>
                          <a:cubicBezTo>
                            <a:pt x="376185" y="253460"/>
                            <a:pt x="376661" y="253079"/>
                            <a:pt x="377137" y="252698"/>
                          </a:cubicBezTo>
                          <a:cubicBezTo>
                            <a:pt x="377804" y="252127"/>
                            <a:pt x="378471" y="251650"/>
                            <a:pt x="379042" y="251079"/>
                          </a:cubicBezTo>
                          <a:cubicBezTo>
                            <a:pt x="379042" y="251079"/>
                            <a:pt x="379137" y="250984"/>
                            <a:pt x="379137" y="250984"/>
                          </a:cubicBezTo>
                          <a:cubicBezTo>
                            <a:pt x="379614" y="250603"/>
                            <a:pt x="379995" y="250127"/>
                            <a:pt x="380376" y="249650"/>
                          </a:cubicBezTo>
                          <a:cubicBezTo>
                            <a:pt x="380566" y="249460"/>
                            <a:pt x="380757" y="249269"/>
                            <a:pt x="380947" y="249079"/>
                          </a:cubicBezTo>
                          <a:cubicBezTo>
                            <a:pt x="381233" y="248793"/>
                            <a:pt x="381519" y="248507"/>
                            <a:pt x="381804" y="248221"/>
                          </a:cubicBezTo>
                          <a:cubicBezTo>
                            <a:pt x="381995" y="248031"/>
                            <a:pt x="382185" y="247840"/>
                            <a:pt x="382281" y="247650"/>
                          </a:cubicBezTo>
                          <a:cubicBezTo>
                            <a:pt x="382566" y="247269"/>
                            <a:pt x="382852" y="246888"/>
                            <a:pt x="383138" y="246507"/>
                          </a:cubicBezTo>
                          <a:cubicBezTo>
                            <a:pt x="383519" y="246031"/>
                            <a:pt x="383900" y="245459"/>
                            <a:pt x="384281" y="244983"/>
                          </a:cubicBezTo>
                          <a:cubicBezTo>
                            <a:pt x="384376" y="244792"/>
                            <a:pt x="384471" y="244697"/>
                            <a:pt x="384567" y="244507"/>
                          </a:cubicBezTo>
                          <a:cubicBezTo>
                            <a:pt x="384852" y="244031"/>
                            <a:pt x="385138" y="243554"/>
                            <a:pt x="385424" y="242983"/>
                          </a:cubicBezTo>
                          <a:cubicBezTo>
                            <a:pt x="385519" y="242792"/>
                            <a:pt x="385614" y="242697"/>
                            <a:pt x="385710" y="242506"/>
                          </a:cubicBezTo>
                          <a:cubicBezTo>
                            <a:pt x="385995" y="242030"/>
                            <a:pt x="386281" y="241459"/>
                            <a:pt x="386472" y="240983"/>
                          </a:cubicBezTo>
                          <a:cubicBezTo>
                            <a:pt x="386757" y="240411"/>
                            <a:pt x="386948" y="239744"/>
                            <a:pt x="387234" y="239173"/>
                          </a:cubicBezTo>
                          <a:cubicBezTo>
                            <a:pt x="387329" y="238982"/>
                            <a:pt x="387329" y="238792"/>
                            <a:pt x="387424" y="238601"/>
                          </a:cubicBezTo>
                          <a:lnTo>
                            <a:pt x="387424" y="238601"/>
                          </a:lnTo>
                          <a:cubicBezTo>
                            <a:pt x="387424" y="238506"/>
                            <a:pt x="387519" y="238411"/>
                            <a:pt x="387519" y="238315"/>
                          </a:cubicBezTo>
                          <a:cubicBezTo>
                            <a:pt x="387710" y="237935"/>
                            <a:pt x="387805" y="237458"/>
                            <a:pt x="387996" y="237077"/>
                          </a:cubicBezTo>
                          <a:cubicBezTo>
                            <a:pt x="388377" y="235934"/>
                            <a:pt x="388662" y="234696"/>
                            <a:pt x="388948" y="233458"/>
                          </a:cubicBezTo>
                          <a:cubicBezTo>
                            <a:pt x="389043" y="232886"/>
                            <a:pt x="389043" y="232410"/>
                            <a:pt x="389139" y="231838"/>
                          </a:cubicBezTo>
                          <a:cubicBezTo>
                            <a:pt x="389234" y="231077"/>
                            <a:pt x="389424" y="230315"/>
                            <a:pt x="389424" y="229552"/>
                          </a:cubicBezTo>
                          <a:cubicBezTo>
                            <a:pt x="389424" y="229362"/>
                            <a:pt x="389520" y="229171"/>
                            <a:pt x="389520" y="228981"/>
                          </a:cubicBezTo>
                          <a:cubicBezTo>
                            <a:pt x="389520" y="228505"/>
                            <a:pt x="389520" y="227933"/>
                            <a:pt x="389615" y="227362"/>
                          </a:cubicBezTo>
                          <a:cubicBezTo>
                            <a:pt x="389615" y="227171"/>
                            <a:pt x="389615" y="226981"/>
                            <a:pt x="389615" y="226886"/>
                          </a:cubicBezTo>
                          <a:cubicBezTo>
                            <a:pt x="389615" y="226409"/>
                            <a:pt x="389615" y="225838"/>
                            <a:pt x="389615" y="225361"/>
                          </a:cubicBezTo>
                          <a:cubicBezTo>
                            <a:pt x="389615" y="225076"/>
                            <a:pt x="389615" y="224695"/>
                            <a:pt x="389615" y="224409"/>
                          </a:cubicBezTo>
                          <a:cubicBezTo>
                            <a:pt x="389615" y="224314"/>
                            <a:pt x="389615" y="224314"/>
                            <a:pt x="389615" y="224219"/>
                          </a:cubicBezTo>
                          <a:cubicBezTo>
                            <a:pt x="389615" y="222980"/>
                            <a:pt x="389520" y="221742"/>
                            <a:pt x="389329" y="220409"/>
                          </a:cubicBezTo>
                          <a:cubicBezTo>
                            <a:pt x="389329" y="220218"/>
                            <a:pt x="389329" y="220027"/>
                            <a:pt x="389234" y="219837"/>
                          </a:cubicBezTo>
                          <a:cubicBezTo>
                            <a:pt x="389139" y="219170"/>
                            <a:pt x="389043" y="218408"/>
                            <a:pt x="388948" y="217646"/>
                          </a:cubicBezTo>
                          <a:cubicBezTo>
                            <a:pt x="388948" y="217646"/>
                            <a:pt x="388948" y="217551"/>
                            <a:pt x="388948" y="217551"/>
                          </a:cubicBezTo>
                          <a:cubicBezTo>
                            <a:pt x="388853" y="216884"/>
                            <a:pt x="388662" y="216122"/>
                            <a:pt x="388567" y="215360"/>
                          </a:cubicBezTo>
                          <a:cubicBezTo>
                            <a:pt x="388472" y="214789"/>
                            <a:pt x="388377" y="214313"/>
                            <a:pt x="388281" y="213741"/>
                          </a:cubicBezTo>
                          <a:cubicBezTo>
                            <a:pt x="388281" y="213741"/>
                            <a:pt x="388281" y="213741"/>
                            <a:pt x="388281" y="213741"/>
                          </a:cubicBezTo>
                          <a:cubicBezTo>
                            <a:pt x="387996" y="212598"/>
                            <a:pt x="387805" y="211360"/>
                            <a:pt x="387424" y="210217"/>
                          </a:cubicBezTo>
                          <a:cubicBezTo>
                            <a:pt x="387424" y="210217"/>
                            <a:pt x="387424" y="210217"/>
                            <a:pt x="387424" y="210121"/>
                          </a:cubicBezTo>
                          <a:cubicBezTo>
                            <a:pt x="387424" y="210121"/>
                            <a:pt x="387424" y="210026"/>
                            <a:pt x="387424" y="210026"/>
                          </a:cubicBezTo>
                          <a:cubicBezTo>
                            <a:pt x="386948" y="208407"/>
                            <a:pt x="386376" y="206692"/>
                            <a:pt x="385805" y="205073"/>
                          </a:cubicBezTo>
                          <a:cubicBezTo>
                            <a:pt x="385710" y="204788"/>
                            <a:pt x="385614" y="204502"/>
                            <a:pt x="385519" y="204216"/>
                          </a:cubicBezTo>
                          <a:cubicBezTo>
                            <a:pt x="385519" y="204216"/>
                            <a:pt x="385519" y="204216"/>
                            <a:pt x="385519" y="204121"/>
                          </a:cubicBezTo>
                          <a:cubicBezTo>
                            <a:pt x="384948" y="202597"/>
                            <a:pt x="384376" y="201073"/>
                            <a:pt x="383709" y="199454"/>
                          </a:cubicBezTo>
                          <a:cubicBezTo>
                            <a:pt x="383709" y="199454"/>
                            <a:pt x="383709" y="199454"/>
                            <a:pt x="383709" y="199454"/>
                          </a:cubicBezTo>
                          <a:cubicBezTo>
                            <a:pt x="383138" y="198025"/>
                            <a:pt x="382376" y="196501"/>
                            <a:pt x="381709" y="194977"/>
                          </a:cubicBezTo>
                          <a:cubicBezTo>
                            <a:pt x="381614" y="194691"/>
                            <a:pt x="381423" y="194405"/>
                            <a:pt x="381328" y="194119"/>
                          </a:cubicBezTo>
                          <a:cubicBezTo>
                            <a:pt x="380757" y="193929"/>
                            <a:pt x="380566" y="193643"/>
                            <a:pt x="380471" y="193358"/>
                          </a:cubicBezTo>
                          <a:close/>
                          <a:moveTo>
                            <a:pt x="353229" y="168116"/>
                          </a:moveTo>
                          <a:cubicBezTo>
                            <a:pt x="355420" y="171260"/>
                            <a:pt x="357516" y="174403"/>
                            <a:pt x="359421" y="177451"/>
                          </a:cubicBezTo>
                          <a:cubicBezTo>
                            <a:pt x="361040" y="180118"/>
                            <a:pt x="362564" y="182785"/>
                            <a:pt x="363897" y="185356"/>
                          </a:cubicBezTo>
                          <a:cubicBezTo>
                            <a:pt x="363993" y="185547"/>
                            <a:pt x="364088" y="185738"/>
                            <a:pt x="364183" y="185928"/>
                          </a:cubicBezTo>
                          <a:cubicBezTo>
                            <a:pt x="364278" y="186023"/>
                            <a:pt x="364374" y="186214"/>
                            <a:pt x="364374" y="186309"/>
                          </a:cubicBezTo>
                          <a:cubicBezTo>
                            <a:pt x="364564" y="186690"/>
                            <a:pt x="364755" y="187071"/>
                            <a:pt x="364945" y="187357"/>
                          </a:cubicBezTo>
                          <a:cubicBezTo>
                            <a:pt x="365517" y="188500"/>
                            <a:pt x="366088" y="189643"/>
                            <a:pt x="366564" y="190786"/>
                          </a:cubicBezTo>
                          <a:cubicBezTo>
                            <a:pt x="366660" y="190976"/>
                            <a:pt x="366755" y="191167"/>
                            <a:pt x="366850" y="191452"/>
                          </a:cubicBezTo>
                          <a:cubicBezTo>
                            <a:pt x="366945" y="191643"/>
                            <a:pt x="367041" y="191834"/>
                            <a:pt x="367136" y="192119"/>
                          </a:cubicBezTo>
                          <a:cubicBezTo>
                            <a:pt x="367136" y="192119"/>
                            <a:pt x="367136" y="192119"/>
                            <a:pt x="367136" y="192215"/>
                          </a:cubicBezTo>
                          <a:cubicBezTo>
                            <a:pt x="367707" y="193548"/>
                            <a:pt x="368279" y="194881"/>
                            <a:pt x="368755" y="196215"/>
                          </a:cubicBezTo>
                          <a:cubicBezTo>
                            <a:pt x="368850" y="196406"/>
                            <a:pt x="368946" y="196691"/>
                            <a:pt x="369041" y="196882"/>
                          </a:cubicBezTo>
                          <a:cubicBezTo>
                            <a:pt x="369041" y="196882"/>
                            <a:pt x="369041" y="196882"/>
                            <a:pt x="369041" y="196882"/>
                          </a:cubicBezTo>
                          <a:cubicBezTo>
                            <a:pt x="369136" y="197167"/>
                            <a:pt x="369231" y="197453"/>
                            <a:pt x="369327" y="197739"/>
                          </a:cubicBezTo>
                          <a:lnTo>
                            <a:pt x="369327" y="197739"/>
                          </a:lnTo>
                          <a:cubicBezTo>
                            <a:pt x="369327" y="197739"/>
                            <a:pt x="369327" y="197834"/>
                            <a:pt x="369327" y="197834"/>
                          </a:cubicBezTo>
                          <a:cubicBezTo>
                            <a:pt x="369803" y="199073"/>
                            <a:pt x="370184" y="200311"/>
                            <a:pt x="370565" y="201549"/>
                          </a:cubicBezTo>
                          <a:cubicBezTo>
                            <a:pt x="371708" y="205073"/>
                            <a:pt x="372470" y="208502"/>
                            <a:pt x="372946" y="211836"/>
                          </a:cubicBezTo>
                          <a:cubicBezTo>
                            <a:pt x="373041" y="212503"/>
                            <a:pt x="373137" y="213169"/>
                            <a:pt x="373232" y="213741"/>
                          </a:cubicBezTo>
                          <a:cubicBezTo>
                            <a:pt x="374946" y="231077"/>
                            <a:pt x="366945" y="244126"/>
                            <a:pt x="348181" y="250412"/>
                          </a:cubicBezTo>
                          <a:cubicBezTo>
                            <a:pt x="297603" y="267367"/>
                            <a:pt x="187780" y="228219"/>
                            <a:pt x="103008" y="163068"/>
                          </a:cubicBezTo>
                          <a:cubicBezTo>
                            <a:pt x="87101" y="150876"/>
                            <a:pt x="73194" y="138589"/>
                            <a:pt x="61479" y="126587"/>
                          </a:cubicBezTo>
                          <a:cubicBezTo>
                            <a:pt x="61193" y="126302"/>
                            <a:pt x="60812" y="125921"/>
                            <a:pt x="60526" y="125635"/>
                          </a:cubicBezTo>
                          <a:cubicBezTo>
                            <a:pt x="59097" y="124206"/>
                            <a:pt x="57669" y="122682"/>
                            <a:pt x="56335" y="121253"/>
                          </a:cubicBezTo>
                          <a:cubicBezTo>
                            <a:pt x="56049" y="120872"/>
                            <a:pt x="55668" y="120586"/>
                            <a:pt x="55383" y="120206"/>
                          </a:cubicBezTo>
                          <a:cubicBezTo>
                            <a:pt x="47191" y="111347"/>
                            <a:pt x="40143" y="102584"/>
                            <a:pt x="34428" y="94298"/>
                          </a:cubicBezTo>
                          <a:cubicBezTo>
                            <a:pt x="33951" y="93536"/>
                            <a:pt x="33380" y="92773"/>
                            <a:pt x="32904" y="92107"/>
                          </a:cubicBezTo>
                          <a:cubicBezTo>
                            <a:pt x="32808" y="92011"/>
                            <a:pt x="32808" y="91916"/>
                            <a:pt x="32713" y="91821"/>
                          </a:cubicBezTo>
                          <a:cubicBezTo>
                            <a:pt x="32142" y="90869"/>
                            <a:pt x="31570" y="90011"/>
                            <a:pt x="30999" y="89059"/>
                          </a:cubicBezTo>
                          <a:cubicBezTo>
                            <a:pt x="29856" y="87249"/>
                            <a:pt x="28808" y="85535"/>
                            <a:pt x="27855" y="83820"/>
                          </a:cubicBezTo>
                          <a:cubicBezTo>
                            <a:pt x="27474" y="83153"/>
                            <a:pt x="27093" y="82582"/>
                            <a:pt x="26712" y="81915"/>
                          </a:cubicBezTo>
                          <a:cubicBezTo>
                            <a:pt x="26617" y="81629"/>
                            <a:pt x="26427" y="81439"/>
                            <a:pt x="26236" y="81153"/>
                          </a:cubicBezTo>
                          <a:cubicBezTo>
                            <a:pt x="26236" y="81153"/>
                            <a:pt x="26236" y="81058"/>
                            <a:pt x="26141" y="81058"/>
                          </a:cubicBezTo>
                          <a:cubicBezTo>
                            <a:pt x="25379" y="79629"/>
                            <a:pt x="24712" y="78296"/>
                            <a:pt x="24045" y="76962"/>
                          </a:cubicBezTo>
                          <a:cubicBezTo>
                            <a:pt x="23855" y="76581"/>
                            <a:pt x="23664" y="76200"/>
                            <a:pt x="23474" y="75819"/>
                          </a:cubicBezTo>
                          <a:cubicBezTo>
                            <a:pt x="22712" y="74295"/>
                            <a:pt x="22045" y="72771"/>
                            <a:pt x="21474" y="71247"/>
                          </a:cubicBezTo>
                          <a:cubicBezTo>
                            <a:pt x="21474" y="71247"/>
                            <a:pt x="21474" y="71247"/>
                            <a:pt x="21474" y="71247"/>
                          </a:cubicBezTo>
                          <a:lnTo>
                            <a:pt x="21474" y="71247"/>
                          </a:lnTo>
                          <a:cubicBezTo>
                            <a:pt x="21474" y="71247"/>
                            <a:pt x="21474" y="71247"/>
                            <a:pt x="21474" y="71247"/>
                          </a:cubicBezTo>
                          <a:cubicBezTo>
                            <a:pt x="21378" y="71056"/>
                            <a:pt x="21378" y="70961"/>
                            <a:pt x="21283" y="70771"/>
                          </a:cubicBezTo>
                          <a:cubicBezTo>
                            <a:pt x="20616" y="69247"/>
                            <a:pt x="20045" y="67723"/>
                            <a:pt x="19569" y="66199"/>
                          </a:cubicBezTo>
                          <a:cubicBezTo>
                            <a:pt x="19569" y="66104"/>
                            <a:pt x="19473" y="65913"/>
                            <a:pt x="19378" y="65818"/>
                          </a:cubicBezTo>
                          <a:cubicBezTo>
                            <a:pt x="18997" y="64770"/>
                            <a:pt x="18711" y="63817"/>
                            <a:pt x="18426" y="62865"/>
                          </a:cubicBezTo>
                          <a:cubicBezTo>
                            <a:pt x="18330" y="62484"/>
                            <a:pt x="18235" y="62103"/>
                            <a:pt x="18045" y="61817"/>
                          </a:cubicBezTo>
                          <a:cubicBezTo>
                            <a:pt x="17949" y="61531"/>
                            <a:pt x="17854" y="61341"/>
                            <a:pt x="17854" y="61055"/>
                          </a:cubicBezTo>
                          <a:lnTo>
                            <a:pt x="17854" y="61055"/>
                          </a:lnTo>
                          <a:lnTo>
                            <a:pt x="17854" y="61055"/>
                          </a:lnTo>
                          <a:lnTo>
                            <a:pt x="17854" y="61055"/>
                          </a:lnTo>
                          <a:cubicBezTo>
                            <a:pt x="17473" y="59817"/>
                            <a:pt x="17283" y="58579"/>
                            <a:pt x="16997" y="57340"/>
                          </a:cubicBezTo>
                          <a:cubicBezTo>
                            <a:pt x="16902" y="57055"/>
                            <a:pt x="16806" y="56674"/>
                            <a:pt x="16806" y="56388"/>
                          </a:cubicBezTo>
                          <a:cubicBezTo>
                            <a:pt x="16806" y="56293"/>
                            <a:pt x="16806" y="56293"/>
                            <a:pt x="16806" y="56198"/>
                          </a:cubicBezTo>
                          <a:cubicBezTo>
                            <a:pt x="16806" y="56102"/>
                            <a:pt x="16806" y="56007"/>
                            <a:pt x="16806" y="55912"/>
                          </a:cubicBezTo>
                          <a:cubicBezTo>
                            <a:pt x="16616" y="54673"/>
                            <a:pt x="16425" y="53531"/>
                            <a:pt x="16235" y="52388"/>
                          </a:cubicBezTo>
                          <a:cubicBezTo>
                            <a:pt x="16235" y="52197"/>
                            <a:pt x="16140" y="52006"/>
                            <a:pt x="16140" y="51816"/>
                          </a:cubicBezTo>
                          <a:cubicBezTo>
                            <a:pt x="15949" y="50483"/>
                            <a:pt x="15949" y="49149"/>
                            <a:pt x="15854" y="47911"/>
                          </a:cubicBezTo>
                          <a:cubicBezTo>
                            <a:pt x="15854" y="47720"/>
                            <a:pt x="15854" y="47530"/>
                            <a:pt x="15854" y="47435"/>
                          </a:cubicBezTo>
                          <a:cubicBezTo>
                            <a:pt x="15854" y="46292"/>
                            <a:pt x="15854" y="45244"/>
                            <a:pt x="15949" y="44101"/>
                          </a:cubicBezTo>
                          <a:cubicBezTo>
                            <a:pt x="15949" y="43720"/>
                            <a:pt x="16044" y="43339"/>
                            <a:pt x="16044" y="42958"/>
                          </a:cubicBezTo>
                          <a:cubicBezTo>
                            <a:pt x="16140" y="42100"/>
                            <a:pt x="16235" y="41243"/>
                            <a:pt x="16425" y="40386"/>
                          </a:cubicBezTo>
                          <a:cubicBezTo>
                            <a:pt x="16521" y="40005"/>
                            <a:pt x="16521" y="39624"/>
                            <a:pt x="16616" y="39243"/>
                          </a:cubicBezTo>
                          <a:cubicBezTo>
                            <a:pt x="16806" y="38290"/>
                            <a:pt x="17092" y="37338"/>
                            <a:pt x="17378" y="36385"/>
                          </a:cubicBezTo>
                          <a:cubicBezTo>
                            <a:pt x="17473" y="36195"/>
                            <a:pt x="17473" y="36004"/>
                            <a:pt x="17568" y="35814"/>
                          </a:cubicBezTo>
                          <a:cubicBezTo>
                            <a:pt x="17949" y="34766"/>
                            <a:pt x="18330" y="33623"/>
                            <a:pt x="18807" y="32671"/>
                          </a:cubicBezTo>
                          <a:cubicBezTo>
                            <a:pt x="18807" y="32671"/>
                            <a:pt x="18807" y="32671"/>
                            <a:pt x="18807" y="32575"/>
                          </a:cubicBezTo>
                          <a:cubicBezTo>
                            <a:pt x="18902" y="32290"/>
                            <a:pt x="19092" y="32004"/>
                            <a:pt x="19283" y="31718"/>
                          </a:cubicBezTo>
                          <a:cubicBezTo>
                            <a:pt x="19283" y="31718"/>
                            <a:pt x="19283" y="31718"/>
                            <a:pt x="19283" y="31718"/>
                          </a:cubicBezTo>
                          <a:cubicBezTo>
                            <a:pt x="19283" y="31718"/>
                            <a:pt x="19283" y="31718"/>
                            <a:pt x="19283" y="31718"/>
                          </a:cubicBezTo>
                          <a:cubicBezTo>
                            <a:pt x="19664" y="30956"/>
                            <a:pt x="20045" y="30290"/>
                            <a:pt x="20521" y="29623"/>
                          </a:cubicBezTo>
                          <a:cubicBezTo>
                            <a:pt x="20521" y="29623"/>
                            <a:pt x="20521" y="29623"/>
                            <a:pt x="20521" y="29623"/>
                          </a:cubicBezTo>
                          <a:cubicBezTo>
                            <a:pt x="20521" y="29623"/>
                            <a:pt x="20521" y="29623"/>
                            <a:pt x="20521" y="29623"/>
                          </a:cubicBezTo>
                          <a:cubicBezTo>
                            <a:pt x="20616" y="29432"/>
                            <a:pt x="20712" y="29337"/>
                            <a:pt x="20807" y="29146"/>
                          </a:cubicBezTo>
                          <a:cubicBezTo>
                            <a:pt x="20902" y="28956"/>
                            <a:pt x="20997" y="28765"/>
                            <a:pt x="21093" y="28670"/>
                          </a:cubicBezTo>
                          <a:cubicBezTo>
                            <a:pt x="21569" y="28004"/>
                            <a:pt x="22045" y="27337"/>
                            <a:pt x="22521" y="26765"/>
                          </a:cubicBezTo>
                          <a:cubicBezTo>
                            <a:pt x="22807" y="26479"/>
                            <a:pt x="22998" y="26194"/>
                            <a:pt x="23283" y="25908"/>
                          </a:cubicBezTo>
                          <a:cubicBezTo>
                            <a:pt x="23950" y="25146"/>
                            <a:pt x="24712" y="24384"/>
                            <a:pt x="25474" y="23622"/>
                          </a:cubicBezTo>
                          <a:cubicBezTo>
                            <a:pt x="25474" y="23622"/>
                            <a:pt x="25474" y="23622"/>
                            <a:pt x="25474" y="23622"/>
                          </a:cubicBezTo>
                          <a:cubicBezTo>
                            <a:pt x="25474" y="23622"/>
                            <a:pt x="25474" y="23622"/>
                            <a:pt x="25474" y="23622"/>
                          </a:cubicBezTo>
                          <a:cubicBezTo>
                            <a:pt x="25569" y="23527"/>
                            <a:pt x="25665" y="23431"/>
                            <a:pt x="25760" y="23336"/>
                          </a:cubicBezTo>
                          <a:lnTo>
                            <a:pt x="25760" y="23336"/>
                          </a:lnTo>
                          <a:cubicBezTo>
                            <a:pt x="25760" y="23336"/>
                            <a:pt x="25760" y="23336"/>
                            <a:pt x="25760" y="23336"/>
                          </a:cubicBezTo>
                          <a:cubicBezTo>
                            <a:pt x="26617" y="22479"/>
                            <a:pt x="27665" y="21717"/>
                            <a:pt x="28617" y="21050"/>
                          </a:cubicBezTo>
                          <a:cubicBezTo>
                            <a:pt x="28617" y="21050"/>
                            <a:pt x="28617" y="21050"/>
                            <a:pt x="28617" y="21050"/>
                          </a:cubicBezTo>
                          <a:cubicBezTo>
                            <a:pt x="28617" y="21050"/>
                            <a:pt x="28617" y="21050"/>
                            <a:pt x="28617" y="21050"/>
                          </a:cubicBezTo>
                          <a:cubicBezTo>
                            <a:pt x="28713" y="20955"/>
                            <a:pt x="28808" y="20860"/>
                            <a:pt x="28998" y="20765"/>
                          </a:cubicBezTo>
                          <a:cubicBezTo>
                            <a:pt x="29189" y="20669"/>
                            <a:pt x="29379" y="20479"/>
                            <a:pt x="29570" y="20383"/>
                          </a:cubicBezTo>
                          <a:cubicBezTo>
                            <a:pt x="30332" y="19907"/>
                            <a:pt x="31094" y="19336"/>
                            <a:pt x="31951" y="18860"/>
                          </a:cubicBezTo>
                          <a:cubicBezTo>
                            <a:pt x="32332" y="18669"/>
                            <a:pt x="32713" y="18383"/>
                            <a:pt x="33189" y="18193"/>
                          </a:cubicBezTo>
                          <a:cubicBezTo>
                            <a:pt x="34047" y="17717"/>
                            <a:pt x="34904" y="17335"/>
                            <a:pt x="35761" y="16859"/>
                          </a:cubicBezTo>
                          <a:cubicBezTo>
                            <a:pt x="36142" y="16669"/>
                            <a:pt x="36523" y="16478"/>
                            <a:pt x="36999" y="16288"/>
                          </a:cubicBezTo>
                          <a:cubicBezTo>
                            <a:pt x="38333" y="15716"/>
                            <a:pt x="39666" y="15145"/>
                            <a:pt x="41095" y="14669"/>
                          </a:cubicBezTo>
                          <a:cubicBezTo>
                            <a:pt x="42524" y="14192"/>
                            <a:pt x="44048" y="13716"/>
                            <a:pt x="45667" y="13335"/>
                          </a:cubicBezTo>
                          <a:cubicBezTo>
                            <a:pt x="45953" y="13240"/>
                            <a:pt x="46239" y="13240"/>
                            <a:pt x="46524" y="13144"/>
                          </a:cubicBezTo>
                          <a:cubicBezTo>
                            <a:pt x="46715" y="13144"/>
                            <a:pt x="46905" y="13049"/>
                            <a:pt x="47096" y="12954"/>
                          </a:cubicBezTo>
                          <a:lnTo>
                            <a:pt x="47096" y="12954"/>
                          </a:lnTo>
                          <a:cubicBezTo>
                            <a:pt x="47096" y="12954"/>
                            <a:pt x="47096" y="12954"/>
                            <a:pt x="47096" y="12954"/>
                          </a:cubicBezTo>
                          <a:cubicBezTo>
                            <a:pt x="48144" y="12668"/>
                            <a:pt x="49287" y="12478"/>
                            <a:pt x="50430" y="12287"/>
                          </a:cubicBezTo>
                          <a:cubicBezTo>
                            <a:pt x="50430" y="12287"/>
                            <a:pt x="50430" y="12287"/>
                            <a:pt x="50430" y="12287"/>
                          </a:cubicBezTo>
                          <a:lnTo>
                            <a:pt x="50430" y="12287"/>
                          </a:lnTo>
                          <a:cubicBezTo>
                            <a:pt x="51001" y="12192"/>
                            <a:pt x="51573" y="12097"/>
                            <a:pt x="52239" y="12002"/>
                          </a:cubicBezTo>
                          <a:cubicBezTo>
                            <a:pt x="52239" y="12002"/>
                            <a:pt x="52239" y="12002"/>
                            <a:pt x="52239" y="12002"/>
                          </a:cubicBezTo>
                          <a:cubicBezTo>
                            <a:pt x="52239" y="12002"/>
                            <a:pt x="52239" y="12002"/>
                            <a:pt x="52239" y="12002"/>
                          </a:cubicBezTo>
                          <a:cubicBezTo>
                            <a:pt x="53382" y="11811"/>
                            <a:pt x="54525" y="11621"/>
                            <a:pt x="55668" y="11525"/>
                          </a:cubicBezTo>
                          <a:cubicBezTo>
                            <a:pt x="55954" y="11525"/>
                            <a:pt x="56240" y="11430"/>
                            <a:pt x="56526" y="11430"/>
                          </a:cubicBezTo>
                          <a:cubicBezTo>
                            <a:pt x="56811" y="11430"/>
                            <a:pt x="57192" y="11335"/>
                            <a:pt x="57478" y="11335"/>
                          </a:cubicBezTo>
                          <a:cubicBezTo>
                            <a:pt x="57478" y="11335"/>
                            <a:pt x="57478" y="11335"/>
                            <a:pt x="57478" y="11335"/>
                          </a:cubicBezTo>
                          <a:cubicBezTo>
                            <a:pt x="57478" y="11335"/>
                            <a:pt x="57478" y="11335"/>
                            <a:pt x="57478" y="11335"/>
                          </a:cubicBezTo>
                          <a:cubicBezTo>
                            <a:pt x="58812" y="11240"/>
                            <a:pt x="60240" y="11049"/>
                            <a:pt x="61574" y="11049"/>
                          </a:cubicBezTo>
                          <a:cubicBezTo>
                            <a:pt x="61860" y="11049"/>
                            <a:pt x="62145" y="10954"/>
                            <a:pt x="62431" y="10954"/>
                          </a:cubicBezTo>
                          <a:cubicBezTo>
                            <a:pt x="62622" y="10954"/>
                            <a:pt x="62717" y="10954"/>
                            <a:pt x="62907" y="10954"/>
                          </a:cubicBezTo>
                          <a:cubicBezTo>
                            <a:pt x="64717" y="10858"/>
                            <a:pt x="66622" y="10763"/>
                            <a:pt x="68527" y="10763"/>
                          </a:cubicBezTo>
                          <a:cubicBezTo>
                            <a:pt x="69003" y="10763"/>
                            <a:pt x="69480" y="10763"/>
                            <a:pt x="69956" y="10763"/>
                          </a:cubicBezTo>
                          <a:cubicBezTo>
                            <a:pt x="71480" y="10763"/>
                            <a:pt x="72909" y="10763"/>
                            <a:pt x="74433" y="10858"/>
                          </a:cubicBezTo>
                          <a:cubicBezTo>
                            <a:pt x="74909" y="10858"/>
                            <a:pt x="75290" y="10858"/>
                            <a:pt x="75766" y="10954"/>
                          </a:cubicBezTo>
                          <a:cubicBezTo>
                            <a:pt x="76052" y="10954"/>
                            <a:pt x="76338" y="10954"/>
                            <a:pt x="76528" y="11049"/>
                          </a:cubicBezTo>
                          <a:cubicBezTo>
                            <a:pt x="77290" y="11049"/>
                            <a:pt x="78052" y="11144"/>
                            <a:pt x="78719" y="11144"/>
                          </a:cubicBezTo>
                          <a:cubicBezTo>
                            <a:pt x="79100" y="11144"/>
                            <a:pt x="79481" y="11144"/>
                            <a:pt x="79862" y="11240"/>
                          </a:cubicBezTo>
                          <a:cubicBezTo>
                            <a:pt x="81481" y="11335"/>
                            <a:pt x="83005" y="11525"/>
                            <a:pt x="84720" y="11621"/>
                          </a:cubicBezTo>
                          <a:cubicBezTo>
                            <a:pt x="85672" y="11716"/>
                            <a:pt x="86625" y="11811"/>
                            <a:pt x="87577" y="11906"/>
                          </a:cubicBezTo>
                          <a:cubicBezTo>
                            <a:pt x="87863" y="11906"/>
                            <a:pt x="88149" y="12002"/>
                            <a:pt x="88434" y="12002"/>
                          </a:cubicBezTo>
                          <a:cubicBezTo>
                            <a:pt x="88434" y="12002"/>
                            <a:pt x="88434" y="12002"/>
                            <a:pt x="88434" y="12002"/>
                          </a:cubicBezTo>
                          <a:cubicBezTo>
                            <a:pt x="88434" y="12002"/>
                            <a:pt x="88434" y="12002"/>
                            <a:pt x="88434" y="12002"/>
                          </a:cubicBezTo>
                          <a:cubicBezTo>
                            <a:pt x="89673" y="12192"/>
                            <a:pt x="91006" y="12383"/>
                            <a:pt x="92340" y="12573"/>
                          </a:cubicBezTo>
                          <a:cubicBezTo>
                            <a:pt x="94054" y="12859"/>
                            <a:pt x="95673" y="13049"/>
                            <a:pt x="97388" y="13335"/>
                          </a:cubicBezTo>
                          <a:cubicBezTo>
                            <a:pt x="97674" y="13430"/>
                            <a:pt x="97959" y="13430"/>
                            <a:pt x="98340" y="13525"/>
                          </a:cubicBezTo>
                          <a:cubicBezTo>
                            <a:pt x="99007" y="13621"/>
                            <a:pt x="99674" y="13716"/>
                            <a:pt x="100341" y="13906"/>
                          </a:cubicBezTo>
                          <a:cubicBezTo>
                            <a:pt x="101579" y="14097"/>
                            <a:pt x="102912" y="14383"/>
                            <a:pt x="104151" y="14573"/>
                          </a:cubicBezTo>
                          <a:cubicBezTo>
                            <a:pt x="104532" y="14669"/>
                            <a:pt x="104913" y="14764"/>
                            <a:pt x="105198" y="14764"/>
                          </a:cubicBezTo>
                          <a:lnTo>
                            <a:pt x="105198" y="14764"/>
                          </a:lnTo>
                          <a:cubicBezTo>
                            <a:pt x="105198" y="14764"/>
                            <a:pt x="105198" y="14764"/>
                            <a:pt x="105198" y="14764"/>
                          </a:cubicBezTo>
                          <a:cubicBezTo>
                            <a:pt x="106246" y="14954"/>
                            <a:pt x="107389" y="15240"/>
                            <a:pt x="108437" y="15431"/>
                          </a:cubicBezTo>
                          <a:cubicBezTo>
                            <a:pt x="108437" y="15431"/>
                            <a:pt x="108437" y="15431"/>
                            <a:pt x="108437" y="15431"/>
                          </a:cubicBezTo>
                          <a:cubicBezTo>
                            <a:pt x="108437" y="15431"/>
                            <a:pt x="108437" y="15431"/>
                            <a:pt x="108437" y="15431"/>
                          </a:cubicBezTo>
                          <a:cubicBezTo>
                            <a:pt x="109294" y="15621"/>
                            <a:pt x="110247" y="15811"/>
                            <a:pt x="111104" y="16002"/>
                          </a:cubicBezTo>
                          <a:cubicBezTo>
                            <a:pt x="111866" y="16192"/>
                            <a:pt x="112628" y="16383"/>
                            <a:pt x="113485" y="16573"/>
                          </a:cubicBezTo>
                          <a:cubicBezTo>
                            <a:pt x="114152" y="16764"/>
                            <a:pt x="114819" y="16859"/>
                            <a:pt x="115485" y="17050"/>
                          </a:cubicBezTo>
                          <a:cubicBezTo>
                            <a:pt x="115962" y="17145"/>
                            <a:pt x="116438" y="17240"/>
                            <a:pt x="116819" y="17335"/>
                          </a:cubicBezTo>
                          <a:cubicBezTo>
                            <a:pt x="118248" y="17717"/>
                            <a:pt x="119676" y="18098"/>
                            <a:pt x="121105" y="18479"/>
                          </a:cubicBezTo>
                          <a:cubicBezTo>
                            <a:pt x="122343" y="18764"/>
                            <a:pt x="123582" y="19145"/>
                            <a:pt x="124820" y="19431"/>
                          </a:cubicBezTo>
                          <a:cubicBezTo>
                            <a:pt x="124820" y="19431"/>
                            <a:pt x="124820" y="19431"/>
                            <a:pt x="124820" y="19431"/>
                          </a:cubicBezTo>
                          <a:cubicBezTo>
                            <a:pt x="124820" y="19431"/>
                            <a:pt x="124820" y="19431"/>
                            <a:pt x="124820" y="19431"/>
                          </a:cubicBezTo>
                          <a:cubicBezTo>
                            <a:pt x="126249" y="19812"/>
                            <a:pt x="127677" y="20288"/>
                            <a:pt x="129201" y="20669"/>
                          </a:cubicBezTo>
                          <a:cubicBezTo>
                            <a:pt x="129201" y="20669"/>
                            <a:pt x="129201" y="20669"/>
                            <a:pt x="129201" y="20669"/>
                          </a:cubicBezTo>
                          <a:cubicBezTo>
                            <a:pt x="129201" y="20669"/>
                            <a:pt x="129201" y="20669"/>
                            <a:pt x="129297" y="20669"/>
                          </a:cubicBezTo>
                          <a:cubicBezTo>
                            <a:pt x="130154" y="20955"/>
                            <a:pt x="131106" y="21146"/>
                            <a:pt x="131964" y="21431"/>
                          </a:cubicBezTo>
                          <a:cubicBezTo>
                            <a:pt x="132345" y="21527"/>
                            <a:pt x="132630" y="21622"/>
                            <a:pt x="133011" y="21717"/>
                          </a:cubicBezTo>
                          <a:cubicBezTo>
                            <a:pt x="134250" y="22098"/>
                            <a:pt x="135583" y="22479"/>
                            <a:pt x="136821" y="22955"/>
                          </a:cubicBezTo>
                          <a:cubicBezTo>
                            <a:pt x="136917" y="22955"/>
                            <a:pt x="136917" y="22955"/>
                            <a:pt x="137012" y="22955"/>
                          </a:cubicBezTo>
                          <a:lnTo>
                            <a:pt x="137012" y="22955"/>
                          </a:lnTo>
                          <a:cubicBezTo>
                            <a:pt x="137012" y="22955"/>
                            <a:pt x="137107" y="22955"/>
                            <a:pt x="137107" y="22955"/>
                          </a:cubicBezTo>
                          <a:cubicBezTo>
                            <a:pt x="138441" y="23336"/>
                            <a:pt x="139774" y="23813"/>
                            <a:pt x="141203" y="24289"/>
                          </a:cubicBezTo>
                          <a:cubicBezTo>
                            <a:pt x="142536" y="24765"/>
                            <a:pt x="143965" y="25241"/>
                            <a:pt x="145299" y="25717"/>
                          </a:cubicBezTo>
                          <a:cubicBezTo>
                            <a:pt x="146346" y="26098"/>
                            <a:pt x="147299" y="26384"/>
                            <a:pt x="148347" y="26765"/>
                          </a:cubicBezTo>
                          <a:cubicBezTo>
                            <a:pt x="148728" y="26860"/>
                            <a:pt x="149109" y="27051"/>
                            <a:pt x="149490" y="27146"/>
                          </a:cubicBezTo>
                          <a:cubicBezTo>
                            <a:pt x="149680" y="27242"/>
                            <a:pt x="149871" y="27242"/>
                            <a:pt x="149966" y="27337"/>
                          </a:cubicBezTo>
                          <a:cubicBezTo>
                            <a:pt x="151109" y="27718"/>
                            <a:pt x="152252" y="28194"/>
                            <a:pt x="153395" y="28575"/>
                          </a:cubicBezTo>
                          <a:cubicBezTo>
                            <a:pt x="153395" y="28575"/>
                            <a:pt x="153395" y="28575"/>
                            <a:pt x="153395" y="28575"/>
                          </a:cubicBezTo>
                          <a:cubicBezTo>
                            <a:pt x="153395" y="28575"/>
                            <a:pt x="153490" y="28575"/>
                            <a:pt x="153490" y="28575"/>
                          </a:cubicBezTo>
                          <a:cubicBezTo>
                            <a:pt x="154919" y="29051"/>
                            <a:pt x="156348" y="29623"/>
                            <a:pt x="157776" y="30099"/>
                          </a:cubicBezTo>
                          <a:cubicBezTo>
                            <a:pt x="158062" y="30194"/>
                            <a:pt x="158348" y="30290"/>
                            <a:pt x="158634" y="30385"/>
                          </a:cubicBezTo>
                          <a:cubicBezTo>
                            <a:pt x="159681" y="30766"/>
                            <a:pt x="160824" y="31242"/>
                            <a:pt x="161872" y="31623"/>
                          </a:cubicBezTo>
                          <a:cubicBezTo>
                            <a:pt x="162920" y="32004"/>
                            <a:pt x="163872" y="32385"/>
                            <a:pt x="164920" y="32861"/>
                          </a:cubicBezTo>
                          <a:cubicBezTo>
                            <a:pt x="165301" y="33052"/>
                            <a:pt x="165777" y="33147"/>
                            <a:pt x="166158" y="33338"/>
                          </a:cubicBezTo>
                          <a:cubicBezTo>
                            <a:pt x="166158" y="33338"/>
                            <a:pt x="166158" y="33338"/>
                            <a:pt x="166158" y="33338"/>
                          </a:cubicBezTo>
                          <a:cubicBezTo>
                            <a:pt x="166158" y="33338"/>
                            <a:pt x="166158" y="33338"/>
                            <a:pt x="166158" y="33338"/>
                          </a:cubicBezTo>
                          <a:cubicBezTo>
                            <a:pt x="167587" y="33909"/>
                            <a:pt x="169016" y="34481"/>
                            <a:pt x="170445" y="35052"/>
                          </a:cubicBezTo>
                          <a:cubicBezTo>
                            <a:pt x="170445" y="35052"/>
                            <a:pt x="170445" y="35052"/>
                            <a:pt x="170445" y="35052"/>
                          </a:cubicBezTo>
                          <a:cubicBezTo>
                            <a:pt x="170445" y="35052"/>
                            <a:pt x="170445" y="35052"/>
                            <a:pt x="170445" y="35052"/>
                          </a:cubicBezTo>
                          <a:cubicBezTo>
                            <a:pt x="171873" y="35623"/>
                            <a:pt x="173207" y="36195"/>
                            <a:pt x="174636" y="36767"/>
                          </a:cubicBezTo>
                          <a:cubicBezTo>
                            <a:pt x="175588" y="37148"/>
                            <a:pt x="176541" y="37529"/>
                            <a:pt x="177398" y="38005"/>
                          </a:cubicBezTo>
                          <a:cubicBezTo>
                            <a:pt x="177969" y="38195"/>
                            <a:pt x="178446" y="38481"/>
                            <a:pt x="179017" y="38671"/>
                          </a:cubicBezTo>
                          <a:cubicBezTo>
                            <a:pt x="180065" y="39148"/>
                            <a:pt x="181017" y="39529"/>
                            <a:pt x="182065" y="40005"/>
                          </a:cubicBezTo>
                          <a:cubicBezTo>
                            <a:pt x="182446" y="40196"/>
                            <a:pt x="182827" y="40291"/>
                            <a:pt x="183113" y="40481"/>
                          </a:cubicBezTo>
                          <a:cubicBezTo>
                            <a:pt x="183113" y="40481"/>
                            <a:pt x="183113" y="40481"/>
                            <a:pt x="183113" y="40481"/>
                          </a:cubicBezTo>
                          <a:cubicBezTo>
                            <a:pt x="183113" y="40481"/>
                            <a:pt x="183113" y="40481"/>
                            <a:pt x="183113" y="40481"/>
                          </a:cubicBezTo>
                          <a:cubicBezTo>
                            <a:pt x="184446" y="41053"/>
                            <a:pt x="185780" y="41719"/>
                            <a:pt x="187113" y="42291"/>
                          </a:cubicBezTo>
                          <a:cubicBezTo>
                            <a:pt x="187494" y="42481"/>
                            <a:pt x="187875" y="42672"/>
                            <a:pt x="188256" y="42863"/>
                          </a:cubicBezTo>
                          <a:cubicBezTo>
                            <a:pt x="189495" y="43434"/>
                            <a:pt x="190733" y="44006"/>
                            <a:pt x="191971" y="44577"/>
                          </a:cubicBezTo>
                          <a:cubicBezTo>
                            <a:pt x="191971" y="44577"/>
                            <a:pt x="191971" y="44577"/>
                            <a:pt x="191971" y="44577"/>
                          </a:cubicBezTo>
                          <a:cubicBezTo>
                            <a:pt x="191971" y="44577"/>
                            <a:pt x="191971" y="44577"/>
                            <a:pt x="191971" y="44577"/>
                          </a:cubicBezTo>
                          <a:cubicBezTo>
                            <a:pt x="193686" y="45434"/>
                            <a:pt x="195495" y="46292"/>
                            <a:pt x="197210" y="47149"/>
                          </a:cubicBezTo>
                          <a:cubicBezTo>
                            <a:pt x="197210" y="47149"/>
                            <a:pt x="197210" y="47149"/>
                            <a:pt x="197210" y="47149"/>
                          </a:cubicBezTo>
                          <a:cubicBezTo>
                            <a:pt x="197210" y="47149"/>
                            <a:pt x="197305" y="47149"/>
                            <a:pt x="197305" y="47149"/>
                          </a:cubicBezTo>
                          <a:cubicBezTo>
                            <a:pt x="198258" y="47625"/>
                            <a:pt x="199305" y="48101"/>
                            <a:pt x="200353" y="48577"/>
                          </a:cubicBezTo>
                          <a:cubicBezTo>
                            <a:pt x="200544" y="48673"/>
                            <a:pt x="200639" y="48768"/>
                            <a:pt x="200829" y="48863"/>
                          </a:cubicBezTo>
                          <a:cubicBezTo>
                            <a:pt x="204068" y="50483"/>
                            <a:pt x="207211" y="52102"/>
                            <a:pt x="210450" y="53721"/>
                          </a:cubicBezTo>
                          <a:cubicBezTo>
                            <a:pt x="211116" y="54102"/>
                            <a:pt x="211783" y="54388"/>
                            <a:pt x="212450" y="54769"/>
                          </a:cubicBezTo>
                          <a:cubicBezTo>
                            <a:pt x="213879" y="55531"/>
                            <a:pt x="215307" y="56293"/>
                            <a:pt x="216736" y="57055"/>
                          </a:cubicBezTo>
                          <a:cubicBezTo>
                            <a:pt x="217879" y="57626"/>
                            <a:pt x="218927" y="58293"/>
                            <a:pt x="220070" y="58865"/>
                          </a:cubicBezTo>
                          <a:cubicBezTo>
                            <a:pt x="220451" y="59055"/>
                            <a:pt x="220737" y="59246"/>
                            <a:pt x="221118" y="59436"/>
                          </a:cubicBezTo>
                          <a:cubicBezTo>
                            <a:pt x="221689" y="59722"/>
                            <a:pt x="222165" y="60008"/>
                            <a:pt x="222737" y="60293"/>
                          </a:cubicBezTo>
                          <a:cubicBezTo>
                            <a:pt x="224737" y="61436"/>
                            <a:pt x="226833" y="62579"/>
                            <a:pt x="228833" y="63817"/>
                          </a:cubicBezTo>
                          <a:cubicBezTo>
                            <a:pt x="230166" y="64579"/>
                            <a:pt x="231500" y="65342"/>
                            <a:pt x="232833" y="66104"/>
                          </a:cubicBezTo>
                          <a:lnTo>
                            <a:pt x="232833" y="66104"/>
                          </a:lnTo>
                          <a:cubicBezTo>
                            <a:pt x="232833" y="66104"/>
                            <a:pt x="232833" y="66104"/>
                            <a:pt x="232833" y="66104"/>
                          </a:cubicBezTo>
                          <a:cubicBezTo>
                            <a:pt x="233500" y="66485"/>
                            <a:pt x="234262" y="66961"/>
                            <a:pt x="234929" y="67342"/>
                          </a:cubicBezTo>
                          <a:cubicBezTo>
                            <a:pt x="234929" y="67342"/>
                            <a:pt x="234929" y="67342"/>
                            <a:pt x="234929" y="67342"/>
                          </a:cubicBezTo>
                          <a:cubicBezTo>
                            <a:pt x="234929" y="67342"/>
                            <a:pt x="234929" y="67342"/>
                            <a:pt x="234929" y="67342"/>
                          </a:cubicBezTo>
                          <a:cubicBezTo>
                            <a:pt x="237596" y="68961"/>
                            <a:pt x="240263" y="70580"/>
                            <a:pt x="242930" y="72200"/>
                          </a:cubicBezTo>
                          <a:cubicBezTo>
                            <a:pt x="244073" y="72866"/>
                            <a:pt x="245216" y="73533"/>
                            <a:pt x="246359" y="74295"/>
                          </a:cubicBezTo>
                          <a:cubicBezTo>
                            <a:pt x="246740" y="74486"/>
                            <a:pt x="247026" y="74676"/>
                            <a:pt x="247407" y="74962"/>
                          </a:cubicBezTo>
                          <a:cubicBezTo>
                            <a:pt x="248169" y="75438"/>
                            <a:pt x="248931" y="75914"/>
                            <a:pt x="249597" y="76390"/>
                          </a:cubicBezTo>
                          <a:cubicBezTo>
                            <a:pt x="249597" y="76390"/>
                            <a:pt x="249597" y="76390"/>
                            <a:pt x="249597" y="76390"/>
                          </a:cubicBezTo>
                          <a:cubicBezTo>
                            <a:pt x="249597" y="76390"/>
                            <a:pt x="249597" y="76390"/>
                            <a:pt x="249597" y="76390"/>
                          </a:cubicBezTo>
                          <a:cubicBezTo>
                            <a:pt x="249788" y="76486"/>
                            <a:pt x="249978" y="76676"/>
                            <a:pt x="250169" y="76771"/>
                          </a:cubicBezTo>
                          <a:cubicBezTo>
                            <a:pt x="251788" y="77819"/>
                            <a:pt x="253407" y="78772"/>
                            <a:pt x="254931" y="79819"/>
                          </a:cubicBezTo>
                          <a:cubicBezTo>
                            <a:pt x="255027" y="79915"/>
                            <a:pt x="255217" y="80010"/>
                            <a:pt x="255312" y="80105"/>
                          </a:cubicBezTo>
                          <a:cubicBezTo>
                            <a:pt x="256551" y="80867"/>
                            <a:pt x="257694" y="81629"/>
                            <a:pt x="258837" y="82486"/>
                          </a:cubicBezTo>
                          <a:cubicBezTo>
                            <a:pt x="259980" y="83248"/>
                            <a:pt x="261123" y="84011"/>
                            <a:pt x="262266" y="84868"/>
                          </a:cubicBezTo>
                          <a:cubicBezTo>
                            <a:pt x="263028" y="85344"/>
                            <a:pt x="263790" y="85915"/>
                            <a:pt x="264456" y="86392"/>
                          </a:cubicBezTo>
                          <a:cubicBezTo>
                            <a:pt x="264456" y="86392"/>
                            <a:pt x="264456" y="86392"/>
                            <a:pt x="264456" y="86392"/>
                          </a:cubicBezTo>
                          <a:cubicBezTo>
                            <a:pt x="264456" y="86392"/>
                            <a:pt x="264456" y="86392"/>
                            <a:pt x="264456" y="86392"/>
                          </a:cubicBezTo>
                          <a:cubicBezTo>
                            <a:pt x="265599" y="87154"/>
                            <a:pt x="266742" y="87916"/>
                            <a:pt x="267885" y="88773"/>
                          </a:cubicBezTo>
                          <a:cubicBezTo>
                            <a:pt x="268266" y="89059"/>
                            <a:pt x="268552" y="89249"/>
                            <a:pt x="268933" y="89535"/>
                          </a:cubicBezTo>
                          <a:cubicBezTo>
                            <a:pt x="270648" y="90678"/>
                            <a:pt x="272267" y="91916"/>
                            <a:pt x="273886" y="93059"/>
                          </a:cubicBezTo>
                          <a:cubicBezTo>
                            <a:pt x="273886" y="93059"/>
                            <a:pt x="273886" y="93059"/>
                            <a:pt x="273886" y="93059"/>
                          </a:cubicBezTo>
                          <a:cubicBezTo>
                            <a:pt x="273886" y="93059"/>
                            <a:pt x="273886" y="93059"/>
                            <a:pt x="273886" y="93059"/>
                          </a:cubicBezTo>
                          <a:cubicBezTo>
                            <a:pt x="274839" y="93726"/>
                            <a:pt x="275791" y="94393"/>
                            <a:pt x="276744" y="95155"/>
                          </a:cubicBezTo>
                          <a:cubicBezTo>
                            <a:pt x="279696" y="97346"/>
                            <a:pt x="282649" y="99536"/>
                            <a:pt x="285507" y="101727"/>
                          </a:cubicBezTo>
                          <a:cubicBezTo>
                            <a:pt x="287031" y="102870"/>
                            <a:pt x="288459" y="104013"/>
                            <a:pt x="289888" y="105156"/>
                          </a:cubicBezTo>
                          <a:cubicBezTo>
                            <a:pt x="289888" y="105156"/>
                            <a:pt x="289888" y="105156"/>
                            <a:pt x="289888" y="105156"/>
                          </a:cubicBezTo>
                          <a:cubicBezTo>
                            <a:pt x="291507" y="106394"/>
                            <a:pt x="293127" y="107728"/>
                            <a:pt x="294651" y="108966"/>
                          </a:cubicBezTo>
                          <a:cubicBezTo>
                            <a:pt x="295317" y="109538"/>
                            <a:pt x="296079" y="110109"/>
                            <a:pt x="296746" y="110681"/>
                          </a:cubicBezTo>
                          <a:cubicBezTo>
                            <a:pt x="296746" y="110681"/>
                            <a:pt x="296746" y="110681"/>
                            <a:pt x="296746" y="110681"/>
                          </a:cubicBezTo>
                          <a:cubicBezTo>
                            <a:pt x="296746" y="110681"/>
                            <a:pt x="296746" y="110681"/>
                            <a:pt x="296746" y="110681"/>
                          </a:cubicBezTo>
                          <a:cubicBezTo>
                            <a:pt x="299032" y="112586"/>
                            <a:pt x="301318" y="114490"/>
                            <a:pt x="303509" y="116396"/>
                          </a:cubicBezTo>
                          <a:cubicBezTo>
                            <a:pt x="303509" y="116396"/>
                            <a:pt x="303509" y="116396"/>
                            <a:pt x="303509" y="116396"/>
                          </a:cubicBezTo>
                          <a:cubicBezTo>
                            <a:pt x="303509" y="116396"/>
                            <a:pt x="303509" y="116396"/>
                            <a:pt x="303509" y="116396"/>
                          </a:cubicBezTo>
                          <a:cubicBezTo>
                            <a:pt x="304080" y="116872"/>
                            <a:pt x="304652" y="117348"/>
                            <a:pt x="305223" y="117824"/>
                          </a:cubicBezTo>
                          <a:cubicBezTo>
                            <a:pt x="308367" y="120586"/>
                            <a:pt x="311510" y="123349"/>
                            <a:pt x="314558" y="126111"/>
                          </a:cubicBezTo>
                          <a:cubicBezTo>
                            <a:pt x="315129" y="126587"/>
                            <a:pt x="315606" y="127063"/>
                            <a:pt x="316082" y="127635"/>
                          </a:cubicBezTo>
                          <a:lnTo>
                            <a:pt x="316082" y="127635"/>
                          </a:lnTo>
                          <a:cubicBezTo>
                            <a:pt x="319416" y="130778"/>
                            <a:pt x="322654" y="133921"/>
                            <a:pt x="325702" y="136969"/>
                          </a:cubicBezTo>
                          <a:cubicBezTo>
                            <a:pt x="327036" y="138303"/>
                            <a:pt x="328369" y="139636"/>
                            <a:pt x="329607" y="140970"/>
                          </a:cubicBezTo>
                          <a:cubicBezTo>
                            <a:pt x="330655" y="142018"/>
                            <a:pt x="331608" y="143065"/>
                            <a:pt x="332655" y="144113"/>
                          </a:cubicBezTo>
                          <a:cubicBezTo>
                            <a:pt x="335037" y="146685"/>
                            <a:pt x="337227" y="149161"/>
                            <a:pt x="339418" y="151638"/>
                          </a:cubicBezTo>
                          <a:cubicBezTo>
                            <a:pt x="339609" y="151924"/>
                            <a:pt x="339894" y="152114"/>
                            <a:pt x="340085" y="152400"/>
                          </a:cubicBezTo>
                          <a:cubicBezTo>
                            <a:pt x="340085" y="152400"/>
                            <a:pt x="340085" y="152495"/>
                            <a:pt x="340180" y="152495"/>
                          </a:cubicBezTo>
                          <a:cubicBezTo>
                            <a:pt x="340180" y="152495"/>
                            <a:pt x="340275" y="152590"/>
                            <a:pt x="340275" y="152590"/>
                          </a:cubicBezTo>
                          <a:cubicBezTo>
                            <a:pt x="340656" y="152971"/>
                            <a:pt x="340942" y="153352"/>
                            <a:pt x="341323" y="153829"/>
                          </a:cubicBezTo>
                          <a:cubicBezTo>
                            <a:pt x="341799" y="154400"/>
                            <a:pt x="342276" y="154972"/>
                            <a:pt x="342752" y="155543"/>
                          </a:cubicBezTo>
                          <a:cubicBezTo>
                            <a:pt x="347038" y="159734"/>
                            <a:pt x="350277" y="164021"/>
                            <a:pt x="353229" y="168116"/>
                          </a:cubicBezTo>
                          <a:close/>
                        </a:path>
                      </a:pathLst>
                    </a:custGeom>
                    <a:solidFill>
                      <a:srgbClr val="9652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0" name="AutoShape 130"/>
                    <p:cNvSpPr/>
                    <p:nvPr/>
                  </p:nvSpPr>
                  <p:spPr>
                    <a:xfrm>
                      <a:off x="6646735" y="2795753"/>
                      <a:ext cx="469326" cy="31987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9326" h="319873">
                          <a:moveTo>
                            <a:pt x="355092" y="119849"/>
                          </a:moveTo>
                          <a:cubicBezTo>
                            <a:pt x="243745" y="34314"/>
                            <a:pt x="99631" y="-17025"/>
                            <a:pt x="33242" y="5168"/>
                          </a:cubicBezTo>
                          <a:cubicBezTo>
                            <a:pt x="19145" y="9930"/>
                            <a:pt x="9715" y="17550"/>
                            <a:pt x="4572" y="27552"/>
                          </a:cubicBezTo>
                          <a:cubicBezTo>
                            <a:pt x="4381" y="27932"/>
                            <a:pt x="4191" y="28314"/>
                            <a:pt x="4000" y="28695"/>
                          </a:cubicBezTo>
                          <a:cubicBezTo>
                            <a:pt x="3334" y="30028"/>
                            <a:pt x="2762" y="31457"/>
                            <a:pt x="2286" y="32886"/>
                          </a:cubicBezTo>
                          <a:cubicBezTo>
                            <a:pt x="2191" y="33076"/>
                            <a:pt x="2191" y="33362"/>
                            <a:pt x="2095" y="33552"/>
                          </a:cubicBezTo>
                          <a:cubicBezTo>
                            <a:pt x="1714" y="34791"/>
                            <a:pt x="1333" y="36029"/>
                            <a:pt x="1048" y="37362"/>
                          </a:cubicBezTo>
                          <a:cubicBezTo>
                            <a:pt x="952" y="37839"/>
                            <a:pt x="857" y="38410"/>
                            <a:pt x="762" y="38886"/>
                          </a:cubicBezTo>
                          <a:cubicBezTo>
                            <a:pt x="571" y="40029"/>
                            <a:pt x="381" y="41172"/>
                            <a:pt x="286" y="42315"/>
                          </a:cubicBezTo>
                          <a:cubicBezTo>
                            <a:pt x="286" y="42411"/>
                            <a:pt x="286" y="42506"/>
                            <a:pt x="286" y="42601"/>
                          </a:cubicBezTo>
                          <a:cubicBezTo>
                            <a:pt x="286" y="42982"/>
                            <a:pt x="190" y="43458"/>
                            <a:pt x="190" y="43839"/>
                          </a:cubicBezTo>
                          <a:cubicBezTo>
                            <a:pt x="95" y="45268"/>
                            <a:pt x="0" y="46697"/>
                            <a:pt x="0" y="48221"/>
                          </a:cubicBezTo>
                          <a:cubicBezTo>
                            <a:pt x="0" y="48316"/>
                            <a:pt x="0" y="48411"/>
                            <a:pt x="0" y="48507"/>
                          </a:cubicBezTo>
                          <a:cubicBezTo>
                            <a:pt x="0" y="48602"/>
                            <a:pt x="0" y="48697"/>
                            <a:pt x="0" y="48792"/>
                          </a:cubicBezTo>
                          <a:cubicBezTo>
                            <a:pt x="0" y="50507"/>
                            <a:pt x="95" y="52221"/>
                            <a:pt x="286" y="53936"/>
                          </a:cubicBezTo>
                          <a:cubicBezTo>
                            <a:pt x="286" y="54222"/>
                            <a:pt x="381" y="54412"/>
                            <a:pt x="381" y="54698"/>
                          </a:cubicBezTo>
                          <a:cubicBezTo>
                            <a:pt x="571" y="56222"/>
                            <a:pt x="762" y="57746"/>
                            <a:pt x="1143" y="59365"/>
                          </a:cubicBezTo>
                          <a:lnTo>
                            <a:pt x="1143" y="59365"/>
                          </a:lnTo>
                          <a:cubicBezTo>
                            <a:pt x="1143" y="59365"/>
                            <a:pt x="1143" y="59365"/>
                            <a:pt x="1143" y="59460"/>
                          </a:cubicBezTo>
                          <a:cubicBezTo>
                            <a:pt x="1143" y="59651"/>
                            <a:pt x="1143" y="59841"/>
                            <a:pt x="1238" y="60032"/>
                          </a:cubicBezTo>
                          <a:cubicBezTo>
                            <a:pt x="1333" y="60413"/>
                            <a:pt x="1429" y="60889"/>
                            <a:pt x="1524" y="61270"/>
                          </a:cubicBezTo>
                          <a:cubicBezTo>
                            <a:pt x="1524" y="61270"/>
                            <a:pt x="1524" y="61270"/>
                            <a:pt x="1524" y="61270"/>
                          </a:cubicBezTo>
                          <a:cubicBezTo>
                            <a:pt x="1905" y="62889"/>
                            <a:pt x="2191" y="64509"/>
                            <a:pt x="2667" y="66128"/>
                          </a:cubicBezTo>
                          <a:cubicBezTo>
                            <a:pt x="2762" y="66414"/>
                            <a:pt x="2857" y="66795"/>
                            <a:pt x="2953" y="67080"/>
                          </a:cubicBezTo>
                          <a:cubicBezTo>
                            <a:pt x="2953" y="67080"/>
                            <a:pt x="2953" y="67080"/>
                            <a:pt x="2953" y="67080"/>
                          </a:cubicBezTo>
                          <a:cubicBezTo>
                            <a:pt x="3429" y="68890"/>
                            <a:pt x="4000" y="70605"/>
                            <a:pt x="4667" y="72414"/>
                          </a:cubicBezTo>
                          <a:cubicBezTo>
                            <a:pt x="4763" y="72605"/>
                            <a:pt x="4763" y="72700"/>
                            <a:pt x="4858" y="72891"/>
                          </a:cubicBezTo>
                          <a:cubicBezTo>
                            <a:pt x="4858" y="72891"/>
                            <a:pt x="4858" y="72891"/>
                            <a:pt x="4858" y="72891"/>
                          </a:cubicBezTo>
                          <a:cubicBezTo>
                            <a:pt x="5524" y="74891"/>
                            <a:pt x="6286" y="76891"/>
                            <a:pt x="7144" y="78891"/>
                          </a:cubicBezTo>
                          <a:cubicBezTo>
                            <a:pt x="7144" y="78987"/>
                            <a:pt x="7239" y="78987"/>
                            <a:pt x="7239" y="79082"/>
                          </a:cubicBezTo>
                          <a:cubicBezTo>
                            <a:pt x="7334" y="79272"/>
                            <a:pt x="7429" y="79463"/>
                            <a:pt x="7429" y="79558"/>
                          </a:cubicBezTo>
                          <a:cubicBezTo>
                            <a:pt x="8287" y="81558"/>
                            <a:pt x="9144" y="83559"/>
                            <a:pt x="10096" y="85559"/>
                          </a:cubicBezTo>
                          <a:cubicBezTo>
                            <a:pt x="10287" y="85940"/>
                            <a:pt x="10573" y="86416"/>
                            <a:pt x="10763" y="86797"/>
                          </a:cubicBezTo>
                          <a:cubicBezTo>
                            <a:pt x="10763" y="86892"/>
                            <a:pt x="10858" y="86988"/>
                            <a:pt x="10858" y="86988"/>
                          </a:cubicBezTo>
                          <a:cubicBezTo>
                            <a:pt x="11716" y="88797"/>
                            <a:pt x="12668" y="90607"/>
                            <a:pt x="13621" y="92417"/>
                          </a:cubicBezTo>
                          <a:cubicBezTo>
                            <a:pt x="13811" y="92798"/>
                            <a:pt x="14002" y="93084"/>
                            <a:pt x="14192" y="93465"/>
                          </a:cubicBezTo>
                          <a:cubicBezTo>
                            <a:pt x="14192" y="93465"/>
                            <a:pt x="14192" y="93560"/>
                            <a:pt x="14288" y="93560"/>
                          </a:cubicBezTo>
                          <a:cubicBezTo>
                            <a:pt x="14954" y="94703"/>
                            <a:pt x="15621" y="95846"/>
                            <a:pt x="16288" y="96989"/>
                          </a:cubicBezTo>
                          <a:cubicBezTo>
                            <a:pt x="16573" y="97465"/>
                            <a:pt x="16764" y="97846"/>
                            <a:pt x="17050" y="98322"/>
                          </a:cubicBezTo>
                          <a:cubicBezTo>
                            <a:pt x="17240" y="98703"/>
                            <a:pt x="17431" y="99084"/>
                            <a:pt x="17716" y="99465"/>
                          </a:cubicBezTo>
                          <a:cubicBezTo>
                            <a:pt x="17812" y="99656"/>
                            <a:pt x="17907" y="99846"/>
                            <a:pt x="18002" y="99942"/>
                          </a:cubicBezTo>
                          <a:cubicBezTo>
                            <a:pt x="18002" y="99942"/>
                            <a:pt x="18002" y="100037"/>
                            <a:pt x="18097" y="100037"/>
                          </a:cubicBezTo>
                          <a:cubicBezTo>
                            <a:pt x="18574" y="100799"/>
                            <a:pt x="19050" y="101466"/>
                            <a:pt x="19431" y="102228"/>
                          </a:cubicBezTo>
                          <a:cubicBezTo>
                            <a:pt x="20383" y="103656"/>
                            <a:pt x="21241" y="105180"/>
                            <a:pt x="22193" y="106609"/>
                          </a:cubicBezTo>
                          <a:cubicBezTo>
                            <a:pt x="22288" y="106704"/>
                            <a:pt x="22288" y="106800"/>
                            <a:pt x="22384" y="106895"/>
                          </a:cubicBezTo>
                          <a:cubicBezTo>
                            <a:pt x="22384" y="106895"/>
                            <a:pt x="22384" y="106895"/>
                            <a:pt x="22384" y="106895"/>
                          </a:cubicBezTo>
                          <a:cubicBezTo>
                            <a:pt x="22574" y="107180"/>
                            <a:pt x="22765" y="107466"/>
                            <a:pt x="22955" y="107752"/>
                          </a:cubicBezTo>
                          <a:cubicBezTo>
                            <a:pt x="24193" y="109562"/>
                            <a:pt x="25432" y="111372"/>
                            <a:pt x="26765" y="113277"/>
                          </a:cubicBezTo>
                          <a:cubicBezTo>
                            <a:pt x="26956" y="113562"/>
                            <a:pt x="27146" y="113753"/>
                            <a:pt x="27337" y="114039"/>
                          </a:cubicBezTo>
                          <a:cubicBezTo>
                            <a:pt x="27432" y="114229"/>
                            <a:pt x="27527" y="114420"/>
                            <a:pt x="27718" y="114515"/>
                          </a:cubicBezTo>
                          <a:cubicBezTo>
                            <a:pt x="27718" y="114610"/>
                            <a:pt x="27813" y="114610"/>
                            <a:pt x="27813" y="114705"/>
                          </a:cubicBezTo>
                          <a:cubicBezTo>
                            <a:pt x="29146" y="116515"/>
                            <a:pt x="30480" y="118325"/>
                            <a:pt x="31909" y="120230"/>
                          </a:cubicBezTo>
                          <a:cubicBezTo>
                            <a:pt x="32480" y="120992"/>
                            <a:pt x="33147" y="121849"/>
                            <a:pt x="33718" y="122611"/>
                          </a:cubicBezTo>
                          <a:cubicBezTo>
                            <a:pt x="33814" y="122706"/>
                            <a:pt x="33814" y="122706"/>
                            <a:pt x="33909" y="122802"/>
                          </a:cubicBezTo>
                          <a:cubicBezTo>
                            <a:pt x="35147" y="124326"/>
                            <a:pt x="36385" y="125945"/>
                            <a:pt x="37624" y="127469"/>
                          </a:cubicBezTo>
                          <a:cubicBezTo>
                            <a:pt x="38195" y="128136"/>
                            <a:pt x="38767" y="128898"/>
                            <a:pt x="39338" y="129564"/>
                          </a:cubicBezTo>
                          <a:cubicBezTo>
                            <a:pt x="40005" y="130422"/>
                            <a:pt x="40767" y="131279"/>
                            <a:pt x="41529" y="132136"/>
                          </a:cubicBezTo>
                          <a:cubicBezTo>
                            <a:pt x="42767" y="133565"/>
                            <a:pt x="44005" y="135089"/>
                            <a:pt x="45339" y="136613"/>
                          </a:cubicBezTo>
                          <a:cubicBezTo>
                            <a:pt x="45434" y="136803"/>
                            <a:pt x="45625" y="136899"/>
                            <a:pt x="45720" y="137089"/>
                          </a:cubicBezTo>
                          <a:cubicBezTo>
                            <a:pt x="47530" y="139089"/>
                            <a:pt x="49339" y="141185"/>
                            <a:pt x="51244" y="143185"/>
                          </a:cubicBezTo>
                          <a:cubicBezTo>
                            <a:pt x="51435" y="143376"/>
                            <a:pt x="51530" y="143471"/>
                            <a:pt x="51721" y="143661"/>
                          </a:cubicBezTo>
                          <a:cubicBezTo>
                            <a:pt x="51911" y="143852"/>
                            <a:pt x="52006" y="143947"/>
                            <a:pt x="52197" y="144138"/>
                          </a:cubicBezTo>
                          <a:cubicBezTo>
                            <a:pt x="52388" y="144423"/>
                            <a:pt x="52673" y="144614"/>
                            <a:pt x="52864" y="144900"/>
                          </a:cubicBezTo>
                          <a:cubicBezTo>
                            <a:pt x="55054" y="147281"/>
                            <a:pt x="57340" y="149662"/>
                            <a:pt x="59626" y="152043"/>
                          </a:cubicBezTo>
                          <a:cubicBezTo>
                            <a:pt x="60007" y="152424"/>
                            <a:pt x="60388" y="152710"/>
                            <a:pt x="60674" y="153091"/>
                          </a:cubicBezTo>
                          <a:cubicBezTo>
                            <a:pt x="61817" y="154234"/>
                            <a:pt x="63055" y="155472"/>
                            <a:pt x="64198" y="156615"/>
                          </a:cubicBezTo>
                          <a:cubicBezTo>
                            <a:pt x="64960" y="157377"/>
                            <a:pt x="65722" y="158139"/>
                            <a:pt x="66484" y="158901"/>
                          </a:cubicBezTo>
                          <a:cubicBezTo>
                            <a:pt x="66580" y="158997"/>
                            <a:pt x="66580" y="158997"/>
                            <a:pt x="66675" y="159092"/>
                          </a:cubicBezTo>
                          <a:cubicBezTo>
                            <a:pt x="67246" y="159663"/>
                            <a:pt x="67818" y="160235"/>
                            <a:pt x="68389" y="160711"/>
                          </a:cubicBezTo>
                          <a:cubicBezTo>
                            <a:pt x="70866" y="163092"/>
                            <a:pt x="73438" y="165569"/>
                            <a:pt x="76105" y="167950"/>
                          </a:cubicBezTo>
                          <a:cubicBezTo>
                            <a:pt x="76200" y="168045"/>
                            <a:pt x="76295" y="168141"/>
                            <a:pt x="76390" y="168236"/>
                          </a:cubicBezTo>
                          <a:cubicBezTo>
                            <a:pt x="78962" y="170617"/>
                            <a:pt x="81534" y="172903"/>
                            <a:pt x="84201" y="175284"/>
                          </a:cubicBezTo>
                          <a:cubicBezTo>
                            <a:pt x="85058" y="176046"/>
                            <a:pt x="86011" y="176808"/>
                            <a:pt x="86868" y="177570"/>
                          </a:cubicBezTo>
                          <a:cubicBezTo>
                            <a:pt x="88773" y="179285"/>
                            <a:pt x="90773" y="180999"/>
                            <a:pt x="92773" y="182714"/>
                          </a:cubicBezTo>
                          <a:cubicBezTo>
                            <a:pt x="93821" y="183571"/>
                            <a:pt x="94774" y="184428"/>
                            <a:pt x="95821" y="185286"/>
                          </a:cubicBezTo>
                          <a:cubicBezTo>
                            <a:pt x="97917" y="187000"/>
                            <a:pt x="100013" y="188810"/>
                            <a:pt x="102203" y="190524"/>
                          </a:cubicBezTo>
                          <a:cubicBezTo>
                            <a:pt x="102203" y="190524"/>
                            <a:pt x="102298" y="190524"/>
                            <a:pt x="102298" y="190620"/>
                          </a:cubicBezTo>
                          <a:cubicBezTo>
                            <a:pt x="103156" y="191286"/>
                            <a:pt x="104013" y="192048"/>
                            <a:pt x="104870" y="192715"/>
                          </a:cubicBezTo>
                          <a:cubicBezTo>
                            <a:pt x="107918" y="195192"/>
                            <a:pt x="111061" y="197573"/>
                            <a:pt x="114205" y="200049"/>
                          </a:cubicBezTo>
                          <a:cubicBezTo>
                            <a:pt x="118015" y="203002"/>
                            <a:pt x="121825" y="205860"/>
                            <a:pt x="125730" y="208717"/>
                          </a:cubicBezTo>
                          <a:cubicBezTo>
                            <a:pt x="126968" y="209670"/>
                            <a:pt x="128302" y="210527"/>
                            <a:pt x="129540" y="211479"/>
                          </a:cubicBezTo>
                          <a:cubicBezTo>
                            <a:pt x="132207" y="213384"/>
                            <a:pt x="134779" y="215289"/>
                            <a:pt x="137446" y="217099"/>
                          </a:cubicBezTo>
                          <a:cubicBezTo>
                            <a:pt x="138970" y="218147"/>
                            <a:pt x="140494" y="219195"/>
                            <a:pt x="142018" y="220242"/>
                          </a:cubicBezTo>
                          <a:cubicBezTo>
                            <a:pt x="144494" y="221957"/>
                            <a:pt x="146971" y="223671"/>
                            <a:pt x="149447" y="225291"/>
                          </a:cubicBezTo>
                          <a:cubicBezTo>
                            <a:pt x="150971" y="226338"/>
                            <a:pt x="152590" y="227386"/>
                            <a:pt x="154114" y="228434"/>
                          </a:cubicBezTo>
                          <a:cubicBezTo>
                            <a:pt x="156591" y="230053"/>
                            <a:pt x="159163" y="231672"/>
                            <a:pt x="161734" y="233292"/>
                          </a:cubicBezTo>
                          <a:cubicBezTo>
                            <a:pt x="163163" y="234244"/>
                            <a:pt x="164592" y="235101"/>
                            <a:pt x="166021" y="236054"/>
                          </a:cubicBezTo>
                          <a:cubicBezTo>
                            <a:pt x="170974" y="239197"/>
                            <a:pt x="175927" y="242245"/>
                            <a:pt x="180975" y="245198"/>
                          </a:cubicBezTo>
                          <a:cubicBezTo>
                            <a:pt x="181927" y="245769"/>
                            <a:pt x="182785" y="246246"/>
                            <a:pt x="183737" y="246817"/>
                          </a:cubicBezTo>
                          <a:cubicBezTo>
                            <a:pt x="188119" y="249389"/>
                            <a:pt x="192595" y="251961"/>
                            <a:pt x="197072" y="254437"/>
                          </a:cubicBezTo>
                          <a:cubicBezTo>
                            <a:pt x="198215" y="255104"/>
                            <a:pt x="199358" y="255675"/>
                            <a:pt x="200501" y="256342"/>
                          </a:cubicBezTo>
                          <a:cubicBezTo>
                            <a:pt x="203835" y="258152"/>
                            <a:pt x="207169" y="259962"/>
                            <a:pt x="210598" y="261771"/>
                          </a:cubicBezTo>
                          <a:cubicBezTo>
                            <a:pt x="211455" y="262248"/>
                            <a:pt x="212312" y="262724"/>
                            <a:pt x="213074" y="263105"/>
                          </a:cubicBezTo>
                          <a:cubicBezTo>
                            <a:pt x="217265" y="265296"/>
                            <a:pt x="221456" y="267391"/>
                            <a:pt x="225647" y="269487"/>
                          </a:cubicBezTo>
                          <a:cubicBezTo>
                            <a:pt x="227171" y="270249"/>
                            <a:pt x="228695" y="271011"/>
                            <a:pt x="230219" y="271773"/>
                          </a:cubicBezTo>
                          <a:cubicBezTo>
                            <a:pt x="232600" y="272916"/>
                            <a:pt x="234982" y="274059"/>
                            <a:pt x="237268" y="275202"/>
                          </a:cubicBezTo>
                          <a:cubicBezTo>
                            <a:pt x="237744" y="275392"/>
                            <a:pt x="238220" y="275678"/>
                            <a:pt x="238696" y="275868"/>
                          </a:cubicBezTo>
                          <a:cubicBezTo>
                            <a:pt x="239839" y="276440"/>
                            <a:pt x="241078" y="276916"/>
                            <a:pt x="242221" y="277488"/>
                          </a:cubicBezTo>
                          <a:cubicBezTo>
                            <a:pt x="244507" y="278535"/>
                            <a:pt x="246697" y="279583"/>
                            <a:pt x="248984" y="280536"/>
                          </a:cubicBezTo>
                          <a:cubicBezTo>
                            <a:pt x="250793" y="281393"/>
                            <a:pt x="252603" y="282155"/>
                            <a:pt x="254413" y="282917"/>
                          </a:cubicBezTo>
                          <a:cubicBezTo>
                            <a:pt x="256318" y="283774"/>
                            <a:pt x="258318" y="284631"/>
                            <a:pt x="260223" y="285393"/>
                          </a:cubicBezTo>
                          <a:cubicBezTo>
                            <a:pt x="262033" y="286155"/>
                            <a:pt x="263842" y="286917"/>
                            <a:pt x="265747" y="287679"/>
                          </a:cubicBezTo>
                          <a:cubicBezTo>
                            <a:pt x="267652" y="288441"/>
                            <a:pt x="269557" y="289299"/>
                            <a:pt x="271463" y="290061"/>
                          </a:cubicBezTo>
                          <a:cubicBezTo>
                            <a:pt x="272605" y="290537"/>
                            <a:pt x="273748" y="290918"/>
                            <a:pt x="274891" y="291394"/>
                          </a:cubicBezTo>
                          <a:cubicBezTo>
                            <a:pt x="275653" y="291680"/>
                            <a:pt x="276415" y="291966"/>
                            <a:pt x="277082" y="292251"/>
                          </a:cubicBezTo>
                          <a:cubicBezTo>
                            <a:pt x="278892" y="292918"/>
                            <a:pt x="280702" y="293680"/>
                            <a:pt x="282416" y="294347"/>
                          </a:cubicBezTo>
                          <a:cubicBezTo>
                            <a:pt x="284321" y="295014"/>
                            <a:pt x="286131" y="295776"/>
                            <a:pt x="288036" y="296442"/>
                          </a:cubicBezTo>
                          <a:cubicBezTo>
                            <a:pt x="289846" y="297109"/>
                            <a:pt x="291560" y="297776"/>
                            <a:pt x="293370" y="298347"/>
                          </a:cubicBezTo>
                          <a:cubicBezTo>
                            <a:pt x="295180" y="299014"/>
                            <a:pt x="296989" y="299586"/>
                            <a:pt x="298799" y="300252"/>
                          </a:cubicBezTo>
                          <a:cubicBezTo>
                            <a:pt x="300609" y="300824"/>
                            <a:pt x="302419" y="301491"/>
                            <a:pt x="304228" y="302062"/>
                          </a:cubicBezTo>
                          <a:cubicBezTo>
                            <a:pt x="306038" y="302634"/>
                            <a:pt x="307753" y="303205"/>
                            <a:pt x="309563" y="303777"/>
                          </a:cubicBezTo>
                          <a:cubicBezTo>
                            <a:pt x="311372" y="304348"/>
                            <a:pt x="313182" y="304920"/>
                            <a:pt x="314896" y="305396"/>
                          </a:cubicBezTo>
                          <a:cubicBezTo>
                            <a:pt x="316516" y="305872"/>
                            <a:pt x="318230" y="306348"/>
                            <a:pt x="319849" y="306825"/>
                          </a:cubicBezTo>
                          <a:cubicBezTo>
                            <a:pt x="321850" y="307396"/>
                            <a:pt x="323755" y="307968"/>
                            <a:pt x="325660" y="308444"/>
                          </a:cubicBezTo>
                          <a:cubicBezTo>
                            <a:pt x="326326" y="308634"/>
                            <a:pt x="326993" y="308825"/>
                            <a:pt x="327660" y="308920"/>
                          </a:cubicBezTo>
                          <a:cubicBezTo>
                            <a:pt x="328613" y="309206"/>
                            <a:pt x="329565" y="309396"/>
                            <a:pt x="330517" y="309682"/>
                          </a:cubicBezTo>
                          <a:cubicBezTo>
                            <a:pt x="332422" y="310158"/>
                            <a:pt x="334327" y="310635"/>
                            <a:pt x="336232" y="311111"/>
                          </a:cubicBezTo>
                          <a:cubicBezTo>
                            <a:pt x="337756" y="311492"/>
                            <a:pt x="339185" y="311778"/>
                            <a:pt x="340614" y="312159"/>
                          </a:cubicBezTo>
                          <a:cubicBezTo>
                            <a:pt x="342900" y="312730"/>
                            <a:pt x="345091" y="313206"/>
                            <a:pt x="347281" y="313683"/>
                          </a:cubicBezTo>
                          <a:cubicBezTo>
                            <a:pt x="347377" y="313683"/>
                            <a:pt x="347472" y="313683"/>
                            <a:pt x="347567" y="313778"/>
                          </a:cubicBezTo>
                          <a:cubicBezTo>
                            <a:pt x="348901" y="314064"/>
                            <a:pt x="350234" y="314349"/>
                            <a:pt x="351568" y="314635"/>
                          </a:cubicBezTo>
                          <a:cubicBezTo>
                            <a:pt x="353759" y="315111"/>
                            <a:pt x="355949" y="315492"/>
                            <a:pt x="358140" y="315873"/>
                          </a:cubicBezTo>
                          <a:cubicBezTo>
                            <a:pt x="359664" y="316159"/>
                            <a:pt x="361283" y="316445"/>
                            <a:pt x="362807" y="316731"/>
                          </a:cubicBezTo>
                          <a:cubicBezTo>
                            <a:pt x="363569" y="316826"/>
                            <a:pt x="364331" y="317016"/>
                            <a:pt x="365093" y="317112"/>
                          </a:cubicBezTo>
                          <a:cubicBezTo>
                            <a:pt x="367570" y="317493"/>
                            <a:pt x="370046" y="317874"/>
                            <a:pt x="372427" y="318159"/>
                          </a:cubicBezTo>
                          <a:cubicBezTo>
                            <a:pt x="372809" y="318159"/>
                            <a:pt x="373094" y="318255"/>
                            <a:pt x="373475" y="318255"/>
                          </a:cubicBezTo>
                          <a:cubicBezTo>
                            <a:pt x="376238" y="318540"/>
                            <a:pt x="378905" y="318826"/>
                            <a:pt x="381476" y="319112"/>
                          </a:cubicBezTo>
                          <a:cubicBezTo>
                            <a:pt x="382143" y="319207"/>
                            <a:pt x="382810" y="319207"/>
                            <a:pt x="383572" y="319302"/>
                          </a:cubicBezTo>
                          <a:cubicBezTo>
                            <a:pt x="385477" y="319493"/>
                            <a:pt x="387382" y="319588"/>
                            <a:pt x="389287" y="319683"/>
                          </a:cubicBezTo>
                          <a:cubicBezTo>
                            <a:pt x="390239" y="319779"/>
                            <a:pt x="391192" y="319779"/>
                            <a:pt x="392049" y="319779"/>
                          </a:cubicBezTo>
                          <a:cubicBezTo>
                            <a:pt x="393287" y="319779"/>
                            <a:pt x="394525" y="319874"/>
                            <a:pt x="395764" y="319874"/>
                          </a:cubicBezTo>
                          <a:cubicBezTo>
                            <a:pt x="396526" y="319874"/>
                            <a:pt x="397288" y="319874"/>
                            <a:pt x="397955" y="319874"/>
                          </a:cubicBezTo>
                          <a:cubicBezTo>
                            <a:pt x="398526" y="319874"/>
                            <a:pt x="399193" y="319874"/>
                            <a:pt x="399859" y="319874"/>
                          </a:cubicBezTo>
                          <a:cubicBezTo>
                            <a:pt x="402336" y="319874"/>
                            <a:pt x="404813" y="319779"/>
                            <a:pt x="407289" y="319683"/>
                          </a:cubicBezTo>
                          <a:cubicBezTo>
                            <a:pt x="407860" y="319683"/>
                            <a:pt x="408432" y="319588"/>
                            <a:pt x="409003" y="319588"/>
                          </a:cubicBezTo>
                          <a:cubicBezTo>
                            <a:pt x="410813" y="319493"/>
                            <a:pt x="412623" y="319302"/>
                            <a:pt x="414338" y="319112"/>
                          </a:cubicBezTo>
                          <a:cubicBezTo>
                            <a:pt x="415195" y="319017"/>
                            <a:pt x="415957" y="318921"/>
                            <a:pt x="416719" y="318826"/>
                          </a:cubicBezTo>
                          <a:cubicBezTo>
                            <a:pt x="418243" y="318636"/>
                            <a:pt x="419767" y="318445"/>
                            <a:pt x="421195" y="318159"/>
                          </a:cubicBezTo>
                          <a:cubicBezTo>
                            <a:pt x="421957" y="318064"/>
                            <a:pt x="422815" y="317874"/>
                            <a:pt x="423577" y="317778"/>
                          </a:cubicBezTo>
                          <a:cubicBezTo>
                            <a:pt x="425101" y="317493"/>
                            <a:pt x="426530" y="317207"/>
                            <a:pt x="427958" y="316826"/>
                          </a:cubicBezTo>
                          <a:cubicBezTo>
                            <a:pt x="428625" y="316635"/>
                            <a:pt x="429292" y="316540"/>
                            <a:pt x="429959" y="316350"/>
                          </a:cubicBezTo>
                          <a:cubicBezTo>
                            <a:pt x="431959" y="315873"/>
                            <a:pt x="433959" y="315302"/>
                            <a:pt x="435864" y="314635"/>
                          </a:cubicBezTo>
                          <a:cubicBezTo>
                            <a:pt x="437769" y="313968"/>
                            <a:pt x="439579" y="313302"/>
                            <a:pt x="441293" y="312540"/>
                          </a:cubicBezTo>
                          <a:cubicBezTo>
                            <a:pt x="441865" y="312349"/>
                            <a:pt x="442341" y="312063"/>
                            <a:pt x="442817" y="311778"/>
                          </a:cubicBezTo>
                          <a:cubicBezTo>
                            <a:pt x="443960" y="311206"/>
                            <a:pt x="445103" y="310635"/>
                            <a:pt x="446246" y="310063"/>
                          </a:cubicBezTo>
                          <a:cubicBezTo>
                            <a:pt x="446818" y="309777"/>
                            <a:pt x="447294" y="309492"/>
                            <a:pt x="447865" y="309206"/>
                          </a:cubicBezTo>
                          <a:cubicBezTo>
                            <a:pt x="448913" y="308539"/>
                            <a:pt x="449961" y="307968"/>
                            <a:pt x="450913" y="307206"/>
                          </a:cubicBezTo>
                          <a:cubicBezTo>
                            <a:pt x="451294" y="306920"/>
                            <a:pt x="451771" y="306634"/>
                            <a:pt x="452152" y="306348"/>
                          </a:cubicBezTo>
                          <a:cubicBezTo>
                            <a:pt x="453485" y="305396"/>
                            <a:pt x="454723" y="304348"/>
                            <a:pt x="455962" y="303300"/>
                          </a:cubicBezTo>
                          <a:cubicBezTo>
                            <a:pt x="456057" y="303205"/>
                            <a:pt x="456152" y="303110"/>
                            <a:pt x="456343" y="302919"/>
                          </a:cubicBezTo>
                          <a:cubicBezTo>
                            <a:pt x="457390" y="301967"/>
                            <a:pt x="458343" y="300919"/>
                            <a:pt x="459295" y="299871"/>
                          </a:cubicBezTo>
                          <a:cubicBezTo>
                            <a:pt x="459581" y="299490"/>
                            <a:pt x="459962" y="299109"/>
                            <a:pt x="460248" y="298728"/>
                          </a:cubicBezTo>
                          <a:cubicBezTo>
                            <a:pt x="460915" y="297871"/>
                            <a:pt x="461581" y="297014"/>
                            <a:pt x="462153" y="296157"/>
                          </a:cubicBezTo>
                          <a:cubicBezTo>
                            <a:pt x="462439" y="295776"/>
                            <a:pt x="462724" y="295299"/>
                            <a:pt x="463010" y="294823"/>
                          </a:cubicBezTo>
                          <a:cubicBezTo>
                            <a:pt x="486061" y="259295"/>
                            <a:pt x="445103" y="189000"/>
                            <a:pt x="355092" y="119849"/>
                          </a:cubicBezTo>
                          <a:close/>
                          <a:moveTo>
                            <a:pt x="421100" y="221957"/>
                          </a:moveTo>
                          <a:cubicBezTo>
                            <a:pt x="421291" y="222243"/>
                            <a:pt x="421386" y="222528"/>
                            <a:pt x="421481" y="222909"/>
                          </a:cubicBezTo>
                          <a:cubicBezTo>
                            <a:pt x="422148" y="224433"/>
                            <a:pt x="422910" y="225862"/>
                            <a:pt x="423481" y="227386"/>
                          </a:cubicBezTo>
                          <a:cubicBezTo>
                            <a:pt x="423481" y="227386"/>
                            <a:pt x="423481" y="227386"/>
                            <a:pt x="423481" y="227386"/>
                          </a:cubicBezTo>
                          <a:cubicBezTo>
                            <a:pt x="424148" y="228910"/>
                            <a:pt x="424720" y="230529"/>
                            <a:pt x="425291" y="232053"/>
                          </a:cubicBezTo>
                          <a:cubicBezTo>
                            <a:pt x="425482" y="232530"/>
                            <a:pt x="425577" y="232911"/>
                            <a:pt x="425767" y="233387"/>
                          </a:cubicBezTo>
                          <a:cubicBezTo>
                            <a:pt x="426053" y="234149"/>
                            <a:pt x="426244" y="234816"/>
                            <a:pt x="426434" y="235578"/>
                          </a:cubicBezTo>
                          <a:cubicBezTo>
                            <a:pt x="426720" y="236435"/>
                            <a:pt x="427006" y="237197"/>
                            <a:pt x="427196" y="238054"/>
                          </a:cubicBezTo>
                          <a:cubicBezTo>
                            <a:pt x="427196" y="238054"/>
                            <a:pt x="427196" y="238054"/>
                            <a:pt x="427196" y="238149"/>
                          </a:cubicBezTo>
                          <a:cubicBezTo>
                            <a:pt x="427482" y="239388"/>
                            <a:pt x="427768" y="240530"/>
                            <a:pt x="428053" y="241674"/>
                          </a:cubicBezTo>
                          <a:cubicBezTo>
                            <a:pt x="428053" y="241674"/>
                            <a:pt x="428053" y="241674"/>
                            <a:pt x="428053" y="241674"/>
                          </a:cubicBezTo>
                          <a:cubicBezTo>
                            <a:pt x="428149" y="242245"/>
                            <a:pt x="428244" y="242721"/>
                            <a:pt x="428339" y="243293"/>
                          </a:cubicBezTo>
                          <a:cubicBezTo>
                            <a:pt x="428434" y="244055"/>
                            <a:pt x="428625" y="244722"/>
                            <a:pt x="428720" y="245484"/>
                          </a:cubicBezTo>
                          <a:cubicBezTo>
                            <a:pt x="428720" y="245484"/>
                            <a:pt x="428720" y="245579"/>
                            <a:pt x="428720" y="245579"/>
                          </a:cubicBezTo>
                          <a:cubicBezTo>
                            <a:pt x="428815" y="246341"/>
                            <a:pt x="429006" y="247008"/>
                            <a:pt x="429006" y="247770"/>
                          </a:cubicBezTo>
                          <a:cubicBezTo>
                            <a:pt x="429006" y="247960"/>
                            <a:pt x="429006" y="248151"/>
                            <a:pt x="429101" y="248341"/>
                          </a:cubicBezTo>
                          <a:cubicBezTo>
                            <a:pt x="429196" y="249579"/>
                            <a:pt x="429292" y="250913"/>
                            <a:pt x="429387" y="252151"/>
                          </a:cubicBezTo>
                          <a:cubicBezTo>
                            <a:pt x="429387" y="252342"/>
                            <a:pt x="429387" y="252532"/>
                            <a:pt x="429387" y="252627"/>
                          </a:cubicBezTo>
                          <a:cubicBezTo>
                            <a:pt x="429387" y="252818"/>
                            <a:pt x="429387" y="253008"/>
                            <a:pt x="429387" y="253103"/>
                          </a:cubicBezTo>
                          <a:cubicBezTo>
                            <a:pt x="429387" y="253103"/>
                            <a:pt x="429387" y="253199"/>
                            <a:pt x="429387" y="253199"/>
                          </a:cubicBezTo>
                          <a:cubicBezTo>
                            <a:pt x="429387" y="253580"/>
                            <a:pt x="429387" y="253961"/>
                            <a:pt x="429387" y="254247"/>
                          </a:cubicBezTo>
                          <a:cubicBezTo>
                            <a:pt x="429387" y="254628"/>
                            <a:pt x="429387" y="254913"/>
                            <a:pt x="429387" y="255294"/>
                          </a:cubicBezTo>
                          <a:cubicBezTo>
                            <a:pt x="429387" y="255771"/>
                            <a:pt x="429387" y="256342"/>
                            <a:pt x="429292" y="256914"/>
                          </a:cubicBezTo>
                          <a:cubicBezTo>
                            <a:pt x="429292" y="257199"/>
                            <a:pt x="429196" y="257580"/>
                            <a:pt x="429196" y="257866"/>
                          </a:cubicBezTo>
                          <a:cubicBezTo>
                            <a:pt x="429101" y="258438"/>
                            <a:pt x="429006" y="258914"/>
                            <a:pt x="429006" y="259485"/>
                          </a:cubicBezTo>
                          <a:cubicBezTo>
                            <a:pt x="428911" y="260152"/>
                            <a:pt x="428815" y="260819"/>
                            <a:pt x="428720" y="261390"/>
                          </a:cubicBezTo>
                          <a:cubicBezTo>
                            <a:pt x="428434" y="262629"/>
                            <a:pt x="428149" y="263772"/>
                            <a:pt x="427768" y="265010"/>
                          </a:cubicBezTo>
                          <a:cubicBezTo>
                            <a:pt x="427577" y="265581"/>
                            <a:pt x="427387" y="266058"/>
                            <a:pt x="427196" y="266629"/>
                          </a:cubicBezTo>
                          <a:cubicBezTo>
                            <a:pt x="427101" y="266820"/>
                            <a:pt x="427101" y="266915"/>
                            <a:pt x="427006" y="267105"/>
                          </a:cubicBezTo>
                          <a:cubicBezTo>
                            <a:pt x="426815" y="267677"/>
                            <a:pt x="426530" y="268344"/>
                            <a:pt x="426244" y="268915"/>
                          </a:cubicBezTo>
                          <a:cubicBezTo>
                            <a:pt x="425958" y="269487"/>
                            <a:pt x="425672" y="270058"/>
                            <a:pt x="425291" y="270630"/>
                          </a:cubicBezTo>
                          <a:cubicBezTo>
                            <a:pt x="425291" y="270725"/>
                            <a:pt x="425196" y="270820"/>
                            <a:pt x="425196" y="270820"/>
                          </a:cubicBezTo>
                          <a:cubicBezTo>
                            <a:pt x="424910" y="271296"/>
                            <a:pt x="424624" y="271868"/>
                            <a:pt x="424339" y="272344"/>
                          </a:cubicBezTo>
                          <a:cubicBezTo>
                            <a:pt x="424243" y="272535"/>
                            <a:pt x="424148" y="272630"/>
                            <a:pt x="424053" y="272820"/>
                          </a:cubicBezTo>
                          <a:cubicBezTo>
                            <a:pt x="423958" y="273011"/>
                            <a:pt x="423767" y="273201"/>
                            <a:pt x="423672" y="273392"/>
                          </a:cubicBezTo>
                          <a:cubicBezTo>
                            <a:pt x="423481" y="273678"/>
                            <a:pt x="423196" y="274059"/>
                            <a:pt x="423005" y="274344"/>
                          </a:cubicBezTo>
                          <a:cubicBezTo>
                            <a:pt x="422719" y="274725"/>
                            <a:pt x="422434" y="275106"/>
                            <a:pt x="422148" y="275487"/>
                          </a:cubicBezTo>
                          <a:cubicBezTo>
                            <a:pt x="421957" y="275678"/>
                            <a:pt x="421767" y="275868"/>
                            <a:pt x="421672" y="276059"/>
                          </a:cubicBezTo>
                          <a:cubicBezTo>
                            <a:pt x="421576" y="276154"/>
                            <a:pt x="421481" y="276249"/>
                            <a:pt x="421386" y="276440"/>
                          </a:cubicBezTo>
                          <a:cubicBezTo>
                            <a:pt x="421195" y="276630"/>
                            <a:pt x="421005" y="276821"/>
                            <a:pt x="420814" y="277011"/>
                          </a:cubicBezTo>
                          <a:lnTo>
                            <a:pt x="420814" y="277011"/>
                          </a:lnTo>
                          <a:cubicBezTo>
                            <a:pt x="420624" y="277202"/>
                            <a:pt x="420434" y="277392"/>
                            <a:pt x="420243" y="277583"/>
                          </a:cubicBezTo>
                          <a:cubicBezTo>
                            <a:pt x="419862" y="278059"/>
                            <a:pt x="419386" y="278440"/>
                            <a:pt x="419005" y="278916"/>
                          </a:cubicBezTo>
                          <a:cubicBezTo>
                            <a:pt x="419005" y="278916"/>
                            <a:pt x="418909" y="279012"/>
                            <a:pt x="418909" y="279012"/>
                          </a:cubicBezTo>
                          <a:cubicBezTo>
                            <a:pt x="418814" y="279107"/>
                            <a:pt x="418814" y="279202"/>
                            <a:pt x="418719" y="279202"/>
                          </a:cubicBezTo>
                          <a:cubicBezTo>
                            <a:pt x="418147" y="279678"/>
                            <a:pt x="417576" y="280155"/>
                            <a:pt x="417005" y="280631"/>
                          </a:cubicBezTo>
                          <a:cubicBezTo>
                            <a:pt x="416528" y="281012"/>
                            <a:pt x="416052" y="281393"/>
                            <a:pt x="415576" y="281774"/>
                          </a:cubicBezTo>
                          <a:cubicBezTo>
                            <a:pt x="415290" y="282060"/>
                            <a:pt x="414909" y="282250"/>
                            <a:pt x="414528" y="282441"/>
                          </a:cubicBezTo>
                          <a:cubicBezTo>
                            <a:pt x="414052" y="282726"/>
                            <a:pt x="413575" y="283012"/>
                            <a:pt x="413099" y="283298"/>
                          </a:cubicBezTo>
                          <a:cubicBezTo>
                            <a:pt x="412718" y="283584"/>
                            <a:pt x="412337" y="283774"/>
                            <a:pt x="411956" y="284060"/>
                          </a:cubicBezTo>
                          <a:cubicBezTo>
                            <a:pt x="411575" y="284250"/>
                            <a:pt x="411194" y="284441"/>
                            <a:pt x="410813" y="284727"/>
                          </a:cubicBezTo>
                          <a:cubicBezTo>
                            <a:pt x="410718" y="284727"/>
                            <a:pt x="410718" y="284822"/>
                            <a:pt x="410623" y="284822"/>
                          </a:cubicBezTo>
                          <a:cubicBezTo>
                            <a:pt x="409956" y="285203"/>
                            <a:pt x="409194" y="285489"/>
                            <a:pt x="408527" y="285870"/>
                          </a:cubicBezTo>
                          <a:cubicBezTo>
                            <a:pt x="408241" y="285965"/>
                            <a:pt x="408051" y="286155"/>
                            <a:pt x="407860" y="286251"/>
                          </a:cubicBezTo>
                          <a:cubicBezTo>
                            <a:pt x="407480" y="286441"/>
                            <a:pt x="407098" y="286632"/>
                            <a:pt x="406622" y="286822"/>
                          </a:cubicBezTo>
                          <a:cubicBezTo>
                            <a:pt x="406622" y="286822"/>
                            <a:pt x="406527" y="286822"/>
                            <a:pt x="406527" y="286822"/>
                          </a:cubicBezTo>
                          <a:cubicBezTo>
                            <a:pt x="405098" y="287394"/>
                            <a:pt x="403574" y="288060"/>
                            <a:pt x="402050" y="288537"/>
                          </a:cubicBezTo>
                          <a:cubicBezTo>
                            <a:pt x="400336" y="289108"/>
                            <a:pt x="398526" y="289584"/>
                            <a:pt x="396716" y="290061"/>
                          </a:cubicBezTo>
                          <a:cubicBezTo>
                            <a:pt x="394906" y="290537"/>
                            <a:pt x="393001" y="290918"/>
                            <a:pt x="391001" y="291299"/>
                          </a:cubicBezTo>
                          <a:cubicBezTo>
                            <a:pt x="390620" y="291394"/>
                            <a:pt x="390239" y="291394"/>
                            <a:pt x="389858" y="291489"/>
                          </a:cubicBezTo>
                          <a:cubicBezTo>
                            <a:pt x="388620" y="291680"/>
                            <a:pt x="387382" y="291870"/>
                            <a:pt x="386143" y="291966"/>
                          </a:cubicBezTo>
                          <a:cubicBezTo>
                            <a:pt x="386143" y="291966"/>
                            <a:pt x="386143" y="291966"/>
                            <a:pt x="386143" y="291966"/>
                          </a:cubicBezTo>
                          <a:cubicBezTo>
                            <a:pt x="385477" y="292061"/>
                            <a:pt x="384810" y="292156"/>
                            <a:pt x="384143" y="292156"/>
                          </a:cubicBezTo>
                          <a:cubicBezTo>
                            <a:pt x="384143" y="292156"/>
                            <a:pt x="384143" y="292156"/>
                            <a:pt x="384143" y="292156"/>
                          </a:cubicBezTo>
                          <a:cubicBezTo>
                            <a:pt x="382714" y="292347"/>
                            <a:pt x="381190" y="292442"/>
                            <a:pt x="379762" y="292537"/>
                          </a:cubicBezTo>
                          <a:cubicBezTo>
                            <a:pt x="379762" y="292537"/>
                            <a:pt x="379666" y="292537"/>
                            <a:pt x="379666" y="292537"/>
                          </a:cubicBezTo>
                          <a:cubicBezTo>
                            <a:pt x="379095" y="292537"/>
                            <a:pt x="378523" y="292632"/>
                            <a:pt x="377952" y="292632"/>
                          </a:cubicBezTo>
                          <a:cubicBezTo>
                            <a:pt x="376047" y="292728"/>
                            <a:pt x="374047" y="292823"/>
                            <a:pt x="372046" y="292823"/>
                          </a:cubicBezTo>
                          <a:cubicBezTo>
                            <a:pt x="371570" y="292823"/>
                            <a:pt x="370999" y="292823"/>
                            <a:pt x="370522" y="292823"/>
                          </a:cubicBezTo>
                          <a:cubicBezTo>
                            <a:pt x="370522" y="292823"/>
                            <a:pt x="370522" y="292823"/>
                            <a:pt x="370522" y="292823"/>
                          </a:cubicBezTo>
                          <a:cubicBezTo>
                            <a:pt x="368998" y="292823"/>
                            <a:pt x="367379" y="292823"/>
                            <a:pt x="365760" y="292728"/>
                          </a:cubicBezTo>
                          <a:cubicBezTo>
                            <a:pt x="365665" y="292728"/>
                            <a:pt x="365665" y="292728"/>
                            <a:pt x="365569" y="292728"/>
                          </a:cubicBezTo>
                          <a:cubicBezTo>
                            <a:pt x="364807" y="292728"/>
                            <a:pt x="364045" y="292632"/>
                            <a:pt x="363284" y="292632"/>
                          </a:cubicBezTo>
                          <a:lnTo>
                            <a:pt x="363284" y="292632"/>
                          </a:lnTo>
                          <a:cubicBezTo>
                            <a:pt x="361759" y="292537"/>
                            <a:pt x="360235" y="292442"/>
                            <a:pt x="358616" y="292347"/>
                          </a:cubicBezTo>
                          <a:cubicBezTo>
                            <a:pt x="358616" y="292347"/>
                            <a:pt x="358616" y="292347"/>
                            <a:pt x="358616" y="292347"/>
                          </a:cubicBezTo>
                          <a:cubicBezTo>
                            <a:pt x="358045" y="292347"/>
                            <a:pt x="357378" y="292251"/>
                            <a:pt x="356711" y="292156"/>
                          </a:cubicBezTo>
                          <a:cubicBezTo>
                            <a:pt x="354901" y="291966"/>
                            <a:pt x="353092" y="291775"/>
                            <a:pt x="351187" y="291585"/>
                          </a:cubicBezTo>
                          <a:cubicBezTo>
                            <a:pt x="350806" y="291585"/>
                            <a:pt x="350425" y="291489"/>
                            <a:pt x="349948" y="291489"/>
                          </a:cubicBezTo>
                          <a:lnTo>
                            <a:pt x="349948" y="291489"/>
                          </a:lnTo>
                          <a:cubicBezTo>
                            <a:pt x="349948" y="291489"/>
                            <a:pt x="349948" y="291489"/>
                            <a:pt x="349948" y="291489"/>
                          </a:cubicBezTo>
                          <a:cubicBezTo>
                            <a:pt x="348710" y="291299"/>
                            <a:pt x="347377" y="291108"/>
                            <a:pt x="346043" y="290918"/>
                          </a:cubicBezTo>
                          <a:cubicBezTo>
                            <a:pt x="345853" y="290918"/>
                            <a:pt x="345757" y="290918"/>
                            <a:pt x="345567" y="290823"/>
                          </a:cubicBezTo>
                          <a:cubicBezTo>
                            <a:pt x="345472" y="290823"/>
                            <a:pt x="345376" y="290823"/>
                            <a:pt x="345281" y="290823"/>
                          </a:cubicBezTo>
                          <a:cubicBezTo>
                            <a:pt x="343757" y="290632"/>
                            <a:pt x="342233" y="290346"/>
                            <a:pt x="340709" y="290156"/>
                          </a:cubicBezTo>
                          <a:cubicBezTo>
                            <a:pt x="340423" y="290061"/>
                            <a:pt x="340138" y="290061"/>
                            <a:pt x="339852" y="289965"/>
                          </a:cubicBezTo>
                          <a:cubicBezTo>
                            <a:pt x="338328" y="289680"/>
                            <a:pt x="336804" y="289489"/>
                            <a:pt x="335280" y="289203"/>
                          </a:cubicBezTo>
                          <a:cubicBezTo>
                            <a:pt x="335280" y="289203"/>
                            <a:pt x="335280" y="289203"/>
                            <a:pt x="335280" y="289203"/>
                          </a:cubicBezTo>
                          <a:cubicBezTo>
                            <a:pt x="334137" y="289013"/>
                            <a:pt x="332899" y="288727"/>
                            <a:pt x="331660" y="288537"/>
                          </a:cubicBezTo>
                          <a:cubicBezTo>
                            <a:pt x="331470" y="288537"/>
                            <a:pt x="331375" y="288441"/>
                            <a:pt x="331184" y="288441"/>
                          </a:cubicBezTo>
                          <a:cubicBezTo>
                            <a:pt x="329851" y="288156"/>
                            <a:pt x="328422" y="287870"/>
                            <a:pt x="327088" y="287584"/>
                          </a:cubicBezTo>
                          <a:cubicBezTo>
                            <a:pt x="325945" y="287298"/>
                            <a:pt x="324707" y="287013"/>
                            <a:pt x="323564" y="286822"/>
                          </a:cubicBezTo>
                          <a:cubicBezTo>
                            <a:pt x="323374" y="286727"/>
                            <a:pt x="323183" y="286727"/>
                            <a:pt x="322897" y="286632"/>
                          </a:cubicBezTo>
                          <a:cubicBezTo>
                            <a:pt x="321469" y="286346"/>
                            <a:pt x="320135" y="285965"/>
                            <a:pt x="318706" y="285679"/>
                          </a:cubicBezTo>
                          <a:cubicBezTo>
                            <a:pt x="317278" y="285298"/>
                            <a:pt x="315849" y="284917"/>
                            <a:pt x="314420" y="284536"/>
                          </a:cubicBezTo>
                          <a:cubicBezTo>
                            <a:pt x="314420" y="284536"/>
                            <a:pt x="314420" y="284536"/>
                            <a:pt x="314420" y="284536"/>
                          </a:cubicBezTo>
                          <a:cubicBezTo>
                            <a:pt x="312991" y="284155"/>
                            <a:pt x="311563" y="283774"/>
                            <a:pt x="310134" y="283393"/>
                          </a:cubicBezTo>
                          <a:cubicBezTo>
                            <a:pt x="308705" y="283012"/>
                            <a:pt x="307181" y="282536"/>
                            <a:pt x="305752" y="282155"/>
                          </a:cubicBezTo>
                          <a:cubicBezTo>
                            <a:pt x="304228" y="281679"/>
                            <a:pt x="302705" y="281298"/>
                            <a:pt x="301180" y="280821"/>
                          </a:cubicBezTo>
                          <a:cubicBezTo>
                            <a:pt x="300418" y="280631"/>
                            <a:pt x="299561" y="280345"/>
                            <a:pt x="298799" y="280059"/>
                          </a:cubicBezTo>
                          <a:cubicBezTo>
                            <a:pt x="297275" y="279583"/>
                            <a:pt x="295656" y="279107"/>
                            <a:pt x="294132" y="278535"/>
                          </a:cubicBezTo>
                          <a:cubicBezTo>
                            <a:pt x="294132" y="278535"/>
                            <a:pt x="294132" y="278535"/>
                            <a:pt x="294132" y="278535"/>
                          </a:cubicBezTo>
                          <a:cubicBezTo>
                            <a:pt x="291846" y="277773"/>
                            <a:pt x="289465" y="277011"/>
                            <a:pt x="287179" y="276154"/>
                          </a:cubicBezTo>
                          <a:cubicBezTo>
                            <a:pt x="287084" y="276154"/>
                            <a:pt x="287084" y="276154"/>
                            <a:pt x="286988" y="276059"/>
                          </a:cubicBezTo>
                          <a:cubicBezTo>
                            <a:pt x="285940" y="275678"/>
                            <a:pt x="284893" y="275297"/>
                            <a:pt x="283845" y="275011"/>
                          </a:cubicBezTo>
                          <a:cubicBezTo>
                            <a:pt x="280416" y="273773"/>
                            <a:pt x="276987" y="272535"/>
                            <a:pt x="273463" y="271201"/>
                          </a:cubicBezTo>
                          <a:cubicBezTo>
                            <a:pt x="272320" y="270725"/>
                            <a:pt x="271081" y="270249"/>
                            <a:pt x="269843" y="269772"/>
                          </a:cubicBezTo>
                          <a:cubicBezTo>
                            <a:pt x="268414" y="269201"/>
                            <a:pt x="266986" y="268629"/>
                            <a:pt x="265557" y="268058"/>
                          </a:cubicBezTo>
                          <a:cubicBezTo>
                            <a:pt x="264033" y="267391"/>
                            <a:pt x="262414" y="266820"/>
                            <a:pt x="260794" y="266153"/>
                          </a:cubicBezTo>
                          <a:cubicBezTo>
                            <a:pt x="260699" y="266153"/>
                            <a:pt x="260604" y="266058"/>
                            <a:pt x="260604" y="266058"/>
                          </a:cubicBezTo>
                          <a:cubicBezTo>
                            <a:pt x="259175" y="265486"/>
                            <a:pt x="257746" y="264819"/>
                            <a:pt x="256222" y="264248"/>
                          </a:cubicBezTo>
                          <a:cubicBezTo>
                            <a:pt x="255556" y="263962"/>
                            <a:pt x="254984" y="263676"/>
                            <a:pt x="254317" y="263486"/>
                          </a:cubicBezTo>
                          <a:cubicBezTo>
                            <a:pt x="253936" y="263295"/>
                            <a:pt x="253651" y="263200"/>
                            <a:pt x="253270" y="263010"/>
                          </a:cubicBezTo>
                          <a:cubicBezTo>
                            <a:pt x="252698" y="262724"/>
                            <a:pt x="252031" y="262438"/>
                            <a:pt x="251460" y="262248"/>
                          </a:cubicBezTo>
                          <a:cubicBezTo>
                            <a:pt x="249936" y="261581"/>
                            <a:pt x="248412" y="260914"/>
                            <a:pt x="246888" y="260247"/>
                          </a:cubicBezTo>
                          <a:cubicBezTo>
                            <a:pt x="245745" y="259771"/>
                            <a:pt x="244602" y="259200"/>
                            <a:pt x="243459" y="258628"/>
                          </a:cubicBezTo>
                          <a:cubicBezTo>
                            <a:pt x="242792" y="258342"/>
                            <a:pt x="242030" y="257961"/>
                            <a:pt x="241363" y="257676"/>
                          </a:cubicBezTo>
                          <a:cubicBezTo>
                            <a:pt x="240030" y="257104"/>
                            <a:pt x="238696" y="256437"/>
                            <a:pt x="237363" y="255866"/>
                          </a:cubicBezTo>
                          <a:cubicBezTo>
                            <a:pt x="237077" y="255771"/>
                            <a:pt x="236887" y="255675"/>
                            <a:pt x="236601" y="255485"/>
                          </a:cubicBezTo>
                          <a:cubicBezTo>
                            <a:pt x="234886" y="254628"/>
                            <a:pt x="233077" y="253770"/>
                            <a:pt x="231362" y="252913"/>
                          </a:cubicBezTo>
                          <a:cubicBezTo>
                            <a:pt x="230124" y="252246"/>
                            <a:pt x="228790" y="251675"/>
                            <a:pt x="227552" y="251008"/>
                          </a:cubicBezTo>
                          <a:cubicBezTo>
                            <a:pt x="225266" y="249865"/>
                            <a:pt x="222980" y="248722"/>
                            <a:pt x="220694" y="247579"/>
                          </a:cubicBezTo>
                          <a:cubicBezTo>
                            <a:pt x="220027" y="247293"/>
                            <a:pt x="219456" y="246912"/>
                            <a:pt x="218789" y="246627"/>
                          </a:cubicBezTo>
                          <a:cubicBezTo>
                            <a:pt x="218218" y="246341"/>
                            <a:pt x="217646" y="246055"/>
                            <a:pt x="217075" y="245769"/>
                          </a:cubicBezTo>
                          <a:cubicBezTo>
                            <a:pt x="216408" y="245484"/>
                            <a:pt x="215836" y="245103"/>
                            <a:pt x="215170" y="244817"/>
                          </a:cubicBezTo>
                          <a:cubicBezTo>
                            <a:pt x="212312" y="243293"/>
                            <a:pt x="209455" y="241769"/>
                            <a:pt x="206597" y="240245"/>
                          </a:cubicBezTo>
                          <a:cubicBezTo>
                            <a:pt x="205835" y="239864"/>
                            <a:pt x="205073" y="239388"/>
                            <a:pt x="204406" y="239007"/>
                          </a:cubicBezTo>
                          <a:cubicBezTo>
                            <a:pt x="204216" y="238911"/>
                            <a:pt x="204025" y="238816"/>
                            <a:pt x="203930" y="238721"/>
                          </a:cubicBezTo>
                          <a:cubicBezTo>
                            <a:pt x="203835" y="238626"/>
                            <a:pt x="203644" y="238530"/>
                            <a:pt x="203549" y="238530"/>
                          </a:cubicBezTo>
                          <a:cubicBezTo>
                            <a:pt x="202787" y="238054"/>
                            <a:pt x="201930" y="237673"/>
                            <a:pt x="201168" y="237197"/>
                          </a:cubicBezTo>
                          <a:cubicBezTo>
                            <a:pt x="198406" y="235673"/>
                            <a:pt x="195643" y="234053"/>
                            <a:pt x="192881" y="232434"/>
                          </a:cubicBezTo>
                          <a:cubicBezTo>
                            <a:pt x="192119" y="231958"/>
                            <a:pt x="191357" y="231577"/>
                            <a:pt x="190595" y="231101"/>
                          </a:cubicBezTo>
                          <a:cubicBezTo>
                            <a:pt x="189166" y="230244"/>
                            <a:pt x="187642" y="229386"/>
                            <a:pt x="186214" y="228434"/>
                          </a:cubicBezTo>
                          <a:cubicBezTo>
                            <a:pt x="185356" y="227958"/>
                            <a:pt x="184594" y="227386"/>
                            <a:pt x="183737" y="226910"/>
                          </a:cubicBezTo>
                          <a:cubicBezTo>
                            <a:pt x="181832" y="225767"/>
                            <a:pt x="180022" y="224624"/>
                            <a:pt x="178117" y="223481"/>
                          </a:cubicBezTo>
                          <a:cubicBezTo>
                            <a:pt x="176974" y="222719"/>
                            <a:pt x="175831" y="221957"/>
                            <a:pt x="174593" y="221290"/>
                          </a:cubicBezTo>
                          <a:cubicBezTo>
                            <a:pt x="172688" y="220052"/>
                            <a:pt x="170783" y="218814"/>
                            <a:pt x="168878" y="217575"/>
                          </a:cubicBezTo>
                          <a:cubicBezTo>
                            <a:pt x="168116" y="217099"/>
                            <a:pt x="167449" y="216623"/>
                            <a:pt x="166688" y="216147"/>
                          </a:cubicBezTo>
                          <a:cubicBezTo>
                            <a:pt x="165925" y="215670"/>
                            <a:pt x="165163" y="215099"/>
                            <a:pt x="164401" y="214623"/>
                          </a:cubicBezTo>
                          <a:cubicBezTo>
                            <a:pt x="162306" y="213194"/>
                            <a:pt x="160210" y="211765"/>
                            <a:pt x="158115" y="210432"/>
                          </a:cubicBezTo>
                          <a:cubicBezTo>
                            <a:pt x="156877" y="209574"/>
                            <a:pt x="155638" y="208717"/>
                            <a:pt x="154400" y="207860"/>
                          </a:cubicBezTo>
                          <a:cubicBezTo>
                            <a:pt x="153543" y="207288"/>
                            <a:pt x="152686" y="206622"/>
                            <a:pt x="151733" y="206050"/>
                          </a:cubicBezTo>
                          <a:cubicBezTo>
                            <a:pt x="151257" y="205669"/>
                            <a:pt x="150781" y="205383"/>
                            <a:pt x="150304" y="205002"/>
                          </a:cubicBezTo>
                          <a:cubicBezTo>
                            <a:pt x="149447" y="204431"/>
                            <a:pt x="148590" y="203764"/>
                            <a:pt x="147733" y="203193"/>
                          </a:cubicBezTo>
                          <a:cubicBezTo>
                            <a:pt x="146685" y="202430"/>
                            <a:pt x="145637" y="201669"/>
                            <a:pt x="144589" y="201002"/>
                          </a:cubicBezTo>
                          <a:cubicBezTo>
                            <a:pt x="141351" y="198621"/>
                            <a:pt x="138208" y="196239"/>
                            <a:pt x="135064" y="193858"/>
                          </a:cubicBezTo>
                          <a:cubicBezTo>
                            <a:pt x="134969" y="193858"/>
                            <a:pt x="134969" y="193763"/>
                            <a:pt x="134874" y="193763"/>
                          </a:cubicBezTo>
                          <a:cubicBezTo>
                            <a:pt x="132207" y="191667"/>
                            <a:pt x="129540" y="189572"/>
                            <a:pt x="126968" y="187476"/>
                          </a:cubicBezTo>
                          <a:cubicBezTo>
                            <a:pt x="126301" y="186905"/>
                            <a:pt x="125730" y="186428"/>
                            <a:pt x="125063" y="185952"/>
                          </a:cubicBezTo>
                          <a:cubicBezTo>
                            <a:pt x="124777" y="185762"/>
                            <a:pt x="124587" y="185571"/>
                            <a:pt x="124301" y="185381"/>
                          </a:cubicBezTo>
                          <a:cubicBezTo>
                            <a:pt x="122587" y="183952"/>
                            <a:pt x="120872" y="182619"/>
                            <a:pt x="119158" y="181190"/>
                          </a:cubicBezTo>
                          <a:cubicBezTo>
                            <a:pt x="118110" y="180333"/>
                            <a:pt x="117157" y="179475"/>
                            <a:pt x="116110" y="178618"/>
                          </a:cubicBezTo>
                          <a:cubicBezTo>
                            <a:pt x="114586" y="177380"/>
                            <a:pt x="113157" y="176046"/>
                            <a:pt x="111633" y="174808"/>
                          </a:cubicBezTo>
                          <a:cubicBezTo>
                            <a:pt x="110585" y="173951"/>
                            <a:pt x="109633" y="172998"/>
                            <a:pt x="108585" y="172141"/>
                          </a:cubicBezTo>
                          <a:cubicBezTo>
                            <a:pt x="107251" y="170903"/>
                            <a:pt x="105823" y="169665"/>
                            <a:pt x="104489" y="168522"/>
                          </a:cubicBezTo>
                          <a:cubicBezTo>
                            <a:pt x="104299" y="168426"/>
                            <a:pt x="104203" y="168236"/>
                            <a:pt x="104013" y="168045"/>
                          </a:cubicBezTo>
                          <a:cubicBezTo>
                            <a:pt x="103822" y="167855"/>
                            <a:pt x="103632" y="167664"/>
                            <a:pt x="103441" y="167569"/>
                          </a:cubicBezTo>
                          <a:cubicBezTo>
                            <a:pt x="102775" y="166998"/>
                            <a:pt x="102108" y="166331"/>
                            <a:pt x="101441" y="165759"/>
                          </a:cubicBezTo>
                          <a:cubicBezTo>
                            <a:pt x="100203" y="164616"/>
                            <a:pt x="98869" y="163378"/>
                            <a:pt x="97726" y="162235"/>
                          </a:cubicBezTo>
                          <a:cubicBezTo>
                            <a:pt x="96869" y="161378"/>
                            <a:pt x="96012" y="160616"/>
                            <a:pt x="95155" y="159759"/>
                          </a:cubicBezTo>
                          <a:cubicBezTo>
                            <a:pt x="95059" y="159663"/>
                            <a:pt x="94964" y="159568"/>
                            <a:pt x="94774" y="159473"/>
                          </a:cubicBezTo>
                          <a:cubicBezTo>
                            <a:pt x="93535" y="158330"/>
                            <a:pt x="92392" y="157092"/>
                            <a:pt x="91249" y="155949"/>
                          </a:cubicBezTo>
                          <a:cubicBezTo>
                            <a:pt x="90297" y="154996"/>
                            <a:pt x="89440" y="154044"/>
                            <a:pt x="88487" y="153186"/>
                          </a:cubicBezTo>
                          <a:cubicBezTo>
                            <a:pt x="87344" y="152043"/>
                            <a:pt x="86296" y="150900"/>
                            <a:pt x="85153" y="149662"/>
                          </a:cubicBezTo>
                          <a:cubicBezTo>
                            <a:pt x="85153" y="149662"/>
                            <a:pt x="85153" y="149662"/>
                            <a:pt x="85153" y="149662"/>
                          </a:cubicBezTo>
                          <a:cubicBezTo>
                            <a:pt x="84772" y="149281"/>
                            <a:pt x="84391" y="148900"/>
                            <a:pt x="84010" y="148519"/>
                          </a:cubicBezTo>
                          <a:cubicBezTo>
                            <a:pt x="83534" y="147948"/>
                            <a:pt x="83058" y="147471"/>
                            <a:pt x="82582" y="146995"/>
                          </a:cubicBezTo>
                          <a:cubicBezTo>
                            <a:pt x="81534" y="145852"/>
                            <a:pt x="80486" y="144709"/>
                            <a:pt x="79438" y="143471"/>
                          </a:cubicBezTo>
                          <a:cubicBezTo>
                            <a:pt x="78676" y="142614"/>
                            <a:pt x="77819" y="141661"/>
                            <a:pt x="77057" y="140804"/>
                          </a:cubicBezTo>
                          <a:cubicBezTo>
                            <a:pt x="76009" y="139566"/>
                            <a:pt x="75057" y="138423"/>
                            <a:pt x="74009" y="137184"/>
                          </a:cubicBezTo>
                          <a:cubicBezTo>
                            <a:pt x="73342" y="136327"/>
                            <a:pt x="72580" y="135470"/>
                            <a:pt x="71914" y="134708"/>
                          </a:cubicBezTo>
                          <a:cubicBezTo>
                            <a:pt x="70866" y="133374"/>
                            <a:pt x="69818" y="132136"/>
                            <a:pt x="68770" y="130803"/>
                          </a:cubicBezTo>
                          <a:cubicBezTo>
                            <a:pt x="68580" y="130612"/>
                            <a:pt x="68485" y="130422"/>
                            <a:pt x="68294" y="130231"/>
                          </a:cubicBezTo>
                          <a:cubicBezTo>
                            <a:pt x="67913" y="129755"/>
                            <a:pt x="67437" y="129183"/>
                            <a:pt x="67056" y="128707"/>
                          </a:cubicBezTo>
                          <a:cubicBezTo>
                            <a:pt x="65532" y="126707"/>
                            <a:pt x="64103" y="124802"/>
                            <a:pt x="62674" y="122897"/>
                          </a:cubicBezTo>
                          <a:cubicBezTo>
                            <a:pt x="62293" y="122325"/>
                            <a:pt x="61913" y="121754"/>
                            <a:pt x="61436" y="121182"/>
                          </a:cubicBezTo>
                          <a:cubicBezTo>
                            <a:pt x="60484" y="119849"/>
                            <a:pt x="59531" y="118420"/>
                            <a:pt x="58674" y="117087"/>
                          </a:cubicBezTo>
                          <a:cubicBezTo>
                            <a:pt x="58674" y="117087"/>
                            <a:pt x="58579" y="116991"/>
                            <a:pt x="58579" y="116991"/>
                          </a:cubicBezTo>
                          <a:cubicBezTo>
                            <a:pt x="58102" y="116229"/>
                            <a:pt x="57626" y="115467"/>
                            <a:pt x="57150" y="114705"/>
                          </a:cubicBezTo>
                          <a:cubicBezTo>
                            <a:pt x="56483" y="113562"/>
                            <a:pt x="55721" y="112515"/>
                            <a:pt x="55054" y="111372"/>
                          </a:cubicBezTo>
                          <a:cubicBezTo>
                            <a:pt x="54959" y="111181"/>
                            <a:pt x="54769" y="110895"/>
                            <a:pt x="54578" y="110705"/>
                          </a:cubicBezTo>
                          <a:cubicBezTo>
                            <a:pt x="54578" y="110705"/>
                            <a:pt x="54578" y="110705"/>
                            <a:pt x="54578" y="110705"/>
                          </a:cubicBezTo>
                          <a:cubicBezTo>
                            <a:pt x="54197" y="110133"/>
                            <a:pt x="53911" y="109562"/>
                            <a:pt x="53530" y="108895"/>
                          </a:cubicBezTo>
                          <a:cubicBezTo>
                            <a:pt x="52959" y="107847"/>
                            <a:pt x="52292" y="106800"/>
                            <a:pt x="51721" y="105847"/>
                          </a:cubicBezTo>
                          <a:cubicBezTo>
                            <a:pt x="51625" y="105752"/>
                            <a:pt x="51625" y="105657"/>
                            <a:pt x="51530" y="105561"/>
                          </a:cubicBezTo>
                          <a:cubicBezTo>
                            <a:pt x="51149" y="104895"/>
                            <a:pt x="50863" y="104323"/>
                            <a:pt x="50578" y="103752"/>
                          </a:cubicBezTo>
                          <a:cubicBezTo>
                            <a:pt x="50482" y="103656"/>
                            <a:pt x="50482" y="103466"/>
                            <a:pt x="50387" y="103371"/>
                          </a:cubicBezTo>
                          <a:cubicBezTo>
                            <a:pt x="49720" y="102228"/>
                            <a:pt x="49149" y="100989"/>
                            <a:pt x="48577" y="99846"/>
                          </a:cubicBezTo>
                          <a:cubicBezTo>
                            <a:pt x="48577" y="99751"/>
                            <a:pt x="48482" y="99751"/>
                            <a:pt x="48482" y="99656"/>
                          </a:cubicBezTo>
                          <a:cubicBezTo>
                            <a:pt x="48387" y="99561"/>
                            <a:pt x="48387" y="99370"/>
                            <a:pt x="48292" y="99275"/>
                          </a:cubicBezTo>
                          <a:cubicBezTo>
                            <a:pt x="48292" y="99180"/>
                            <a:pt x="48292" y="99180"/>
                            <a:pt x="48196" y="99084"/>
                          </a:cubicBezTo>
                          <a:cubicBezTo>
                            <a:pt x="47339" y="97370"/>
                            <a:pt x="46577" y="95655"/>
                            <a:pt x="45910" y="93941"/>
                          </a:cubicBezTo>
                          <a:cubicBezTo>
                            <a:pt x="45910" y="93846"/>
                            <a:pt x="45815" y="93846"/>
                            <a:pt x="45815" y="93750"/>
                          </a:cubicBezTo>
                          <a:cubicBezTo>
                            <a:pt x="45148" y="92226"/>
                            <a:pt x="44577" y="90702"/>
                            <a:pt x="44005" y="89178"/>
                          </a:cubicBezTo>
                          <a:cubicBezTo>
                            <a:pt x="43910" y="88893"/>
                            <a:pt x="43815" y="88702"/>
                            <a:pt x="43720" y="88416"/>
                          </a:cubicBezTo>
                          <a:cubicBezTo>
                            <a:pt x="43720" y="88416"/>
                            <a:pt x="43720" y="88416"/>
                            <a:pt x="43720" y="88321"/>
                          </a:cubicBezTo>
                          <a:cubicBezTo>
                            <a:pt x="43720" y="88226"/>
                            <a:pt x="43624" y="88035"/>
                            <a:pt x="43624" y="87940"/>
                          </a:cubicBezTo>
                          <a:cubicBezTo>
                            <a:pt x="43053" y="86416"/>
                            <a:pt x="42577" y="84797"/>
                            <a:pt x="42196" y="83368"/>
                          </a:cubicBezTo>
                          <a:cubicBezTo>
                            <a:pt x="42100" y="83082"/>
                            <a:pt x="42005" y="82797"/>
                            <a:pt x="42005" y="82511"/>
                          </a:cubicBezTo>
                          <a:cubicBezTo>
                            <a:pt x="41719" y="81273"/>
                            <a:pt x="41434" y="80034"/>
                            <a:pt x="41148" y="78796"/>
                          </a:cubicBezTo>
                          <a:cubicBezTo>
                            <a:pt x="41053" y="78510"/>
                            <a:pt x="41053" y="78320"/>
                            <a:pt x="40957" y="78034"/>
                          </a:cubicBezTo>
                          <a:cubicBezTo>
                            <a:pt x="40957" y="78034"/>
                            <a:pt x="40957" y="78034"/>
                            <a:pt x="40957" y="77939"/>
                          </a:cubicBezTo>
                          <a:cubicBezTo>
                            <a:pt x="40957" y="77748"/>
                            <a:pt x="40862" y="77558"/>
                            <a:pt x="40862" y="77367"/>
                          </a:cubicBezTo>
                          <a:cubicBezTo>
                            <a:pt x="40672" y="76224"/>
                            <a:pt x="40481" y="74986"/>
                            <a:pt x="40291" y="73843"/>
                          </a:cubicBezTo>
                          <a:cubicBezTo>
                            <a:pt x="40195" y="73367"/>
                            <a:pt x="40195" y="72891"/>
                            <a:pt x="40100" y="72414"/>
                          </a:cubicBezTo>
                          <a:cubicBezTo>
                            <a:pt x="40005" y="71367"/>
                            <a:pt x="39910" y="70319"/>
                            <a:pt x="39910" y="69271"/>
                          </a:cubicBezTo>
                          <a:cubicBezTo>
                            <a:pt x="39910" y="69080"/>
                            <a:pt x="39910" y="68795"/>
                            <a:pt x="39910" y="68604"/>
                          </a:cubicBezTo>
                          <a:cubicBezTo>
                            <a:pt x="39910" y="68414"/>
                            <a:pt x="39910" y="68319"/>
                            <a:pt x="39910" y="68128"/>
                          </a:cubicBezTo>
                          <a:cubicBezTo>
                            <a:pt x="39910" y="67271"/>
                            <a:pt x="40005" y="66509"/>
                            <a:pt x="40005" y="65747"/>
                          </a:cubicBezTo>
                          <a:cubicBezTo>
                            <a:pt x="40005" y="65271"/>
                            <a:pt x="40005" y="64699"/>
                            <a:pt x="40100" y="64223"/>
                          </a:cubicBezTo>
                          <a:cubicBezTo>
                            <a:pt x="40100" y="64032"/>
                            <a:pt x="40100" y="63842"/>
                            <a:pt x="40100" y="63651"/>
                          </a:cubicBezTo>
                          <a:cubicBezTo>
                            <a:pt x="40195" y="62223"/>
                            <a:pt x="40386" y="60889"/>
                            <a:pt x="40672" y="59555"/>
                          </a:cubicBezTo>
                          <a:cubicBezTo>
                            <a:pt x="40862" y="58698"/>
                            <a:pt x="41053" y="57936"/>
                            <a:pt x="41338" y="57174"/>
                          </a:cubicBezTo>
                          <a:cubicBezTo>
                            <a:pt x="41338" y="57174"/>
                            <a:pt x="41338" y="57174"/>
                            <a:pt x="41338" y="57079"/>
                          </a:cubicBezTo>
                          <a:cubicBezTo>
                            <a:pt x="41434" y="56603"/>
                            <a:pt x="41719" y="56031"/>
                            <a:pt x="41815" y="55555"/>
                          </a:cubicBezTo>
                          <a:lnTo>
                            <a:pt x="41815" y="55555"/>
                          </a:lnTo>
                          <a:cubicBezTo>
                            <a:pt x="42005" y="54984"/>
                            <a:pt x="42196" y="54317"/>
                            <a:pt x="42386" y="53745"/>
                          </a:cubicBezTo>
                          <a:cubicBezTo>
                            <a:pt x="42386" y="53745"/>
                            <a:pt x="42386" y="53745"/>
                            <a:pt x="42386" y="53745"/>
                          </a:cubicBezTo>
                          <a:cubicBezTo>
                            <a:pt x="42672" y="53174"/>
                            <a:pt x="42863" y="52507"/>
                            <a:pt x="43148" y="51936"/>
                          </a:cubicBezTo>
                          <a:cubicBezTo>
                            <a:pt x="43148" y="51936"/>
                            <a:pt x="43148" y="51936"/>
                            <a:pt x="43148" y="51936"/>
                          </a:cubicBezTo>
                          <a:cubicBezTo>
                            <a:pt x="43339" y="51555"/>
                            <a:pt x="43529" y="51174"/>
                            <a:pt x="43720" y="50793"/>
                          </a:cubicBezTo>
                          <a:cubicBezTo>
                            <a:pt x="43815" y="50697"/>
                            <a:pt x="43815" y="50602"/>
                            <a:pt x="43910" y="50507"/>
                          </a:cubicBezTo>
                          <a:cubicBezTo>
                            <a:pt x="44291" y="49840"/>
                            <a:pt x="44672" y="49173"/>
                            <a:pt x="45053" y="48507"/>
                          </a:cubicBezTo>
                          <a:cubicBezTo>
                            <a:pt x="45339" y="48126"/>
                            <a:pt x="45625" y="47649"/>
                            <a:pt x="45910" y="47268"/>
                          </a:cubicBezTo>
                          <a:cubicBezTo>
                            <a:pt x="45910" y="47173"/>
                            <a:pt x="46006" y="47173"/>
                            <a:pt x="46006" y="47078"/>
                          </a:cubicBezTo>
                          <a:cubicBezTo>
                            <a:pt x="46387" y="46506"/>
                            <a:pt x="46863" y="45840"/>
                            <a:pt x="47339" y="45268"/>
                          </a:cubicBezTo>
                          <a:cubicBezTo>
                            <a:pt x="47625" y="44887"/>
                            <a:pt x="48006" y="44506"/>
                            <a:pt x="48292" y="44125"/>
                          </a:cubicBezTo>
                          <a:cubicBezTo>
                            <a:pt x="48387" y="44030"/>
                            <a:pt x="48387" y="44030"/>
                            <a:pt x="48482" y="43934"/>
                          </a:cubicBezTo>
                          <a:cubicBezTo>
                            <a:pt x="48958" y="43363"/>
                            <a:pt x="49530" y="42792"/>
                            <a:pt x="50101" y="42315"/>
                          </a:cubicBezTo>
                          <a:cubicBezTo>
                            <a:pt x="50197" y="42220"/>
                            <a:pt x="50387" y="42030"/>
                            <a:pt x="50482" y="41934"/>
                          </a:cubicBezTo>
                          <a:cubicBezTo>
                            <a:pt x="50578" y="41839"/>
                            <a:pt x="50673" y="41744"/>
                            <a:pt x="50768" y="41649"/>
                          </a:cubicBezTo>
                          <a:cubicBezTo>
                            <a:pt x="50863" y="41553"/>
                            <a:pt x="50959" y="41553"/>
                            <a:pt x="51054" y="41458"/>
                          </a:cubicBezTo>
                          <a:lnTo>
                            <a:pt x="51054" y="41458"/>
                          </a:lnTo>
                          <a:cubicBezTo>
                            <a:pt x="51149" y="41363"/>
                            <a:pt x="51244" y="41268"/>
                            <a:pt x="51435" y="41172"/>
                          </a:cubicBezTo>
                          <a:cubicBezTo>
                            <a:pt x="52006" y="40696"/>
                            <a:pt x="52673" y="40125"/>
                            <a:pt x="53340" y="39648"/>
                          </a:cubicBezTo>
                          <a:cubicBezTo>
                            <a:pt x="53816" y="39267"/>
                            <a:pt x="54292" y="38886"/>
                            <a:pt x="54769" y="38601"/>
                          </a:cubicBezTo>
                          <a:cubicBezTo>
                            <a:pt x="55531" y="38124"/>
                            <a:pt x="56293" y="37648"/>
                            <a:pt x="57055" y="37172"/>
                          </a:cubicBezTo>
                          <a:cubicBezTo>
                            <a:pt x="57055" y="37172"/>
                            <a:pt x="57150" y="37077"/>
                            <a:pt x="57150" y="37077"/>
                          </a:cubicBezTo>
                          <a:cubicBezTo>
                            <a:pt x="57245" y="36981"/>
                            <a:pt x="57340" y="36981"/>
                            <a:pt x="57436" y="36886"/>
                          </a:cubicBezTo>
                          <a:cubicBezTo>
                            <a:pt x="57817" y="36696"/>
                            <a:pt x="58198" y="36410"/>
                            <a:pt x="58579" y="36219"/>
                          </a:cubicBezTo>
                          <a:cubicBezTo>
                            <a:pt x="59436" y="35743"/>
                            <a:pt x="60388" y="35267"/>
                            <a:pt x="61341" y="34791"/>
                          </a:cubicBezTo>
                          <a:cubicBezTo>
                            <a:pt x="61341" y="34791"/>
                            <a:pt x="61436" y="34791"/>
                            <a:pt x="61436" y="34791"/>
                          </a:cubicBezTo>
                          <a:cubicBezTo>
                            <a:pt x="61627" y="34695"/>
                            <a:pt x="61817" y="34600"/>
                            <a:pt x="62008" y="34505"/>
                          </a:cubicBezTo>
                          <a:cubicBezTo>
                            <a:pt x="62293" y="34409"/>
                            <a:pt x="62484" y="34219"/>
                            <a:pt x="62770" y="34124"/>
                          </a:cubicBezTo>
                          <a:cubicBezTo>
                            <a:pt x="64294" y="33457"/>
                            <a:pt x="65818" y="32886"/>
                            <a:pt x="67437" y="32314"/>
                          </a:cubicBezTo>
                          <a:cubicBezTo>
                            <a:pt x="67437" y="32314"/>
                            <a:pt x="67437" y="32314"/>
                            <a:pt x="67437" y="32314"/>
                          </a:cubicBezTo>
                          <a:cubicBezTo>
                            <a:pt x="69056" y="31743"/>
                            <a:pt x="70675" y="31362"/>
                            <a:pt x="72295" y="30885"/>
                          </a:cubicBezTo>
                          <a:cubicBezTo>
                            <a:pt x="72485" y="30790"/>
                            <a:pt x="72771" y="30790"/>
                            <a:pt x="72961" y="30695"/>
                          </a:cubicBezTo>
                          <a:cubicBezTo>
                            <a:pt x="73628" y="30504"/>
                            <a:pt x="74295" y="30409"/>
                            <a:pt x="74962" y="30314"/>
                          </a:cubicBezTo>
                          <a:cubicBezTo>
                            <a:pt x="75819" y="30123"/>
                            <a:pt x="76676" y="29933"/>
                            <a:pt x="77533" y="29742"/>
                          </a:cubicBezTo>
                          <a:cubicBezTo>
                            <a:pt x="78010" y="29647"/>
                            <a:pt x="78486" y="29552"/>
                            <a:pt x="78962" y="29457"/>
                          </a:cubicBezTo>
                          <a:cubicBezTo>
                            <a:pt x="79819" y="29361"/>
                            <a:pt x="80677" y="29266"/>
                            <a:pt x="81439" y="29076"/>
                          </a:cubicBezTo>
                          <a:cubicBezTo>
                            <a:pt x="82010" y="28980"/>
                            <a:pt x="82582" y="28885"/>
                            <a:pt x="83153" y="28790"/>
                          </a:cubicBezTo>
                          <a:cubicBezTo>
                            <a:pt x="83629" y="28695"/>
                            <a:pt x="84201" y="28695"/>
                            <a:pt x="84677" y="28599"/>
                          </a:cubicBezTo>
                          <a:cubicBezTo>
                            <a:pt x="84868" y="28599"/>
                            <a:pt x="85153" y="28504"/>
                            <a:pt x="85344" y="28504"/>
                          </a:cubicBezTo>
                          <a:cubicBezTo>
                            <a:pt x="86296" y="28409"/>
                            <a:pt x="87249" y="28314"/>
                            <a:pt x="88106" y="28314"/>
                          </a:cubicBezTo>
                          <a:cubicBezTo>
                            <a:pt x="88392" y="28314"/>
                            <a:pt x="88678" y="28218"/>
                            <a:pt x="88963" y="28218"/>
                          </a:cubicBezTo>
                          <a:cubicBezTo>
                            <a:pt x="89154" y="28218"/>
                            <a:pt x="89344" y="28218"/>
                            <a:pt x="89535" y="28218"/>
                          </a:cubicBezTo>
                          <a:cubicBezTo>
                            <a:pt x="90011" y="28218"/>
                            <a:pt x="90488" y="28123"/>
                            <a:pt x="90964" y="28123"/>
                          </a:cubicBezTo>
                          <a:cubicBezTo>
                            <a:pt x="91154" y="28123"/>
                            <a:pt x="91345" y="28123"/>
                            <a:pt x="91535" y="28123"/>
                          </a:cubicBezTo>
                          <a:cubicBezTo>
                            <a:pt x="91726" y="28123"/>
                            <a:pt x="91916" y="28123"/>
                            <a:pt x="92107" y="28123"/>
                          </a:cubicBezTo>
                          <a:cubicBezTo>
                            <a:pt x="93059" y="28123"/>
                            <a:pt x="94107" y="28028"/>
                            <a:pt x="95155" y="28028"/>
                          </a:cubicBezTo>
                          <a:cubicBezTo>
                            <a:pt x="95726" y="28028"/>
                            <a:pt x="96298" y="28028"/>
                            <a:pt x="96869" y="28028"/>
                          </a:cubicBezTo>
                          <a:cubicBezTo>
                            <a:pt x="97536" y="28028"/>
                            <a:pt x="98107" y="28028"/>
                            <a:pt x="98774" y="28028"/>
                          </a:cubicBezTo>
                          <a:cubicBezTo>
                            <a:pt x="98965" y="28028"/>
                            <a:pt x="99155" y="28028"/>
                            <a:pt x="99250" y="28028"/>
                          </a:cubicBezTo>
                          <a:cubicBezTo>
                            <a:pt x="100298" y="28028"/>
                            <a:pt x="101346" y="28028"/>
                            <a:pt x="102394" y="28123"/>
                          </a:cubicBezTo>
                          <a:cubicBezTo>
                            <a:pt x="102775" y="28123"/>
                            <a:pt x="103156" y="28123"/>
                            <a:pt x="103632" y="28123"/>
                          </a:cubicBezTo>
                          <a:cubicBezTo>
                            <a:pt x="104489" y="28123"/>
                            <a:pt x="105346" y="28218"/>
                            <a:pt x="106299" y="28218"/>
                          </a:cubicBezTo>
                          <a:cubicBezTo>
                            <a:pt x="106394" y="28218"/>
                            <a:pt x="106585" y="28218"/>
                            <a:pt x="106680" y="28218"/>
                          </a:cubicBezTo>
                          <a:cubicBezTo>
                            <a:pt x="107823" y="28314"/>
                            <a:pt x="108871" y="28314"/>
                            <a:pt x="110014" y="28409"/>
                          </a:cubicBezTo>
                          <a:cubicBezTo>
                            <a:pt x="111442" y="28504"/>
                            <a:pt x="112966" y="28695"/>
                            <a:pt x="114490" y="28790"/>
                          </a:cubicBezTo>
                          <a:cubicBezTo>
                            <a:pt x="115633" y="28885"/>
                            <a:pt x="116776" y="28980"/>
                            <a:pt x="117919" y="29171"/>
                          </a:cubicBezTo>
                          <a:cubicBezTo>
                            <a:pt x="117919" y="29171"/>
                            <a:pt x="118015" y="29171"/>
                            <a:pt x="118015" y="29171"/>
                          </a:cubicBezTo>
                          <a:cubicBezTo>
                            <a:pt x="118205" y="29171"/>
                            <a:pt x="118396" y="29171"/>
                            <a:pt x="118681" y="29266"/>
                          </a:cubicBezTo>
                          <a:cubicBezTo>
                            <a:pt x="119158" y="29361"/>
                            <a:pt x="119634" y="29361"/>
                            <a:pt x="120110" y="29457"/>
                          </a:cubicBezTo>
                          <a:cubicBezTo>
                            <a:pt x="120967" y="29552"/>
                            <a:pt x="121825" y="29647"/>
                            <a:pt x="122682" y="29838"/>
                          </a:cubicBezTo>
                          <a:cubicBezTo>
                            <a:pt x="126682" y="30409"/>
                            <a:pt x="130683" y="30980"/>
                            <a:pt x="134874" y="31838"/>
                          </a:cubicBezTo>
                          <a:cubicBezTo>
                            <a:pt x="135731" y="32028"/>
                            <a:pt x="136588" y="32219"/>
                            <a:pt x="137350" y="32314"/>
                          </a:cubicBezTo>
                          <a:cubicBezTo>
                            <a:pt x="137350" y="32314"/>
                            <a:pt x="137446" y="32314"/>
                            <a:pt x="137446" y="32314"/>
                          </a:cubicBezTo>
                          <a:cubicBezTo>
                            <a:pt x="139255" y="32695"/>
                            <a:pt x="140970" y="32981"/>
                            <a:pt x="142780" y="33457"/>
                          </a:cubicBezTo>
                          <a:cubicBezTo>
                            <a:pt x="143827" y="33648"/>
                            <a:pt x="144875" y="33933"/>
                            <a:pt x="146018" y="34219"/>
                          </a:cubicBezTo>
                          <a:cubicBezTo>
                            <a:pt x="147638" y="34600"/>
                            <a:pt x="149257" y="34981"/>
                            <a:pt x="150971" y="35362"/>
                          </a:cubicBezTo>
                          <a:cubicBezTo>
                            <a:pt x="152114" y="35648"/>
                            <a:pt x="153257" y="35934"/>
                            <a:pt x="154495" y="36219"/>
                          </a:cubicBezTo>
                          <a:cubicBezTo>
                            <a:pt x="156115" y="36600"/>
                            <a:pt x="157734" y="37077"/>
                            <a:pt x="159353" y="37457"/>
                          </a:cubicBezTo>
                          <a:cubicBezTo>
                            <a:pt x="160591" y="37839"/>
                            <a:pt x="161830" y="38124"/>
                            <a:pt x="162973" y="38505"/>
                          </a:cubicBezTo>
                          <a:cubicBezTo>
                            <a:pt x="164592" y="38982"/>
                            <a:pt x="166116" y="39458"/>
                            <a:pt x="167735" y="39934"/>
                          </a:cubicBezTo>
                          <a:cubicBezTo>
                            <a:pt x="167735" y="39934"/>
                            <a:pt x="167830" y="39934"/>
                            <a:pt x="167830" y="39934"/>
                          </a:cubicBezTo>
                          <a:cubicBezTo>
                            <a:pt x="169069" y="40315"/>
                            <a:pt x="170307" y="40696"/>
                            <a:pt x="171545" y="41077"/>
                          </a:cubicBezTo>
                          <a:cubicBezTo>
                            <a:pt x="173164" y="41553"/>
                            <a:pt x="174688" y="42030"/>
                            <a:pt x="176308" y="42601"/>
                          </a:cubicBezTo>
                          <a:cubicBezTo>
                            <a:pt x="176403" y="42601"/>
                            <a:pt x="176593" y="42696"/>
                            <a:pt x="176689" y="42696"/>
                          </a:cubicBezTo>
                          <a:cubicBezTo>
                            <a:pt x="177832" y="43077"/>
                            <a:pt x="179070" y="43458"/>
                            <a:pt x="180213" y="43839"/>
                          </a:cubicBezTo>
                          <a:cubicBezTo>
                            <a:pt x="181832" y="44411"/>
                            <a:pt x="183451" y="44887"/>
                            <a:pt x="184975" y="45459"/>
                          </a:cubicBezTo>
                          <a:cubicBezTo>
                            <a:pt x="185166" y="45554"/>
                            <a:pt x="185452" y="45649"/>
                            <a:pt x="185642" y="45649"/>
                          </a:cubicBezTo>
                          <a:cubicBezTo>
                            <a:pt x="186690" y="46030"/>
                            <a:pt x="187833" y="46411"/>
                            <a:pt x="188976" y="46792"/>
                          </a:cubicBezTo>
                          <a:cubicBezTo>
                            <a:pt x="190976" y="47554"/>
                            <a:pt x="192976" y="48221"/>
                            <a:pt x="195072" y="49078"/>
                          </a:cubicBezTo>
                          <a:cubicBezTo>
                            <a:pt x="195929" y="49364"/>
                            <a:pt x="196691" y="49745"/>
                            <a:pt x="197548" y="50030"/>
                          </a:cubicBezTo>
                          <a:cubicBezTo>
                            <a:pt x="199739" y="50888"/>
                            <a:pt x="202025" y="51745"/>
                            <a:pt x="204311" y="52698"/>
                          </a:cubicBezTo>
                          <a:cubicBezTo>
                            <a:pt x="205168" y="53078"/>
                            <a:pt x="205930" y="53364"/>
                            <a:pt x="206788" y="53745"/>
                          </a:cubicBezTo>
                          <a:cubicBezTo>
                            <a:pt x="209074" y="54698"/>
                            <a:pt x="211264" y="55555"/>
                            <a:pt x="213550" y="56603"/>
                          </a:cubicBezTo>
                          <a:cubicBezTo>
                            <a:pt x="214408" y="56984"/>
                            <a:pt x="215170" y="57365"/>
                            <a:pt x="216027" y="57651"/>
                          </a:cubicBezTo>
                          <a:cubicBezTo>
                            <a:pt x="218313" y="58603"/>
                            <a:pt x="220599" y="59651"/>
                            <a:pt x="222885" y="60603"/>
                          </a:cubicBezTo>
                          <a:cubicBezTo>
                            <a:pt x="223742" y="60984"/>
                            <a:pt x="224599" y="61365"/>
                            <a:pt x="225457" y="61746"/>
                          </a:cubicBezTo>
                          <a:cubicBezTo>
                            <a:pt x="227076" y="62508"/>
                            <a:pt x="228790" y="63270"/>
                            <a:pt x="230410" y="64032"/>
                          </a:cubicBezTo>
                          <a:cubicBezTo>
                            <a:pt x="232886" y="65175"/>
                            <a:pt x="235458" y="66414"/>
                            <a:pt x="237934" y="67652"/>
                          </a:cubicBezTo>
                          <a:cubicBezTo>
                            <a:pt x="239077" y="68223"/>
                            <a:pt x="240125" y="68700"/>
                            <a:pt x="241268" y="69271"/>
                          </a:cubicBezTo>
                          <a:cubicBezTo>
                            <a:pt x="241459" y="69366"/>
                            <a:pt x="241649" y="69462"/>
                            <a:pt x="241935" y="69557"/>
                          </a:cubicBezTo>
                          <a:cubicBezTo>
                            <a:pt x="241935" y="69557"/>
                            <a:pt x="241935" y="69557"/>
                            <a:pt x="241935" y="69557"/>
                          </a:cubicBezTo>
                          <a:cubicBezTo>
                            <a:pt x="242221" y="69652"/>
                            <a:pt x="242506" y="69843"/>
                            <a:pt x="242792" y="70033"/>
                          </a:cubicBezTo>
                          <a:cubicBezTo>
                            <a:pt x="249460" y="73367"/>
                            <a:pt x="256127" y="76796"/>
                            <a:pt x="262699" y="80511"/>
                          </a:cubicBezTo>
                          <a:cubicBezTo>
                            <a:pt x="263842" y="81082"/>
                            <a:pt x="264890" y="81749"/>
                            <a:pt x="266033" y="82320"/>
                          </a:cubicBezTo>
                          <a:cubicBezTo>
                            <a:pt x="268510" y="83749"/>
                            <a:pt x="271081" y="85178"/>
                            <a:pt x="273558" y="86607"/>
                          </a:cubicBezTo>
                          <a:cubicBezTo>
                            <a:pt x="275749" y="87845"/>
                            <a:pt x="277844" y="89083"/>
                            <a:pt x="280035" y="90417"/>
                          </a:cubicBezTo>
                          <a:cubicBezTo>
                            <a:pt x="285559" y="93750"/>
                            <a:pt x="291084" y="97084"/>
                            <a:pt x="296513" y="100608"/>
                          </a:cubicBezTo>
                          <a:cubicBezTo>
                            <a:pt x="296894" y="100894"/>
                            <a:pt x="297370" y="101180"/>
                            <a:pt x="297751" y="101370"/>
                          </a:cubicBezTo>
                          <a:cubicBezTo>
                            <a:pt x="298894" y="102132"/>
                            <a:pt x="300038" y="102894"/>
                            <a:pt x="301180" y="103561"/>
                          </a:cubicBezTo>
                          <a:cubicBezTo>
                            <a:pt x="302038" y="104132"/>
                            <a:pt x="302895" y="104704"/>
                            <a:pt x="303752" y="105276"/>
                          </a:cubicBezTo>
                          <a:cubicBezTo>
                            <a:pt x="306229" y="106990"/>
                            <a:pt x="308800" y="108609"/>
                            <a:pt x="311277" y="110324"/>
                          </a:cubicBezTo>
                          <a:cubicBezTo>
                            <a:pt x="311848" y="110705"/>
                            <a:pt x="312420" y="111086"/>
                            <a:pt x="312991" y="111467"/>
                          </a:cubicBezTo>
                          <a:cubicBezTo>
                            <a:pt x="313087" y="111467"/>
                            <a:pt x="313087" y="111562"/>
                            <a:pt x="313182" y="111657"/>
                          </a:cubicBezTo>
                          <a:cubicBezTo>
                            <a:pt x="314134" y="112324"/>
                            <a:pt x="315087" y="112991"/>
                            <a:pt x="316135" y="113657"/>
                          </a:cubicBezTo>
                          <a:cubicBezTo>
                            <a:pt x="316516" y="113943"/>
                            <a:pt x="316897" y="114229"/>
                            <a:pt x="317278" y="114420"/>
                          </a:cubicBezTo>
                          <a:cubicBezTo>
                            <a:pt x="318230" y="115086"/>
                            <a:pt x="319278" y="115848"/>
                            <a:pt x="320230" y="116515"/>
                          </a:cubicBezTo>
                          <a:cubicBezTo>
                            <a:pt x="320707" y="116896"/>
                            <a:pt x="321183" y="117182"/>
                            <a:pt x="321659" y="117563"/>
                          </a:cubicBezTo>
                          <a:cubicBezTo>
                            <a:pt x="321945" y="117753"/>
                            <a:pt x="322231" y="117944"/>
                            <a:pt x="322421" y="118134"/>
                          </a:cubicBezTo>
                          <a:cubicBezTo>
                            <a:pt x="326422" y="120992"/>
                            <a:pt x="330327" y="123945"/>
                            <a:pt x="334232" y="126993"/>
                          </a:cubicBezTo>
                          <a:cubicBezTo>
                            <a:pt x="334232" y="126993"/>
                            <a:pt x="334232" y="126993"/>
                            <a:pt x="334232" y="126993"/>
                          </a:cubicBezTo>
                          <a:cubicBezTo>
                            <a:pt x="334232" y="126993"/>
                            <a:pt x="334232" y="126993"/>
                            <a:pt x="334232" y="126993"/>
                          </a:cubicBezTo>
                          <a:cubicBezTo>
                            <a:pt x="338233" y="130041"/>
                            <a:pt x="342138" y="133184"/>
                            <a:pt x="345853" y="136232"/>
                          </a:cubicBezTo>
                          <a:cubicBezTo>
                            <a:pt x="346043" y="136422"/>
                            <a:pt x="346329" y="136613"/>
                            <a:pt x="346519" y="136803"/>
                          </a:cubicBezTo>
                          <a:cubicBezTo>
                            <a:pt x="346710" y="136899"/>
                            <a:pt x="346900" y="137089"/>
                            <a:pt x="346996" y="137184"/>
                          </a:cubicBezTo>
                          <a:cubicBezTo>
                            <a:pt x="347186" y="137280"/>
                            <a:pt x="347281" y="137470"/>
                            <a:pt x="347472" y="137565"/>
                          </a:cubicBezTo>
                          <a:cubicBezTo>
                            <a:pt x="348329" y="138327"/>
                            <a:pt x="349282" y="139089"/>
                            <a:pt x="350139" y="139756"/>
                          </a:cubicBezTo>
                          <a:cubicBezTo>
                            <a:pt x="350425" y="140042"/>
                            <a:pt x="350806" y="140328"/>
                            <a:pt x="351091" y="140613"/>
                          </a:cubicBezTo>
                          <a:cubicBezTo>
                            <a:pt x="353092" y="142328"/>
                            <a:pt x="354997" y="143947"/>
                            <a:pt x="356997" y="145662"/>
                          </a:cubicBezTo>
                          <a:cubicBezTo>
                            <a:pt x="357568" y="146138"/>
                            <a:pt x="358140" y="146614"/>
                            <a:pt x="358616" y="147090"/>
                          </a:cubicBezTo>
                          <a:cubicBezTo>
                            <a:pt x="360902" y="149091"/>
                            <a:pt x="363188" y="151186"/>
                            <a:pt x="365379" y="153186"/>
                          </a:cubicBezTo>
                          <a:cubicBezTo>
                            <a:pt x="365950" y="153758"/>
                            <a:pt x="366522" y="154234"/>
                            <a:pt x="367093" y="154805"/>
                          </a:cubicBezTo>
                          <a:cubicBezTo>
                            <a:pt x="368713" y="156330"/>
                            <a:pt x="370332" y="157853"/>
                            <a:pt x="371856" y="159378"/>
                          </a:cubicBezTo>
                          <a:cubicBezTo>
                            <a:pt x="372618" y="160140"/>
                            <a:pt x="373380" y="160806"/>
                            <a:pt x="374047" y="161568"/>
                          </a:cubicBezTo>
                          <a:cubicBezTo>
                            <a:pt x="375380" y="162902"/>
                            <a:pt x="376714" y="164235"/>
                            <a:pt x="378047" y="165569"/>
                          </a:cubicBezTo>
                          <a:cubicBezTo>
                            <a:pt x="378809" y="166331"/>
                            <a:pt x="379476" y="167093"/>
                            <a:pt x="380238" y="167760"/>
                          </a:cubicBezTo>
                          <a:cubicBezTo>
                            <a:pt x="381571" y="169093"/>
                            <a:pt x="382810" y="170427"/>
                            <a:pt x="384048" y="171760"/>
                          </a:cubicBezTo>
                          <a:cubicBezTo>
                            <a:pt x="384715" y="172427"/>
                            <a:pt x="385286" y="173094"/>
                            <a:pt x="385953" y="173760"/>
                          </a:cubicBezTo>
                          <a:cubicBezTo>
                            <a:pt x="387477" y="175380"/>
                            <a:pt x="388906" y="176999"/>
                            <a:pt x="390334" y="178618"/>
                          </a:cubicBezTo>
                          <a:cubicBezTo>
                            <a:pt x="390620" y="178999"/>
                            <a:pt x="391001" y="179285"/>
                            <a:pt x="391287" y="179666"/>
                          </a:cubicBezTo>
                          <a:cubicBezTo>
                            <a:pt x="393001" y="181666"/>
                            <a:pt x="394621" y="183571"/>
                            <a:pt x="396240" y="185571"/>
                          </a:cubicBezTo>
                          <a:cubicBezTo>
                            <a:pt x="396716" y="186143"/>
                            <a:pt x="397097" y="186714"/>
                            <a:pt x="397573" y="187191"/>
                          </a:cubicBezTo>
                          <a:cubicBezTo>
                            <a:pt x="398716" y="188619"/>
                            <a:pt x="399859" y="189953"/>
                            <a:pt x="400907" y="191382"/>
                          </a:cubicBezTo>
                          <a:cubicBezTo>
                            <a:pt x="401479" y="192048"/>
                            <a:pt x="401955" y="192810"/>
                            <a:pt x="402526" y="193477"/>
                          </a:cubicBezTo>
                          <a:cubicBezTo>
                            <a:pt x="403479" y="194715"/>
                            <a:pt x="404431" y="195953"/>
                            <a:pt x="405289" y="197192"/>
                          </a:cubicBezTo>
                          <a:cubicBezTo>
                            <a:pt x="405384" y="197287"/>
                            <a:pt x="405479" y="197382"/>
                            <a:pt x="405479" y="197478"/>
                          </a:cubicBezTo>
                          <a:cubicBezTo>
                            <a:pt x="405479" y="197478"/>
                            <a:pt x="405574" y="197573"/>
                            <a:pt x="405574" y="197573"/>
                          </a:cubicBezTo>
                          <a:cubicBezTo>
                            <a:pt x="405955" y="198144"/>
                            <a:pt x="406336" y="198716"/>
                            <a:pt x="406813" y="199287"/>
                          </a:cubicBezTo>
                          <a:cubicBezTo>
                            <a:pt x="407765" y="200526"/>
                            <a:pt x="408622" y="201859"/>
                            <a:pt x="409480" y="203097"/>
                          </a:cubicBezTo>
                          <a:cubicBezTo>
                            <a:pt x="409861" y="203669"/>
                            <a:pt x="410337" y="204336"/>
                            <a:pt x="410718" y="204907"/>
                          </a:cubicBezTo>
                          <a:cubicBezTo>
                            <a:pt x="411861" y="206622"/>
                            <a:pt x="412909" y="208336"/>
                            <a:pt x="413956" y="210051"/>
                          </a:cubicBezTo>
                          <a:cubicBezTo>
                            <a:pt x="414052" y="210146"/>
                            <a:pt x="414147" y="210336"/>
                            <a:pt x="414242" y="210432"/>
                          </a:cubicBezTo>
                          <a:cubicBezTo>
                            <a:pt x="415385" y="212241"/>
                            <a:pt x="416338" y="214051"/>
                            <a:pt x="417385" y="215861"/>
                          </a:cubicBezTo>
                          <a:cubicBezTo>
                            <a:pt x="417576" y="216242"/>
                            <a:pt x="417766" y="216528"/>
                            <a:pt x="417957" y="216909"/>
                          </a:cubicBezTo>
                          <a:cubicBezTo>
                            <a:pt x="418052" y="217099"/>
                            <a:pt x="418147" y="217290"/>
                            <a:pt x="418243" y="217480"/>
                          </a:cubicBezTo>
                          <a:cubicBezTo>
                            <a:pt x="418909" y="218718"/>
                            <a:pt x="419576" y="219957"/>
                            <a:pt x="420148" y="221195"/>
                          </a:cubicBezTo>
                          <a:cubicBezTo>
                            <a:pt x="420243" y="221480"/>
                            <a:pt x="420434" y="221766"/>
                            <a:pt x="420624" y="222052"/>
                          </a:cubicBezTo>
                          <a:cubicBezTo>
                            <a:pt x="421005" y="221862"/>
                            <a:pt x="421005" y="221862"/>
                            <a:pt x="421100" y="221957"/>
                          </a:cubicBezTo>
                          <a:cubicBezTo>
                            <a:pt x="421005" y="221862"/>
                            <a:pt x="421005" y="221957"/>
                            <a:pt x="421100" y="22195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D108">
                            <a:alpha val="100000"/>
                          </a:srgbClr>
                        </a:gs>
                        <a:gs pos="50000">
                          <a:srgbClr val="F0A704">
                            <a:alpha val="100000"/>
                          </a:srgbClr>
                        </a:gs>
                        <a:gs pos="100000">
                          <a:srgbClr val="E27D00">
                            <a:alpha val="100000"/>
                          </a:srgbClr>
                        </a:gs>
                      </a:gsLst>
                      <a:lin ang="18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1" name="AutoShape 131"/>
                    <p:cNvSpPr/>
                    <p:nvPr/>
                  </p:nvSpPr>
                  <p:spPr>
                    <a:xfrm>
                      <a:off x="6702647" y="2834258"/>
                      <a:ext cx="357774" cy="2438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7774" h="243888">
                          <a:moveTo>
                            <a:pt x="326326" y="143066"/>
                          </a:moveTo>
                          <a:cubicBezTo>
                            <a:pt x="325946" y="142685"/>
                            <a:pt x="325660" y="142304"/>
                            <a:pt x="325279" y="141827"/>
                          </a:cubicBezTo>
                          <a:cubicBezTo>
                            <a:pt x="325279" y="141827"/>
                            <a:pt x="325184" y="141732"/>
                            <a:pt x="325184" y="141732"/>
                          </a:cubicBezTo>
                          <a:cubicBezTo>
                            <a:pt x="325184" y="141732"/>
                            <a:pt x="325184" y="141637"/>
                            <a:pt x="325088" y="141637"/>
                          </a:cubicBezTo>
                          <a:cubicBezTo>
                            <a:pt x="324898" y="141351"/>
                            <a:pt x="324612" y="141161"/>
                            <a:pt x="324421" y="140875"/>
                          </a:cubicBezTo>
                          <a:cubicBezTo>
                            <a:pt x="322231" y="138398"/>
                            <a:pt x="320040" y="135827"/>
                            <a:pt x="317659" y="133350"/>
                          </a:cubicBezTo>
                          <a:cubicBezTo>
                            <a:pt x="316706" y="132302"/>
                            <a:pt x="315659" y="131254"/>
                            <a:pt x="314611" y="130207"/>
                          </a:cubicBezTo>
                          <a:cubicBezTo>
                            <a:pt x="313277" y="128873"/>
                            <a:pt x="312039" y="127540"/>
                            <a:pt x="310705" y="126206"/>
                          </a:cubicBezTo>
                          <a:cubicBezTo>
                            <a:pt x="307658" y="123063"/>
                            <a:pt x="304419" y="120015"/>
                            <a:pt x="301085" y="116872"/>
                          </a:cubicBezTo>
                          <a:lnTo>
                            <a:pt x="301085" y="116872"/>
                          </a:lnTo>
                          <a:cubicBezTo>
                            <a:pt x="300514" y="116396"/>
                            <a:pt x="300038" y="115919"/>
                            <a:pt x="299561" y="115348"/>
                          </a:cubicBezTo>
                          <a:cubicBezTo>
                            <a:pt x="296609" y="112586"/>
                            <a:pt x="293465" y="109823"/>
                            <a:pt x="290322" y="107061"/>
                          </a:cubicBezTo>
                          <a:cubicBezTo>
                            <a:pt x="289750" y="106585"/>
                            <a:pt x="289179" y="106108"/>
                            <a:pt x="288608" y="105632"/>
                          </a:cubicBezTo>
                          <a:cubicBezTo>
                            <a:pt x="288608" y="105632"/>
                            <a:pt x="288608" y="105632"/>
                            <a:pt x="288608" y="105632"/>
                          </a:cubicBezTo>
                          <a:cubicBezTo>
                            <a:pt x="286417" y="103727"/>
                            <a:pt x="284131" y="101822"/>
                            <a:pt x="281845" y="99917"/>
                          </a:cubicBezTo>
                          <a:cubicBezTo>
                            <a:pt x="281845" y="99917"/>
                            <a:pt x="281845" y="99917"/>
                            <a:pt x="281845" y="99917"/>
                          </a:cubicBezTo>
                          <a:cubicBezTo>
                            <a:pt x="281178" y="99346"/>
                            <a:pt x="280416" y="98774"/>
                            <a:pt x="279749" y="98203"/>
                          </a:cubicBezTo>
                          <a:cubicBezTo>
                            <a:pt x="278225" y="96965"/>
                            <a:pt x="276606" y="95726"/>
                            <a:pt x="274987" y="94393"/>
                          </a:cubicBezTo>
                          <a:cubicBezTo>
                            <a:pt x="274987" y="94393"/>
                            <a:pt x="274987" y="94393"/>
                            <a:pt x="274987" y="94393"/>
                          </a:cubicBezTo>
                          <a:cubicBezTo>
                            <a:pt x="273558" y="93250"/>
                            <a:pt x="272129" y="92107"/>
                            <a:pt x="270605" y="90964"/>
                          </a:cubicBezTo>
                          <a:cubicBezTo>
                            <a:pt x="270605" y="90964"/>
                            <a:pt x="270605" y="90964"/>
                            <a:pt x="270510" y="90964"/>
                          </a:cubicBezTo>
                          <a:cubicBezTo>
                            <a:pt x="270510" y="90964"/>
                            <a:pt x="270415" y="90869"/>
                            <a:pt x="270415" y="90869"/>
                          </a:cubicBezTo>
                          <a:cubicBezTo>
                            <a:pt x="267557" y="88678"/>
                            <a:pt x="264700" y="86487"/>
                            <a:pt x="261747" y="84392"/>
                          </a:cubicBezTo>
                          <a:cubicBezTo>
                            <a:pt x="260795" y="83725"/>
                            <a:pt x="259842" y="82963"/>
                            <a:pt x="258889" y="82296"/>
                          </a:cubicBezTo>
                          <a:cubicBezTo>
                            <a:pt x="258889" y="82296"/>
                            <a:pt x="258889" y="82296"/>
                            <a:pt x="258889" y="82296"/>
                          </a:cubicBezTo>
                          <a:cubicBezTo>
                            <a:pt x="257270" y="81058"/>
                            <a:pt x="255556" y="79915"/>
                            <a:pt x="253937" y="78772"/>
                          </a:cubicBezTo>
                          <a:cubicBezTo>
                            <a:pt x="253555" y="78486"/>
                            <a:pt x="253270" y="78296"/>
                            <a:pt x="252889" y="78010"/>
                          </a:cubicBezTo>
                          <a:cubicBezTo>
                            <a:pt x="251746" y="77248"/>
                            <a:pt x="250603" y="76391"/>
                            <a:pt x="249460" y="75629"/>
                          </a:cubicBezTo>
                          <a:cubicBezTo>
                            <a:pt x="249460" y="75629"/>
                            <a:pt x="249460" y="75629"/>
                            <a:pt x="249460" y="75629"/>
                          </a:cubicBezTo>
                          <a:cubicBezTo>
                            <a:pt x="248698" y="75152"/>
                            <a:pt x="247936" y="74581"/>
                            <a:pt x="247269" y="74104"/>
                          </a:cubicBezTo>
                          <a:cubicBezTo>
                            <a:pt x="246126" y="73343"/>
                            <a:pt x="244983" y="72581"/>
                            <a:pt x="243840" y="71819"/>
                          </a:cubicBezTo>
                          <a:cubicBezTo>
                            <a:pt x="242602" y="71056"/>
                            <a:pt x="241459" y="70199"/>
                            <a:pt x="240221" y="69437"/>
                          </a:cubicBezTo>
                          <a:cubicBezTo>
                            <a:pt x="240125" y="69342"/>
                            <a:pt x="239935" y="69247"/>
                            <a:pt x="239839" y="69152"/>
                          </a:cubicBezTo>
                          <a:cubicBezTo>
                            <a:pt x="238220" y="68104"/>
                            <a:pt x="236696" y="67056"/>
                            <a:pt x="235077" y="66104"/>
                          </a:cubicBezTo>
                          <a:cubicBezTo>
                            <a:pt x="234887" y="66008"/>
                            <a:pt x="234696" y="65818"/>
                            <a:pt x="234505" y="65723"/>
                          </a:cubicBezTo>
                          <a:cubicBezTo>
                            <a:pt x="234505" y="65723"/>
                            <a:pt x="234505" y="65723"/>
                            <a:pt x="234505" y="65723"/>
                          </a:cubicBezTo>
                          <a:cubicBezTo>
                            <a:pt x="233743" y="65246"/>
                            <a:pt x="232981" y="64770"/>
                            <a:pt x="232220" y="64294"/>
                          </a:cubicBezTo>
                          <a:cubicBezTo>
                            <a:pt x="231838" y="64103"/>
                            <a:pt x="231553" y="63818"/>
                            <a:pt x="231172" y="63627"/>
                          </a:cubicBezTo>
                          <a:cubicBezTo>
                            <a:pt x="230029" y="62960"/>
                            <a:pt x="228886" y="62294"/>
                            <a:pt x="227838" y="61531"/>
                          </a:cubicBezTo>
                          <a:cubicBezTo>
                            <a:pt x="225171" y="59912"/>
                            <a:pt x="222504" y="58198"/>
                            <a:pt x="219837" y="56674"/>
                          </a:cubicBezTo>
                          <a:cubicBezTo>
                            <a:pt x="219837" y="56674"/>
                            <a:pt x="219837" y="56674"/>
                            <a:pt x="219837" y="56674"/>
                          </a:cubicBezTo>
                          <a:cubicBezTo>
                            <a:pt x="219075" y="56293"/>
                            <a:pt x="218408" y="55817"/>
                            <a:pt x="217646" y="55435"/>
                          </a:cubicBezTo>
                          <a:lnTo>
                            <a:pt x="217646" y="55435"/>
                          </a:lnTo>
                          <a:cubicBezTo>
                            <a:pt x="216313" y="54674"/>
                            <a:pt x="214979" y="53912"/>
                            <a:pt x="213646" y="53150"/>
                          </a:cubicBezTo>
                          <a:cubicBezTo>
                            <a:pt x="211646" y="52006"/>
                            <a:pt x="209645" y="50768"/>
                            <a:pt x="207550" y="49721"/>
                          </a:cubicBezTo>
                          <a:cubicBezTo>
                            <a:pt x="206978" y="49435"/>
                            <a:pt x="206502" y="49149"/>
                            <a:pt x="205930" y="48863"/>
                          </a:cubicBezTo>
                          <a:cubicBezTo>
                            <a:pt x="205550" y="48673"/>
                            <a:pt x="205264" y="48482"/>
                            <a:pt x="204883" y="48292"/>
                          </a:cubicBezTo>
                          <a:cubicBezTo>
                            <a:pt x="203740" y="47720"/>
                            <a:pt x="202692" y="47054"/>
                            <a:pt x="201549" y="46482"/>
                          </a:cubicBezTo>
                          <a:cubicBezTo>
                            <a:pt x="200120" y="45720"/>
                            <a:pt x="198692" y="44958"/>
                            <a:pt x="197358" y="44196"/>
                          </a:cubicBezTo>
                          <a:cubicBezTo>
                            <a:pt x="196691" y="43815"/>
                            <a:pt x="195929" y="43434"/>
                            <a:pt x="195263" y="43053"/>
                          </a:cubicBezTo>
                          <a:cubicBezTo>
                            <a:pt x="192119" y="41434"/>
                            <a:pt x="188881" y="39815"/>
                            <a:pt x="185738" y="38195"/>
                          </a:cubicBezTo>
                          <a:cubicBezTo>
                            <a:pt x="185547" y="38100"/>
                            <a:pt x="185356" y="38005"/>
                            <a:pt x="185261" y="37910"/>
                          </a:cubicBezTo>
                          <a:cubicBezTo>
                            <a:pt x="184213" y="37433"/>
                            <a:pt x="183166" y="36862"/>
                            <a:pt x="182213" y="36385"/>
                          </a:cubicBezTo>
                          <a:cubicBezTo>
                            <a:pt x="182213" y="36385"/>
                            <a:pt x="182213" y="36385"/>
                            <a:pt x="182213" y="36385"/>
                          </a:cubicBezTo>
                          <a:cubicBezTo>
                            <a:pt x="180499" y="35528"/>
                            <a:pt x="178689" y="34671"/>
                            <a:pt x="176975" y="33814"/>
                          </a:cubicBezTo>
                          <a:cubicBezTo>
                            <a:pt x="176975" y="33814"/>
                            <a:pt x="176975" y="33814"/>
                            <a:pt x="176975" y="33814"/>
                          </a:cubicBezTo>
                          <a:cubicBezTo>
                            <a:pt x="175736" y="33242"/>
                            <a:pt x="174403" y="32671"/>
                            <a:pt x="173164" y="32004"/>
                          </a:cubicBezTo>
                          <a:cubicBezTo>
                            <a:pt x="172784" y="31814"/>
                            <a:pt x="172402" y="31718"/>
                            <a:pt x="172117" y="31528"/>
                          </a:cubicBezTo>
                          <a:cubicBezTo>
                            <a:pt x="170783" y="30956"/>
                            <a:pt x="169450" y="30290"/>
                            <a:pt x="168116" y="29718"/>
                          </a:cubicBezTo>
                          <a:cubicBezTo>
                            <a:pt x="168116" y="29718"/>
                            <a:pt x="168116" y="29718"/>
                            <a:pt x="168116" y="29718"/>
                          </a:cubicBezTo>
                          <a:cubicBezTo>
                            <a:pt x="167735" y="29528"/>
                            <a:pt x="167354" y="29432"/>
                            <a:pt x="166973" y="29242"/>
                          </a:cubicBezTo>
                          <a:cubicBezTo>
                            <a:pt x="165925" y="28766"/>
                            <a:pt x="164878" y="28289"/>
                            <a:pt x="163830" y="27908"/>
                          </a:cubicBezTo>
                          <a:cubicBezTo>
                            <a:pt x="163354" y="27718"/>
                            <a:pt x="162782" y="27432"/>
                            <a:pt x="162306" y="27242"/>
                          </a:cubicBezTo>
                          <a:cubicBezTo>
                            <a:pt x="161354" y="26860"/>
                            <a:pt x="160496" y="26479"/>
                            <a:pt x="159544" y="26003"/>
                          </a:cubicBezTo>
                          <a:cubicBezTo>
                            <a:pt x="158115" y="25432"/>
                            <a:pt x="156686" y="24860"/>
                            <a:pt x="155258" y="24194"/>
                          </a:cubicBezTo>
                          <a:cubicBezTo>
                            <a:pt x="155258" y="24194"/>
                            <a:pt x="155258" y="24194"/>
                            <a:pt x="155258" y="24194"/>
                          </a:cubicBezTo>
                          <a:cubicBezTo>
                            <a:pt x="153829" y="23622"/>
                            <a:pt x="152400" y="23051"/>
                            <a:pt x="150971" y="22479"/>
                          </a:cubicBezTo>
                          <a:cubicBezTo>
                            <a:pt x="150971" y="22479"/>
                            <a:pt x="150971" y="22479"/>
                            <a:pt x="150971" y="22479"/>
                          </a:cubicBezTo>
                          <a:cubicBezTo>
                            <a:pt x="150590" y="22289"/>
                            <a:pt x="150114" y="22193"/>
                            <a:pt x="149733" y="22003"/>
                          </a:cubicBezTo>
                          <a:cubicBezTo>
                            <a:pt x="148685" y="21622"/>
                            <a:pt x="147638" y="21146"/>
                            <a:pt x="146590" y="20765"/>
                          </a:cubicBezTo>
                          <a:cubicBezTo>
                            <a:pt x="145542" y="20383"/>
                            <a:pt x="144494" y="19907"/>
                            <a:pt x="143351" y="19526"/>
                          </a:cubicBezTo>
                          <a:cubicBezTo>
                            <a:pt x="143066" y="19431"/>
                            <a:pt x="142780" y="19336"/>
                            <a:pt x="142589" y="19241"/>
                          </a:cubicBezTo>
                          <a:cubicBezTo>
                            <a:pt x="141160" y="18669"/>
                            <a:pt x="139637" y="18193"/>
                            <a:pt x="138208" y="17621"/>
                          </a:cubicBezTo>
                          <a:cubicBezTo>
                            <a:pt x="138208" y="17621"/>
                            <a:pt x="138208" y="17621"/>
                            <a:pt x="138208" y="17621"/>
                          </a:cubicBezTo>
                          <a:cubicBezTo>
                            <a:pt x="137065" y="17240"/>
                            <a:pt x="135922" y="16764"/>
                            <a:pt x="134779" y="16383"/>
                          </a:cubicBezTo>
                          <a:cubicBezTo>
                            <a:pt x="134588" y="16288"/>
                            <a:pt x="134493" y="16288"/>
                            <a:pt x="134302" y="16193"/>
                          </a:cubicBezTo>
                          <a:cubicBezTo>
                            <a:pt x="133921" y="16097"/>
                            <a:pt x="133541" y="15907"/>
                            <a:pt x="133159" y="15812"/>
                          </a:cubicBezTo>
                          <a:cubicBezTo>
                            <a:pt x="132112" y="15431"/>
                            <a:pt x="131064" y="15145"/>
                            <a:pt x="130016" y="14764"/>
                          </a:cubicBezTo>
                          <a:cubicBezTo>
                            <a:pt x="128683" y="14288"/>
                            <a:pt x="127349" y="13811"/>
                            <a:pt x="126016" y="13430"/>
                          </a:cubicBezTo>
                          <a:cubicBezTo>
                            <a:pt x="124587" y="12954"/>
                            <a:pt x="123254" y="12573"/>
                            <a:pt x="121825" y="12097"/>
                          </a:cubicBezTo>
                          <a:lnTo>
                            <a:pt x="121825" y="12097"/>
                          </a:lnTo>
                          <a:cubicBezTo>
                            <a:pt x="121729" y="12097"/>
                            <a:pt x="121729" y="12097"/>
                            <a:pt x="121634" y="12097"/>
                          </a:cubicBezTo>
                          <a:cubicBezTo>
                            <a:pt x="120396" y="11716"/>
                            <a:pt x="119063" y="11335"/>
                            <a:pt x="117824" y="10954"/>
                          </a:cubicBezTo>
                          <a:cubicBezTo>
                            <a:pt x="117443" y="10858"/>
                            <a:pt x="117062" y="10763"/>
                            <a:pt x="116681" y="10668"/>
                          </a:cubicBezTo>
                          <a:cubicBezTo>
                            <a:pt x="115729" y="10382"/>
                            <a:pt x="114871" y="10097"/>
                            <a:pt x="113919" y="9906"/>
                          </a:cubicBezTo>
                          <a:cubicBezTo>
                            <a:pt x="113919" y="9906"/>
                            <a:pt x="113919" y="9906"/>
                            <a:pt x="113919" y="9906"/>
                          </a:cubicBezTo>
                          <a:cubicBezTo>
                            <a:pt x="112490" y="9525"/>
                            <a:pt x="110966" y="9049"/>
                            <a:pt x="109538" y="8668"/>
                          </a:cubicBezTo>
                          <a:cubicBezTo>
                            <a:pt x="109538" y="8668"/>
                            <a:pt x="109538" y="8668"/>
                            <a:pt x="109538" y="8668"/>
                          </a:cubicBezTo>
                          <a:cubicBezTo>
                            <a:pt x="108299" y="8287"/>
                            <a:pt x="107061" y="8001"/>
                            <a:pt x="105727" y="7620"/>
                          </a:cubicBezTo>
                          <a:cubicBezTo>
                            <a:pt x="104299" y="7239"/>
                            <a:pt x="102870" y="6858"/>
                            <a:pt x="101441" y="6572"/>
                          </a:cubicBezTo>
                          <a:cubicBezTo>
                            <a:pt x="100965" y="6477"/>
                            <a:pt x="100489" y="6382"/>
                            <a:pt x="100013" y="6287"/>
                          </a:cubicBezTo>
                          <a:cubicBezTo>
                            <a:pt x="99346" y="6096"/>
                            <a:pt x="98679" y="6001"/>
                            <a:pt x="97917" y="5810"/>
                          </a:cubicBezTo>
                          <a:cubicBezTo>
                            <a:pt x="97155" y="5620"/>
                            <a:pt x="96393" y="5429"/>
                            <a:pt x="95631" y="5334"/>
                          </a:cubicBezTo>
                          <a:cubicBezTo>
                            <a:pt x="94774" y="5144"/>
                            <a:pt x="93821" y="4953"/>
                            <a:pt x="92964" y="4763"/>
                          </a:cubicBezTo>
                          <a:cubicBezTo>
                            <a:pt x="92964" y="4763"/>
                            <a:pt x="92964" y="4763"/>
                            <a:pt x="92964" y="4763"/>
                          </a:cubicBezTo>
                          <a:cubicBezTo>
                            <a:pt x="91821" y="4477"/>
                            <a:pt x="90773" y="4286"/>
                            <a:pt x="89630" y="4096"/>
                          </a:cubicBezTo>
                          <a:cubicBezTo>
                            <a:pt x="89630" y="4096"/>
                            <a:pt x="89630" y="4096"/>
                            <a:pt x="89630" y="4096"/>
                          </a:cubicBezTo>
                          <a:cubicBezTo>
                            <a:pt x="89249" y="4001"/>
                            <a:pt x="88868" y="3905"/>
                            <a:pt x="88583" y="3905"/>
                          </a:cubicBezTo>
                          <a:cubicBezTo>
                            <a:pt x="87344" y="3620"/>
                            <a:pt x="86011" y="3429"/>
                            <a:pt x="84772" y="3239"/>
                          </a:cubicBezTo>
                          <a:cubicBezTo>
                            <a:pt x="84106" y="3143"/>
                            <a:pt x="83344" y="2953"/>
                            <a:pt x="82677" y="2858"/>
                          </a:cubicBezTo>
                          <a:cubicBezTo>
                            <a:pt x="82391" y="2762"/>
                            <a:pt x="82010" y="2762"/>
                            <a:pt x="81725" y="2667"/>
                          </a:cubicBezTo>
                          <a:cubicBezTo>
                            <a:pt x="80010" y="2381"/>
                            <a:pt x="78391" y="2191"/>
                            <a:pt x="76676" y="1905"/>
                          </a:cubicBezTo>
                          <a:cubicBezTo>
                            <a:pt x="75438" y="1715"/>
                            <a:pt x="74104" y="1524"/>
                            <a:pt x="72771" y="1333"/>
                          </a:cubicBezTo>
                          <a:cubicBezTo>
                            <a:pt x="72771" y="1333"/>
                            <a:pt x="72771" y="1333"/>
                            <a:pt x="72771" y="1333"/>
                          </a:cubicBezTo>
                          <a:cubicBezTo>
                            <a:pt x="72485" y="1333"/>
                            <a:pt x="72104" y="1238"/>
                            <a:pt x="71818" y="1238"/>
                          </a:cubicBezTo>
                          <a:cubicBezTo>
                            <a:pt x="70866" y="1143"/>
                            <a:pt x="69913" y="1048"/>
                            <a:pt x="68961" y="953"/>
                          </a:cubicBezTo>
                          <a:cubicBezTo>
                            <a:pt x="67342" y="762"/>
                            <a:pt x="65722" y="667"/>
                            <a:pt x="64198" y="572"/>
                          </a:cubicBezTo>
                          <a:cubicBezTo>
                            <a:pt x="63817" y="572"/>
                            <a:pt x="63437" y="476"/>
                            <a:pt x="63055" y="476"/>
                          </a:cubicBezTo>
                          <a:cubicBezTo>
                            <a:pt x="62293" y="381"/>
                            <a:pt x="61531" y="381"/>
                            <a:pt x="60770" y="286"/>
                          </a:cubicBezTo>
                          <a:cubicBezTo>
                            <a:pt x="60484" y="286"/>
                            <a:pt x="60293" y="286"/>
                            <a:pt x="60008" y="191"/>
                          </a:cubicBezTo>
                          <a:cubicBezTo>
                            <a:pt x="59531" y="191"/>
                            <a:pt x="59150" y="191"/>
                            <a:pt x="58674" y="95"/>
                          </a:cubicBezTo>
                          <a:cubicBezTo>
                            <a:pt x="57150" y="0"/>
                            <a:pt x="55626" y="0"/>
                            <a:pt x="54102" y="0"/>
                          </a:cubicBezTo>
                          <a:cubicBezTo>
                            <a:pt x="53626" y="0"/>
                            <a:pt x="53245" y="0"/>
                            <a:pt x="52768" y="0"/>
                          </a:cubicBezTo>
                          <a:cubicBezTo>
                            <a:pt x="50863" y="0"/>
                            <a:pt x="48958" y="95"/>
                            <a:pt x="47054" y="191"/>
                          </a:cubicBezTo>
                          <a:cubicBezTo>
                            <a:pt x="46863" y="191"/>
                            <a:pt x="46768" y="191"/>
                            <a:pt x="46577" y="191"/>
                          </a:cubicBezTo>
                          <a:cubicBezTo>
                            <a:pt x="46292" y="191"/>
                            <a:pt x="46101" y="191"/>
                            <a:pt x="45815" y="286"/>
                          </a:cubicBezTo>
                          <a:cubicBezTo>
                            <a:pt x="44387" y="381"/>
                            <a:pt x="42958" y="476"/>
                            <a:pt x="41624" y="667"/>
                          </a:cubicBezTo>
                          <a:cubicBezTo>
                            <a:pt x="41624" y="667"/>
                            <a:pt x="41624" y="667"/>
                            <a:pt x="41624" y="667"/>
                          </a:cubicBezTo>
                          <a:cubicBezTo>
                            <a:pt x="41338" y="667"/>
                            <a:pt x="40958" y="762"/>
                            <a:pt x="40672" y="762"/>
                          </a:cubicBezTo>
                          <a:cubicBezTo>
                            <a:pt x="40386" y="762"/>
                            <a:pt x="40100" y="857"/>
                            <a:pt x="39814" y="857"/>
                          </a:cubicBezTo>
                          <a:cubicBezTo>
                            <a:pt x="38671" y="953"/>
                            <a:pt x="37529" y="1143"/>
                            <a:pt x="36385" y="1333"/>
                          </a:cubicBezTo>
                          <a:cubicBezTo>
                            <a:pt x="36385" y="1333"/>
                            <a:pt x="36385" y="1333"/>
                            <a:pt x="36385" y="1333"/>
                          </a:cubicBezTo>
                          <a:cubicBezTo>
                            <a:pt x="35814" y="1429"/>
                            <a:pt x="35242" y="1524"/>
                            <a:pt x="34576" y="1619"/>
                          </a:cubicBezTo>
                          <a:lnTo>
                            <a:pt x="34576" y="1619"/>
                          </a:lnTo>
                          <a:cubicBezTo>
                            <a:pt x="33433" y="1810"/>
                            <a:pt x="32290" y="2096"/>
                            <a:pt x="31147" y="2286"/>
                          </a:cubicBezTo>
                          <a:lnTo>
                            <a:pt x="31147" y="2286"/>
                          </a:lnTo>
                          <a:cubicBezTo>
                            <a:pt x="30956" y="2381"/>
                            <a:pt x="30766" y="2381"/>
                            <a:pt x="30575" y="2477"/>
                          </a:cubicBezTo>
                          <a:cubicBezTo>
                            <a:pt x="30289" y="2572"/>
                            <a:pt x="30004" y="2572"/>
                            <a:pt x="29718" y="2667"/>
                          </a:cubicBezTo>
                          <a:cubicBezTo>
                            <a:pt x="28194" y="3048"/>
                            <a:pt x="26670" y="3524"/>
                            <a:pt x="25146" y="4001"/>
                          </a:cubicBezTo>
                          <a:cubicBezTo>
                            <a:pt x="23717" y="4477"/>
                            <a:pt x="22288" y="5048"/>
                            <a:pt x="21050" y="5620"/>
                          </a:cubicBezTo>
                          <a:cubicBezTo>
                            <a:pt x="20669" y="5810"/>
                            <a:pt x="20288" y="6001"/>
                            <a:pt x="19907" y="6191"/>
                          </a:cubicBezTo>
                          <a:cubicBezTo>
                            <a:pt x="18955" y="6572"/>
                            <a:pt x="18097" y="7049"/>
                            <a:pt x="17240" y="7525"/>
                          </a:cubicBezTo>
                          <a:cubicBezTo>
                            <a:pt x="16859" y="7715"/>
                            <a:pt x="16478" y="8001"/>
                            <a:pt x="16097" y="8192"/>
                          </a:cubicBezTo>
                          <a:cubicBezTo>
                            <a:pt x="15240" y="8668"/>
                            <a:pt x="14478" y="9144"/>
                            <a:pt x="13716" y="9716"/>
                          </a:cubicBezTo>
                          <a:cubicBezTo>
                            <a:pt x="13525" y="9811"/>
                            <a:pt x="13335" y="10001"/>
                            <a:pt x="13145" y="10097"/>
                          </a:cubicBezTo>
                          <a:cubicBezTo>
                            <a:pt x="13049" y="10192"/>
                            <a:pt x="12859" y="10287"/>
                            <a:pt x="12763" y="10382"/>
                          </a:cubicBezTo>
                          <a:cubicBezTo>
                            <a:pt x="12763" y="10382"/>
                            <a:pt x="12763" y="10382"/>
                            <a:pt x="12763" y="10382"/>
                          </a:cubicBezTo>
                          <a:cubicBezTo>
                            <a:pt x="11716" y="11144"/>
                            <a:pt x="10763" y="11906"/>
                            <a:pt x="9906" y="12668"/>
                          </a:cubicBezTo>
                          <a:lnTo>
                            <a:pt x="9906" y="12668"/>
                          </a:lnTo>
                          <a:cubicBezTo>
                            <a:pt x="9811" y="12764"/>
                            <a:pt x="9716" y="12859"/>
                            <a:pt x="9620" y="12954"/>
                          </a:cubicBezTo>
                          <a:cubicBezTo>
                            <a:pt x="9620" y="12954"/>
                            <a:pt x="9620" y="12954"/>
                            <a:pt x="9620" y="12954"/>
                          </a:cubicBezTo>
                          <a:cubicBezTo>
                            <a:pt x="8858" y="13716"/>
                            <a:pt x="8096" y="14478"/>
                            <a:pt x="7429" y="15240"/>
                          </a:cubicBezTo>
                          <a:cubicBezTo>
                            <a:pt x="7144" y="15526"/>
                            <a:pt x="6953" y="15812"/>
                            <a:pt x="6763" y="16097"/>
                          </a:cubicBezTo>
                          <a:cubicBezTo>
                            <a:pt x="6287" y="16764"/>
                            <a:pt x="5715" y="17335"/>
                            <a:pt x="5334" y="18098"/>
                          </a:cubicBezTo>
                          <a:cubicBezTo>
                            <a:pt x="5239" y="18288"/>
                            <a:pt x="5143" y="18383"/>
                            <a:pt x="5048" y="18574"/>
                          </a:cubicBezTo>
                          <a:cubicBezTo>
                            <a:pt x="4953" y="18764"/>
                            <a:pt x="4858" y="18860"/>
                            <a:pt x="4763" y="19050"/>
                          </a:cubicBezTo>
                          <a:cubicBezTo>
                            <a:pt x="4763" y="19050"/>
                            <a:pt x="4763" y="19050"/>
                            <a:pt x="4763" y="19050"/>
                          </a:cubicBezTo>
                          <a:cubicBezTo>
                            <a:pt x="4286" y="19717"/>
                            <a:pt x="3905" y="20479"/>
                            <a:pt x="3524" y="21241"/>
                          </a:cubicBezTo>
                          <a:cubicBezTo>
                            <a:pt x="3524" y="21241"/>
                            <a:pt x="3524" y="21241"/>
                            <a:pt x="3524" y="21241"/>
                          </a:cubicBezTo>
                          <a:cubicBezTo>
                            <a:pt x="3429" y="21527"/>
                            <a:pt x="3238" y="21812"/>
                            <a:pt x="3048" y="22098"/>
                          </a:cubicBezTo>
                          <a:cubicBezTo>
                            <a:pt x="3048" y="22098"/>
                            <a:pt x="3048" y="22098"/>
                            <a:pt x="3048" y="22193"/>
                          </a:cubicBezTo>
                          <a:cubicBezTo>
                            <a:pt x="2572" y="23241"/>
                            <a:pt x="2096" y="24289"/>
                            <a:pt x="1714" y="25432"/>
                          </a:cubicBezTo>
                          <a:cubicBezTo>
                            <a:pt x="1619" y="25622"/>
                            <a:pt x="1619" y="25813"/>
                            <a:pt x="1524" y="25908"/>
                          </a:cubicBezTo>
                          <a:cubicBezTo>
                            <a:pt x="1238" y="26860"/>
                            <a:pt x="952" y="27813"/>
                            <a:pt x="762" y="28766"/>
                          </a:cubicBezTo>
                          <a:cubicBezTo>
                            <a:pt x="667" y="29147"/>
                            <a:pt x="667" y="29528"/>
                            <a:pt x="571" y="29908"/>
                          </a:cubicBezTo>
                          <a:cubicBezTo>
                            <a:pt x="381" y="30766"/>
                            <a:pt x="286" y="31623"/>
                            <a:pt x="191" y="32480"/>
                          </a:cubicBezTo>
                          <a:cubicBezTo>
                            <a:pt x="191" y="32861"/>
                            <a:pt x="95" y="33242"/>
                            <a:pt x="95" y="33623"/>
                          </a:cubicBezTo>
                          <a:cubicBezTo>
                            <a:pt x="0" y="34671"/>
                            <a:pt x="0" y="35814"/>
                            <a:pt x="0" y="36957"/>
                          </a:cubicBezTo>
                          <a:cubicBezTo>
                            <a:pt x="0" y="37148"/>
                            <a:pt x="0" y="37338"/>
                            <a:pt x="0" y="37433"/>
                          </a:cubicBezTo>
                          <a:cubicBezTo>
                            <a:pt x="0" y="38767"/>
                            <a:pt x="95" y="40005"/>
                            <a:pt x="286" y="41339"/>
                          </a:cubicBezTo>
                          <a:cubicBezTo>
                            <a:pt x="286" y="41529"/>
                            <a:pt x="381" y="41720"/>
                            <a:pt x="381" y="41910"/>
                          </a:cubicBezTo>
                          <a:cubicBezTo>
                            <a:pt x="476" y="43053"/>
                            <a:pt x="667" y="44291"/>
                            <a:pt x="952" y="45434"/>
                          </a:cubicBezTo>
                          <a:cubicBezTo>
                            <a:pt x="952" y="45434"/>
                            <a:pt x="952" y="45529"/>
                            <a:pt x="952" y="45529"/>
                          </a:cubicBezTo>
                          <a:cubicBezTo>
                            <a:pt x="952" y="45625"/>
                            <a:pt x="952" y="45720"/>
                            <a:pt x="1048" y="45910"/>
                          </a:cubicBezTo>
                          <a:cubicBezTo>
                            <a:pt x="1143" y="46196"/>
                            <a:pt x="1238" y="46577"/>
                            <a:pt x="1238" y="46863"/>
                          </a:cubicBezTo>
                          <a:cubicBezTo>
                            <a:pt x="1524" y="48101"/>
                            <a:pt x="1810" y="49340"/>
                            <a:pt x="2096" y="50578"/>
                          </a:cubicBezTo>
                          <a:lnTo>
                            <a:pt x="2096" y="50578"/>
                          </a:lnTo>
                          <a:lnTo>
                            <a:pt x="2096" y="50578"/>
                          </a:lnTo>
                          <a:cubicBezTo>
                            <a:pt x="2191" y="50864"/>
                            <a:pt x="2286" y="51054"/>
                            <a:pt x="2286" y="51340"/>
                          </a:cubicBezTo>
                          <a:cubicBezTo>
                            <a:pt x="2381" y="51721"/>
                            <a:pt x="2476" y="52102"/>
                            <a:pt x="2667" y="52388"/>
                          </a:cubicBezTo>
                          <a:cubicBezTo>
                            <a:pt x="2953" y="53340"/>
                            <a:pt x="3238" y="54388"/>
                            <a:pt x="3620" y="55340"/>
                          </a:cubicBezTo>
                          <a:cubicBezTo>
                            <a:pt x="3620" y="55435"/>
                            <a:pt x="3715" y="55626"/>
                            <a:pt x="3810" y="55721"/>
                          </a:cubicBezTo>
                          <a:cubicBezTo>
                            <a:pt x="4381" y="57245"/>
                            <a:pt x="4953" y="58769"/>
                            <a:pt x="5525" y="60293"/>
                          </a:cubicBezTo>
                          <a:cubicBezTo>
                            <a:pt x="5620" y="60484"/>
                            <a:pt x="5620" y="60579"/>
                            <a:pt x="5715" y="60770"/>
                          </a:cubicBezTo>
                          <a:cubicBezTo>
                            <a:pt x="5715" y="60770"/>
                            <a:pt x="5715" y="60770"/>
                            <a:pt x="5715" y="60770"/>
                          </a:cubicBezTo>
                          <a:lnTo>
                            <a:pt x="5715" y="60770"/>
                          </a:lnTo>
                          <a:cubicBezTo>
                            <a:pt x="6382" y="62294"/>
                            <a:pt x="7048" y="63818"/>
                            <a:pt x="7810" y="65342"/>
                          </a:cubicBezTo>
                          <a:cubicBezTo>
                            <a:pt x="8001" y="65723"/>
                            <a:pt x="8192" y="66104"/>
                            <a:pt x="8382" y="66485"/>
                          </a:cubicBezTo>
                          <a:cubicBezTo>
                            <a:pt x="9049" y="67818"/>
                            <a:pt x="9716" y="69247"/>
                            <a:pt x="10477" y="70580"/>
                          </a:cubicBezTo>
                          <a:cubicBezTo>
                            <a:pt x="10477" y="70580"/>
                            <a:pt x="10477" y="70676"/>
                            <a:pt x="10573" y="70676"/>
                          </a:cubicBezTo>
                          <a:cubicBezTo>
                            <a:pt x="10668" y="70961"/>
                            <a:pt x="10858" y="71152"/>
                            <a:pt x="11049" y="71438"/>
                          </a:cubicBezTo>
                          <a:cubicBezTo>
                            <a:pt x="11430" y="72104"/>
                            <a:pt x="11811" y="72676"/>
                            <a:pt x="12192" y="73343"/>
                          </a:cubicBezTo>
                          <a:cubicBezTo>
                            <a:pt x="13240" y="75057"/>
                            <a:pt x="14288" y="76867"/>
                            <a:pt x="15335" y="78581"/>
                          </a:cubicBezTo>
                          <a:cubicBezTo>
                            <a:pt x="15907" y="79534"/>
                            <a:pt x="16478" y="80391"/>
                            <a:pt x="17050" y="81344"/>
                          </a:cubicBezTo>
                          <a:cubicBezTo>
                            <a:pt x="17145" y="81439"/>
                            <a:pt x="17145" y="81534"/>
                            <a:pt x="17240" y="81629"/>
                          </a:cubicBezTo>
                          <a:cubicBezTo>
                            <a:pt x="17717" y="82391"/>
                            <a:pt x="18288" y="83153"/>
                            <a:pt x="18764" y="83820"/>
                          </a:cubicBezTo>
                          <a:cubicBezTo>
                            <a:pt x="24479" y="92202"/>
                            <a:pt x="31433" y="100870"/>
                            <a:pt x="39719" y="109728"/>
                          </a:cubicBezTo>
                          <a:cubicBezTo>
                            <a:pt x="40005" y="110109"/>
                            <a:pt x="40386" y="110395"/>
                            <a:pt x="40672" y="110776"/>
                          </a:cubicBezTo>
                          <a:cubicBezTo>
                            <a:pt x="42005" y="112204"/>
                            <a:pt x="43434" y="113729"/>
                            <a:pt x="44863" y="115157"/>
                          </a:cubicBezTo>
                          <a:cubicBezTo>
                            <a:pt x="45148" y="115443"/>
                            <a:pt x="45434" y="115824"/>
                            <a:pt x="45815" y="116110"/>
                          </a:cubicBezTo>
                          <a:cubicBezTo>
                            <a:pt x="57531" y="128111"/>
                            <a:pt x="71438" y="140399"/>
                            <a:pt x="87344" y="152591"/>
                          </a:cubicBezTo>
                          <a:cubicBezTo>
                            <a:pt x="172117" y="217742"/>
                            <a:pt x="281940" y="256889"/>
                            <a:pt x="332518" y="239935"/>
                          </a:cubicBezTo>
                          <a:cubicBezTo>
                            <a:pt x="351282" y="233648"/>
                            <a:pt x="359188" y="220599"/>
                            <a:pt x="357568" y="203264"/>
                          </a:cubicBezTo>
                          <a:cubicBezTo>
                            <a:pt x="357473" y="202597"/>
                            <a:pt x="357378" y="201930"/>
                            <a:pt x="357283" y="201359"/>
                          </a:cubicBezTo>
                          <a:cubicBezTo>
                            <a:pt x="356806" y="198025"/>
                            <a:pt x="356045" y="194596"/>
                            <a:pt x="354901" y="191072"/>
                          </a:cubicBezTo>
                          <a:cubicBezTo>
                            <a:pt x="354521" y="189833"/>
                            <a:pt x="354139" y="188595"/>
                            <a:pt x="353663" y="187357"/>
                          </a:cubicBezTo>
                          <a:cubicBezTo>
                            <a:pt x="353663" y="187357"/>
                            <a:pt x="353663" y="187262"/>
                            <a:pt x="353663" y="187262"/>
                          </a:cubicBezTo>
                          <a:cubicBezTo>
                            <a:pt x="353568" y="186976"/>
                            <a:pt x="353473" y="186690"/>
                            <a:pt x="353377" y="186404"/>
                          </a:cubicBezTo>
                          <a:cubicBezTo>
                            <a:pt x="353377" y="186404"/>
                            <a:pt x="353377" y="186404"/>
                            <a:pt x="353377" y="186404"/>
                          </a:cubicBezTo>
                          <a:cubicBezTo>
                            <a:pt x="353282" y="186214"/>
                            <a:pt x="353187" y="185928"/>
                            <a:pt x="353092" y="185738"/>
                          </a:cubicBezTo>
                          <a:cubicBezTo>
                            <a:pt x="352616" y="184404"/>
                            <a:pt x="352044" y="183071"/>
                            <a:pt x="351472" y="181737"/>
                          </a:cubicBezTo>
                          <a:cubicBezTo>
                            <a:pt x="351472" y="181737"/>
                            <a:pt x="351472" y="181737"/>
                            <a:pt x="351472" y="181642"/>
                          </a:cubicBezTo>
                          <a:cubicBezTo>
                            <a:pt x="351377" y="181451"/>
                            <a:pt x="351282" y="181261"/>
                            <a:pt x="351187" y="180975"/>
                          </a:cubicBezTo>
                          <a:cubicBezTo>
                            <a:pt x="351092" y="180785"/>
                            <a:pt x="350996" y="180594"/>
                            <a:pt x="350901" y="180308"/>
                          </a:cubicBezTo>
                          <a:cubicBezTo>
                            <a:pt x="350330" y="179165"/>
                            <a:pt x="349853" y="178022"/>
                            <a:pt x="349282" y="176879"/>
                          </a:cubicBezTo>
                          <a:cubicBezTo>
                            <a:pt x="349091" y="176498"/>
                            <a:pt x="348901" y="176117"/>
                            <a:pt x="348710" y="175831"/>
                          </a:cubicBezTo>
                          <a:cubicBezTo>
                            <a:pt x="348615" y="175641"/>
                            <a:pt x="348520" y="175546"/>
                            <a:pt x="348520" y="175451"/>
                          </a:cubicBezTo>
                          <a:cubicBezTo>
                            <a:pt x="348425" y="175260"/>
                            <a:pt x="348329" y="175070"/>
                            <a:pt x="348234" y="174879"/>
                          </a:cubicBezTo>
                          <a:cubicBezTo>
                            <a:pt x="346900" y="172307"/>
                            <a:pt x="345376" y="169640"/>
                            <a:pt x="343757" y="166973"/>
                          </a:cubicBezTo>
                          <a:cubicBezTo>
                            <a:pt x="341852" y="163925"/>
                            <a:pt x="339852" y="160782"/>
                            <a:pt x="337566" y="157639"/>
                          </a:cubicBezTo>
                          <a:cubicBezTo>
                            <a:pt x="334613" y="153543"/>
                            <a:pt x="331375" y="149257"/>
                            <a:pt x="327850" y="144971"/>
                          </a:cubicBezTo>
                          <a:cubicBezTo>
                            <a:pt x="327279" y="144209"/>
                            <a:pt x="326803" y="143637"/>
                            <a:pt x="326326" y="143066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5B000">
                            <a:alpha val="100000"/>
                          </a:srgbClr>
                        </a:gs>
                        <a:gs pos="99910">
                          <a:srgbClr val="CD8A00">
                            <a:alpha val="100000"/>
                          </a:srgbClr>
                        </a:gs>
                      </a:gsLst>
                      <a:lin ang="15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2" name="AutoShape 132"/>
                    <p:cNvSpPr/>
                    <p:nvPr/>
                  </p:nvSpPr>
                  <p:spPr>
                    <a:xfrm>
                      <a:off x="6618827" y="2821971"/>
                      <a:ext cx="491966" cy="342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91966" h="342900">
                          <a:moveTo>
                            <a:pt x="491395" y="269272"/>
                          </a:moveTo>
                          <a:cubicBezTo>
                            <a:pt x="491109" y="269748"/>
                            <a:pt x="490823" y="270129"/>
                            <a:pt x="490538" y="270605"/>
                          </a:cubicBezTo>
                          <a:cubicBezTo>
                            <a:pt x="489966" y="271463"/>
                            <a:pt x="489299" y="272320"/>
                            <a:pt x="488633" y="273177"/>
                          </a:cubicBezTo>
                          <a:cubicBezTo>
                            <a:pt x="488347" y="273558"/>
                            <a:pt x="488061" y="273939"/>
                            <a:pt x="487680" y="274320"/>
                          </a:cubicBezTo>
                          <a:cubicBezTo>
                            <a:pt x="486728" y="275368"/>
                            <a:pt x="485775" y="276320"/>
                            <a:pt x="484727" y="277368"/>
                          </a:cubicBezTo>
                          <a:cubicBezTo>
                            <a:pt x="484632" y="277463"/>
                            <a:pt x="484537" y="277559"/>
                            <a:pt x="484346" y="277749"/>
                          </a:cubicBezTo>
                          <a:cubicBezTo>
                            <a:pt x="483203" y="278797"/>
                            <a:pt x="481870" y="279845"/>
                            <a:pt x="480536" y="280797"/>
                          </a:cubicBezTo>
                          <a:cubicBezTo>
                            <a:pt x="480155" y="281083"/>
                            <a:pt x="479679" y="281369"/>
                            <a:pt x="479298" y="281654"/>
                          </a:cubicBezTo>
                          <a:cubicBezTo>
                            <a:pt x="478346" y="282321"/>
                            <a:pt x="477298" y="282988"/>
                            <a:pt x="476250" y="283655"/>
                          </a:cubicBezTo>
                          <a:cubicBezTo>
                            <a:pt x="475774" y="283940"/>
                            <a:pt x="475202" y="284226"/>
                            <a:pt x="474631" y="284512"/>
                          </a:cubicBezTo>
                          <a:cubicBezTo>
                            <a:pt x="473488" y="285083"/>
                            <a:pt x="472345" y="285655"/>
                            <a:pt x="471202" y="286226"/>
                          </a:cubicBezTo>
                          <a:cubicBezTo>
                            <a:pt x="470725" y="286512"/>
                            <a:pt x="470154" y="286703"/>
                            <a:pt x="469678" y="286988"/>
                          </a:cubicBezTo>
                          <a:cubicBezTo>
                            <a:pt x="467963" y="287750"/>
                            <a:pt x="466154" y="288417"/>
                            <a:pt x="464249" y="289084"/>
                          </a:cubicBezTo>
                          <a:cubicBezTo>
                            <a:pt x="462343" y="289751"/>
                            <a:pt x="460343" y="290322"/>
                            <a:pt x="458343" y="290798"/>
                          </a:cubicBezTo>
                          <a:cubicBezTo>
                            <a:pt x="457676" y="290989"/>
                            <a:pt x="457009" y="291084"/>
                            <a:pt x="456343" y="291275"/>
                          </a:cubicBezTo>
                          <a:cubicBezTo>
                            <a:pt x="454914" y="291560"/>
                            <a:pt x="453485" y="291941"/>
                            <a:pt x="451961" y="292227"/>
                          </a:cubicBezTo>
                          <a:cubicBezTo>
                            <a:pt x="451199" y="292418"/>
                            <a:pt x="450342" y="292513"/>
                            <a:pt x="449580" y="292608"/>
                          </a:cubicBezTo>
                          <a:cubicBezTo>
                            <a:pt x="448151" y="292894"/>
                            <a:pt x="446627" y="293084"/>
                            <a:pt x="445103" y="293275"/>
                          </a:cubicBezTo>
                          <a:cubicBezTo>
                            <a:pt x="444341" y="293370"/>
                            <a:pt x="443484" y="293465"/>
                            <a:pt x="442722" y="293561"/>
                          </a:cubicBezTo>
                          <a:cubicBezTo>
                            <a:pt x="441008" y="293751"/>
                            <a:pt x="439198" y="293846"/>
                            <a:pt x="437388" y="294037"/>
                          </a:cubicBezTo>
                          <a:cubicBezTo>
                            <a:pt x="436817" y="294037"/>
                            <a:pt x="436245" y="294132"/>
                            <a:pt x="435674" y="294132"/>
                          </a:cubicBezTo>
                          <a:cubicBezTo>
                            <a:pt x="433292" y="294227"/>
                            <a:pt x="430816" y="294323"/>
                            <a:pt x="428244" y="294323"/>
                          </a:cubicBezTo>
                          <a:cubicBezTo>
                            <a:pt x="427672" y="294323"/>
                            <a:pt x="427006" y="294323"/>
                            <a:pt x="426339" y="294323"/>
                          </a:cubicBezTo>
                          <a:cubicBezTo>
                            <a:pt x="425577" y="294323"/>
                            <a:pt x="424815" y="294323"/>
                            <a:pt x="424148" y="294323"/>
                          </a:cubicBezTo>
                          <a:cubicBezTo>
                            <a:pt x="422910" y="294323"/>
                            <a:pt x="421672" y="294227"/>
                            <a:pt x="420434" y="294227"/>
                          </a:cubicBezTo>
                          <a:cubicBezTo>
                            <a:pt x="419481" y="294227"/>
                            <a:pt x="418624" y="294132"/>
                            <a:pt x="417671" y="294132"/>
                          </a:cubicBezTo>
                          <a:cubicBezTo>
                            <a:pt x="416719" y="294037"/>
                            <a:pt x="415766" y="294037"/>
                            <a:pt x="414718" y="293942"/>
                          </a:cubicBezTo>
                          <a:cubicBezTo>
                            <a:pt x="413766" y="293846"/>
                            <a:pt x="412909" y="293751"/>
                            <a:pt x="411956" y="293751"/>
                          </a:cubicBezTo>
                          <a:cubicBezTo>
                            <a:pt x="411290" y="293656"/>
                            <a:pt x="410623" y="293656"/>
                            <a:pt x="409861" y="293561"/>
                          </a:cubicBezTo>
                          <a:cubicBezTo>
                            <a:pt x="407194" y="293370"/>
                            <a:pt x="404527" y="293084"/>
                            <a:pt x="401860" y="292703"/>
                          </a:cubicBezTo>
                          <a:cubicBezTo>
                            <a:pt x="401479" y="292703"/>
                            <a:pt x="401193" y="292608"/>
                            <a:pt x="400812" y="292608"/>
                          </a:cubicBezTo>
                          <a:cubicBezTo>
                            <a:pt x="398431" y="292322"/>
                            <a:pt x="395954" y="291941"/>
                            <a:pt x="393478" y="291560"/>
                          </a:cubicBezTo>
                          <a:cubicBezTo>
                            <a:pt x="392716" y="291465"/>
                            <a:pt x="391954" y="291275"/>
                            <a:pt x="391192" y="291179"/>
                          </a:cubicBezTo>
                          <a:cubicBezTo>
                            <a:pt x="390525" y="291084"/>
                            <a:pt x="389858" y="290989"/>
                            <a:pt x="389096" y="290894"/>
                          </a:cubicBezTo>
                          <a:cubicBezTo>
                            <a:pt x="388239" y="290703"/>
                            <a:pt x="387287" y="290513"/>
                            <a:pt x="386429" y="290417"/>
                          </a:cubicBezTo>
                          <a:cubicBezTo>
                            <a:pt x="384238" y="290036"/>
                            <a:pt x="382143" y="289655"/>
                            <a:pt x="379857" y="289179"/>
                          </a:cubicBezTo>
                          <a:cubicBezTo>
                            <a:pt x="378524" y="288893"/>
                            <a:pt x="377190" y="288608"/>
                            <a:pt x="375857" y="288322"/>
                          </a:cubicBezTo>
                          <a:cubicBezTo>
                            <a:pt x="375761" y="288322"/>
                            <a:pt x="375666" y="288322"/>
                            <a:pt x="375571" y="288227"/>
                          </a:cubicBezTo>
                          <a:cubicBezTo>
                            <a:pt x="373380" y="287750"/>
                            <a:pt x="371094" y="287274"/>
                            <a:pt x="368903" y="286703"/>
                          </a:cubicBezTo>
                          <a:cubicBezTo>
                            <a:pt x="368046" y="286512"/>
                            <a:pt x="367189" y="286322"/>
                            <a:pt x="366236" y="286131"/>
                          </a:cubicBezTo>
                          <a:cubicBezTo>
                            <a:pt x="365665" y="286036"/>
                            <a:pt x="365093" y="285845"/>
                            <a:pt x="364426" y="285655"/>
                          </a:cubicBezTo>
                          <a:cubicBezTo>
                            <a:pt x="362521" y="285179"/>
                            <a:pt x="360617" y="284702"/>
                            <a:pt x="358712" y="284226"/>
                          </a:cubicBezTo>
                          <a:cubicBezTo>
                            <a:pt x="357759" y="283940"/>
                            <a:pt x="356807" y="283750"/>
                            <a:pt x="355759" y="283464"/>
                          </a:cubicBezTo>
                          <a:cubicBezTo>
                            <a:pt x="355092" y="283274"/>
                            <a:pt x="354425" y="283083"/>
                            <a:pt x="353854" y="282893"/>
                          </a:cubicBezTo>
                          <a:cubicBezTo>
                            <a:pt x="351949" y="282321"/>
                            <a:pt x="349949" y="281750"/>
                            <a:pt x="348043" y="281273"/>
                          </a:cubicBezTo>
                          <a:cubicBezTo>
                            <a:pt x="346900" y="280892"/>
                            <a:pt x="345662" y="280607"/>
                            <a:pt x="344519" y="280226"/>
                          </a:cubicBezTo>
                          <a:cubicBezTo>
                            <a:pt x="344043" y="280130"/>
                            <a:pt x="343567" y="279940"/>
                            <a:pt x="343091" y="279749"/>
                          </a:cubicBezTo>
                          <a:cubicBezTo>
                            <a:pt x="341281" y="279178"/>
                            <a:pt x="339566" y="278606"/>
                            <a:pt x="337757" y="278130"/>
                          </a:cubicBezTo>
                          <a:cubicBezTo>
                            <a:pt x="335947" y="277559"/>
                            <a:pt x="334232" y="276987"/>
                            <a:pt x="332422" y="276416"/>
                          </a:cubicBezTo>
                          <a:cubicBezTo>
                            <a:pt x="330613" y="275844"/>
                            <a:pt x="328803" y="275177"/>
                            <a:pt x="326993" y="274606"/>
                          </a:cubicBezTo>
                          <a:cubicBezTo>
                            <a:pt x="325660" y="274130"/>
                            <a:pt x="324326" y="273749"/>
                            <a:pt x="322993" y="273272"/>
                          </a:cubicBezTo>
                          <a:cubicBezTo>
                            <a:pt x="322517" y="273082"/>
                            <a:pt x="322040" y="272891"/>
                            <a:pt x="321564" y="272701"/>
                          </a:cubicBezTo>
                          <a:cubicBezTo>
                            <a:pt x="319850" y="272129"/>
                            <a:pt x="318040" y="271463"/>
                            <a:pt x="316230" y="270796"/>
                          </a:cubicBezTo>
                          <a:cubicBezTo>
                            <a:pt x="314325" y="270129"/>
                            <a:pt x="312515" y="269462"/>
                            <a:pt x="310610" y="268700"/>
                          </a:cubicBezTo>
                          <a:cubicBezTo>
                            <a:pt x="308800" y="268034"/>
                            <a:pt x="306991" y="267367"/>
                            <a:pt x="305276" y="266605"/>
                          </a:cubicBezTo>
                          <a:cubicBezTo>
                            <a:pt x="304514" y="266319"/>
                            <a:pt x="303752" y="266033"/>
                            <a:pt x="303086" y="265748"/>
                          </a:cubicBezTo>
                          <a:cubicBezTo>
                            <a:pt x="302514" y="265557"/>
                            <a:pt x="301847" y="265271"/>
                            <a:pt x="301276" y="265081"/>
                          </a:cubicBezTo>
                          <a:cubicBezTo>
                            <a:pt x="300704" y="264890"/>
                            <a:pt x="300228" y="264605"/>
                            <a:pt x="299657" y="264414"/>
                          </a:cubicBezTo>
                          <a:cubicBezTo>
                            <a:pt x="297751" y="263652"/>
                            <a:pt x="295846" y="262890"/>
                            <a:pt x="293942" y="262033"/>
                          </a:cubicBezTo>
                          <a:cubicBezTo>
                            <a:pt x="292132" y="261271"/>
                            <a:pt x="290322" y="260509"/>
                            <a:pt x="288417" y="259747"/>
                          </a:cubicBezTo>
                          <a:cubicBezTo>
                            <a:pt x="286512" y="258890"/>
                            <a:pt x="284607" y="258128"/>
                            <a:pt x="282607" y="257270"/>
                          </a:cubicBezTo>
                          <a:cubicBezTo>
                            <a:pt x="281273" y="256699"/>
                            <a:pt x="279940" y="256127"/>
                            <a:pt x="278606" y="255556"/>
                          </a:cubicBezTo>
                          <a:cubicBezTo>
                            <a:pt x="278130" y="255365"/>
                            <a:pt x="277654" y="255080"/>
                            <a:pt x="277178" y="254889"/>
                          </a:cubicBezTo>
                          <a:cubicBezTo>
                            <a:pt x="274892" y="253841"/>
                            <a:pt x="272701" y="252889"/>
                            <a:pt x="270415" y="251841"/>
                          </a:cubicBezTo>
                          <a:cubicBezTo>
                            <a:pt x="269272" y="251270"/>
                            <a:pt x="268034" y="250793"/>
                            <a:pt x="266891" y="250222"/>
                          </a:cubicBezTo>
                          <a:cubicBezTo>
                            <a:pt x="266414" y="250031"/>
                            <a:pt x="265938" y="249746"/>
                            <a:pt x="265462" y="249555"/>
                          </a:cubicBezTo>
                          <a:cubicBezTo>
                            <a:pt x="263080" y="248412"/>
                            <a:pt x="260699" y="247269"/>
                            <a:pt x="258413" y="246126"/>
                          </a:cubicBezTo>
                          <a:cubicBezTo>
                            <a:pt x="257080" y="245459"/>
                            <a:pt x="255746" y="244888"/>
                            <a:pt x="254508" y="244221"/>
                          </a:cubicBezTo>
                          <a:cubicBezTo>
                            <a:pt x="254317" y="244126"/>
                            <a:pt x="254032" y="244031"/>
                            <a:pt x="253841" y="243840"/>
                          </a:cubicBezTo>
                          <a:cubicBezTo>
                            <a:pt x="249650" y="241745"/>
                            <a:pt x="245459" y="239649"/>
                            <a:pt x="241268" y="237458"/>
                          </a:cubicBezTo>
                          <a:cubicBezTo>
                            <a:pt x="240411" y="236982"/>
                            <a:pt x="239554" y="236601"/>
                            <a:pt x="238792" y="236125"/>
                          </a:cubicBezTo>
                          <a:cubicBezTo>
                            <a:pt x="235458" y="234315"/>
                            <a:pt x="232029" y="232505"/>
                            <a:pt x="228695" y="230696"/>
                          </a:cubicBezTo>
                          <a:cubicBezTo>
                            <a:pt x="228219" y="230410"/>
                            <a:pt x="227838" y="230219"/>
                            <a:pt x="227362" y="229934"/>
                          </a:cubicBezTo>
                          <a:cubicBezTo>
                            <a:pt x="226695" y="229553"/>
                            <a:pt x="226028" y="229172"/>
                            <a:pt x="225266" y="228791"/>
                          </a:cubicBezTo>
                          <a:cubicBezTo>
                            <a:pt x="220790" y="226314"/>
                            <a:pt x="216408" y="223742"/>
                            <a:pt x="211931" y="221171"/>
                          </a:cubicBezTo>
                          <a:cubicBezTo>
                            <a:pt x="210979" y="220599"/>
                            <a:pt x="210121" y="220123"/>
                            <a:pt x="209169" y="219551"/>
                          </a:cubicBezTo>
                          <a:cubicBezTo>
                            <a:pt x="204121" y="216599"/>
                            <a:pt x="199168" y="213551"/>
                            <a:pt x="194215" y="210407"/>
                          </a:cubicBezTo>
                          <a:cubicBezTo>
                            <a:pt x="193738" y="210122"/>
                            <a:pt x="193358" y="209836"/>
                            <a:pt x="192881" y="209550"/>
                          </a:cubicBezTo>
                          <a:cubicBezTo>
                            <a:pt x="191929" y="208883"/>
                            <a:pt x="190881" y="208312"/>
                            <a:pt x="189929" y="207645"/>
                          </a:cubicBezTo>
                          <a:cubicBezTo>
                            <a:pt x="187357" y="206026"/>
                            <a:pt x="184880" y="204407"/>
                            <a:pt x="182309" y="202787"/>
                          </a:cubicBezTo>
                          <a:cubicBezTo>
                            <a:pt x="180689" y="201740"/>
                            <a:pt x="179165" y="200692"/>
                            <a:pt x="177641" y="199644"/>
                          </a:cubicBezTo>
                          <a:cubicBezTo>
                            <a:pt x="175165" y="198025"/>
                            <a:pt x="172688" y="196310"/>
                            <a:pt x="170212" y="194596"/>
                          </a:cubicBezTo>
                          <a:cubicBezTo>
                            <a:pt x="168688" y="193548"/>
                            <a:pt x="167164" y="192500"/>
                            <a:pt x="165640" y="191453"/>
                          </a:cubicBezTo>
                          <a:cubicBezTo>
                            <a:pt x="162973" y="189548"/>
                            <a:pt x="160401" y="187738"/>
                            <a:pt x="157734" y="185833"/>
                          </a:cubicBezTo>
                          <a:cubicBezTo>
                            <a:pt x="156496" y="184880"/>
                            <a:pt x="155162" y="184023"/>
                            <a:pt x="153924" y="183071"/>
                          </a:cubicBezTo>
                          <a:cubicBezTo>
                            <a:pt x="150019" y="180213"/>
                            <a:pt x="146209" y="177356"/>
                            <a:pt x="142399" y="174403"/>
                          </a:cubicBezTo>
                          <a:cubicBezTo>
                            <a:pt x="139255" y="171926"/>
                            <a:pt x="136112" y="169545"/>
                            <a:pt x="133064" y="167069"/>
                          </a:cubicBezTo>
                          <a:cubicBezTo>
                            <a:pt x="132207" y="166402"/>
                            <a:pt x="131350" y="165640"/>
                            <a:pt x="130492" y="164973"/>
                          </a:cubicBezTo>
                          <a:cubicBezTo>
                            <a:pt x="130492" y="164973"/>
                            <a:pt x="130397" y="164973"/>
                            <a:pt x="130397" y="164878"/>
                          </a:cubicBezTo>
                          <a:cubicBezTo>
                            <a:pt x="129635" y="164306"/>
                            <a:pt x="128873" y="163640"/>
                            <a:pt x="128207" y="163068"/>
                          </a:cubicBezTo>
                          <a:cubicBezTo>
                            <a:pt x="126778" y="161925"/>
                            <a:pt x="125444" y="160782"/>
                            <a:pt x="124016" y="159639"/>
                          </a:cubicBezTo>
                          <a:cubicBezTo>
                            <a:pt x="122968" y="158782"/>
                            <a:pt x="121920" y="157925"/>
                            <a:pt x="120967" y="157067"/>
                          </a:cubicBezTo>
                          <a:cubicBezTo>
                            <a:pt x="119729" y="156020"/>
                            <a:pt x="118491" y="154972"/>
                            <a:pt x="117348" y="153924"/>
                          </a:cubicBezTo>
                          <a:cubicBezTo>
                            <a:pt x="116681" y="153353"/>
                            <a:pt x="116015" y="152781"/>
                            <a:pt x="115348" y="152210"/>
                          </a:cubicBezTo>
                          <a:cubicBezTo>
                            <a:pt x="115253" y="152114"/>
                            <a:pt x="115157" y="152019"/>
                            <a:pt x="114967" y="151924"/>
                          </a:cubicBezTo>
                          <a:cubicBezTo>
                            <a:pt x="114109" y="151162"/>
                            <a:pt x="113157" y="150400"/>
                            <a:pt x="112300" y="149638"/>
                          </a:cubicBezTo>
                          <a:cubicBezTo>
                            <a:pt x="109918" y="147542"/>
                            <a:pt x="107633" y="145447"/>
                            <a:pt x="105346" y="143447"/>
                          </a:cubicBezTo>
                          <a:cubicBezTo>
                            <a:pt x="105061" y="143161"/>
                            <a:pt x="104775" y="142970"/>
                            <a:pt x="104489" y="142685"/>
                          </a:cubicBezTo>
                          <a:cubicBezTo>
                            <a:pt x="104489" y="142685"/>
                            <a:pt x="104489" y="142685"/>
                            <a:pt x="104489" y="142685"/>
                          </a:cubicBezTo>
                          <a:cubicBezTo>
                            <a:pt x="104394" y="142589"/>
                            <a:pt x="104299" y="142494"/>
                            <a:pt x="104204" y="142399"/>
                          </a:cubicBezTo>
                          <a:cubicBezTo>
                            <a:pt x="101537" y="139922"/>
                            <a:pt x="99060" y="137541"/>
                            <a:pt x="96488" y="135160"/>
                          </a:cubicBezTo>
                          <a:cubicBezTo>
                            <a:pt x="95917" y="134588"/>
                            <a:pt x="95345" y="134017"/>
                            <a:pt x="94774" y="133541"/>
                          </a:cubicBezTo>
                          <a:cubicBezTo>
                            <a:pt x="94679" y="133445"/>
                            <a:pt x="94679" y="133445"/>
                            <a:pt x="94583" y="133350"/>
                          </a:cubicBezTo>
                          <a:cubicBezTo>
                            <a:pt x="94297" y="133064"/>
                            <a:pt x="94012" y="132779"/>
                            <a:pt x="93726" y="132493"/>
                          </a:cubicBezTo>
                          <a:cubicBezTo>
                            <a:pt x="93250" y="132017"/>
                            <a:pt x="92774" y="131540"/>
                            <a:pt x="92297" y="131064"/>
                          </a:cubicBezTo>
                          <a:cubicBezTo>
                            <a:pt x="92297" y="131064"/>
                            <a:pt x="92297" y="131064"/>
                            <a:pt x="92297" y="131064"/>
                          </a:cubicBezTo>
                          <a:cubicBezTo>
                            <a:pt x="91250" y="130016"/>
                            <a:pt x="90202" y="128969"/>
                            <a:pt x="89249" y="128016"/>
                          </a:cubicBezTo>
                          <a:cubicBezTo>
                            <a:pt x="89059" y="127826"/>
                            <a:pt x="88963" y="127730"/>
                            <a:pt x="88773" y="127540"/>
                          </a:cubicBezTo>
                          <a:cubicBezTo>
                            <a:pt x="88392" y="127159"/>
                            <a:pt x="88011" y="126873"/>
                            <a:pt x="87725" y="126492"/>
                          </a:cubicBezTo>
                          <a:cubicBezTo>
                            <a:pt x="87154" y="125921"/>
                            <a:pt x="86678" y="125349"/>
                            <a:pt x="86106" y="124873"/>
                          </a:cubicBezTo>
                          <a:cubicBezTo>
                            <a:pt x="85154" y="123825"/>
                            <a:pt x="84106" y="122777"/>
                            <a:pt x="83153" y="121825"/>
                          </a:cubicBezTo>
                          <a:cubicBezTo>
                            <a:pt x="82391" y="121063"/>
                            <a:pt x="81629" y="120206"/>
                            <a:pt x="80867" y="119444"/>
                          </a:cubicBezTo>
                          <a:cubicBezTo>
                            <a:pt x="80677" y="119158"/>
                            <a:pt x="80391" y="118967"/>
                            <a:pt x="80200" y="118682"/>
                          </a:cubicBezTo>
                          <a:cubicBezTo>
                            <a:pt x="80010" y="118491"/>
                            <a:pt x="79915" y="118396"/>
                            <a:pt x="79724" y="118205"/>
                          </a:cubicBezTo>
                          <a:cubicBezTo>
                            <a:pt x="79534" y="118015"/>
                            <a:pt x="79438" y="117920"/>
                            <a:pt x="79248" y="117729"/>
                          </a:cubicBezTo>
                          <a:cubicBezTo>
                            <a:pt x="78581" y="117062"/>
                            <a:pt x="78010" y="116396"/>
                            <a:pt x="77343" y="115634"/>
                          </a:cubicBezTo>
                          <a:cubicBezTo>
                            <a:pt x="76391" y="114586"/>
                            <a:pt x="75438" y="113538"/>
                            <a:pt x="74486" y="112490"/>
                          </a:cubicBezTo>
                          <a:cubicBezTo>
                            <a:pt x="74200" y="112205"/>
                            <a:pt x="73914" y="111919"/>
                            <a:pt x="73628" y="111538"/>
                          </a:cubicBezTo>
                          <a:cubicBezTo>
                            <a:pt x="73533" y="111347"/>
                            <a:pt x="73342" y="111252"/>
                            <a:pt x="73247" y="111062"/>
                          </a:cubicBezTo>
                          <a:cubicBezTo>
                            <a:pt x="72771" y="110490"/>
                            <a:pt x="72390" y="110014"/>
                            <a:pt x="71914" y="109442"/>
                          </a:cubicBezTo>
                          <a:cubicBezTo>
                            <a:pt x="71438" y="108871"/>
                            <a:pt x="70961" y="108395"/>
                            <a:pt x="70485" y="107823"/>
                          </a:cubicBezTo>
                          <a:cubicBezTo>
                            <a:pt x="70199" y="107442"/>
                            <a:pt x="69913" y="107156"/>
                            <a:pt x="69628" y="106775"/>
                          </a:cubicBezTo>
                          <a:cubicBezTo>
                            <a:pt x="69533" y="106680"/>
                            <a:pt x="69533" y="106585"/>
                            <a:pt x="69437" y="106585"/>
                          </a:cubicBezTo>
                          <a:cubicBezTo>
                            <a:pt x="68675" y="105728"/>
                            <a:pt x="68008" y="104870"/>
                            <a:pt x="67246" y="104013"/>
                          </a:cubicBezTo>
                          <a:cubicBezTo>
                            <a:pt x="66675" y="103346"/>
                            <a:pt x="66104" y="102584"/>
                            <a:pt x="65532" y="101918"/>
                          </a:cubicBezTo>
                          <a:cubicBezTo>
                            <a:pt x="64675" y="100870"/>
                            <a:pt x="63722" y="99727"/>
                            <a:pt x="62865" y="98679"/>
                          </a:cubicBezTo>
                          <a:cubicBezTo>
                            <a:pt x="62770" y="98584"/>
                            <a:pt x="62675" y="98489"/>
                            <a:pt x="62675" y="98393"/>
                          </a:cubicBezTo>
                          <a:cubicBezTo>
                            <a:pt x="62389" y="98012"/>
                            <a:pt x="62103" y="97631"/>
                            <a:pt x="61817" y="97250"/>
                          </a:cubicBezTo>
                          <a:cubicBezTo>
                            <a:pt x="61722" y="97155"/>
                            <a:pt x="61722" y="97155"/>
                            <a:pt x="61627" y="97060"/>
                          </a:cubicBezTo>
                          <a:cubicBezTo>
                            <a:pt x="60960" y="96298"/>
                            <a:pt x="60388" y="95441"/>
                            <a:pt x="59817" y="94679"/>
                          </a:cubicBezTo>
                          <a:cubicBezTo>
                            <a:pt x="58769" y="93345"/>
                            <a:pt x="57721" y="91916"/>
                            <a:pt x="56769" y="90583"/>
                          </a:cubicBezTo>
                          <a:cubicBezTo>
                            <a:pt x="56483" y="90202"/>
                            <a:pt x="56197" y="89916"/>
                            <a:pt x="56007" y="89535"/>
                          </a:cubicBezTo>
                          <a:cubicBezTo>
                            <a:pt x="55912" y="89440"/>
                            <a:pt x="55817" y="89345"/>
                            <a:pt x="55817" y="89154"/>
                          </a:cubicBezTo>
                          <a:cubicBezTo>
                            <a:pt x="55817" y="89059"/>
                            <a:pt x="55721" y="89059"/>
                            <a:pt x="55721" y="88964"/>
                          </a:cubicBezTo>
                          <a:cubicBezTo>
                            <a:pt x="55626" y="88773"/>
                            <a:pt x="55531" y="88583"/>
                            <a:pt x="55340" y="88487"/>
                          </a:cubicBezTo>
                          <a:cubicBezTo>
                            <a:pt x="55150" y="88202"/>
                            <a:pt x="54959" y="88011"/>
                            <a:pt x="54769" y="87725"/>
                          </a:cubicBezTo>
                          <a:cubicBezTo>
                            <a:pt x="53530" y="86011"/>
                            <a:pt x="52388" y="84296"/>
                            <a:pt x="51245" y="82582"/>
                          </a:cubicBezTo>
                          <a:cubicBezTo>
                            <a:pt x="51149" y="82487"/>
                            <a:pt x="51054" y="82391"/>
                            <a:pt x="50959" y="82201"/>
                          </a:cubicBezTo>
                          <a:cubicBezTo>
                            <a:pt x="50768" y="81915"/>
                            <a:pt x="50578" y="81629"/>
                            <a:pt x="50387" y="81344"/>
                          </a:cubicBezTo>
                          <a:cubicBezTo>
                            <a:pt x="50387" y="81344"/>
                            <a:pt x="50387" y="81344"/>
                            <a:pt x="50387" y="81344"/>
                          </a:cubicBezTo>
                          <a:cubicBezTo>
                            <a:pt x="50292" y="81248"/>
                            <a:pt x="50292" y="81153"/>
                            <a:pt x="50197" y="81058"/>
                          </a:cubicBezTo>
                          <a:cubicBezTo>
                            <a:pt x="49244" y="79629"/>
                            <a:pt x="48292" y="78105"/>
                            <a:pt x="47434" y="76676"/>
                          </a:cubicBezTo>
                          <a:cubicBezTo>
                            <a:pt x="46958" y="75914"/>
                            <a:pt x="46482" y="75248"/>
                            <a:pt x="46101" y="74486"/>
                          </a:cubicBezTo>
                          <a:cubicBezTo>
                            <a:pt x="46101" y="74486"/>
                            <a:pt x="46101" y="74390"/>
                            <a:pt x="46006" y="74390"/>
                          </a:cubicBezTo>
                          <a:cubicBezTo>
                            <a:pt x="45911" y="74200"/>
                            <a:pt x="45815" y="74009"/>
                            <a:pt x="45720" y="73914"/>
                          </a:cubicBezTo>
                          <a:cubicBezTo>
                            <a:pt x="45720" y="73914"/>
                            <a:pt x="45720" y="73914"/>
                            <a:pt x="45720" y="73914"/>
                          </a:cubicBezTo>
                          <a:cubicBezTo>
                            <a:pt x="45529" y="73533"/>
                            <a:pt x="45339" y="73152"/>
                            <a:pt x="45053" y="72771"/>
                          </a:cubicBezTo>
                          <a:cubicBezTo>
                            <a:pt x="44958" y="72676"/>
                            <a:pt x="44958" y="72581"/>
                            <a:pt x="44863" y="72485"/>
                          </a:cubicBezTo>
                          <a:cubicBezTo>
                            <a:pt x="44672" y="72104"/>
                            <a:pt x="44482" y="71819"/>
                            <a:pt x="44291" y="71438"/>
                          </a:cubicBezTo>
                          <a:cubicBezTo>
                            <a:pt x="43625" y="70295"/>
                            <a:pt x="42958" y="69152"/>
                            <a:pt x="42291" y="67913"/>
                          </a:cubicBezTo>
                          <a:cubicBezTo>
                            <a:pt x="42291" y="67913"/>
                            <a:pt x="42291" y="67818"/>
                            <a:pt x="42196" y="67818"/>
                          </a:cubicBezTo>
                          <a:cubicBezTo>
                            <a:pt x="42005" y="67437"/>
                            <a:pt x="41815" y="67151"/>
                            <a:pt x="41624" y="66770"/>
                          </a:cubicBezTo>
                          <a:cubicBezTo>
                            <a:pt x="41434" y="66389"/>
                            <a:pt x="41243" y="66008"/>
                            <a:pt x="41053" y="65627"/>
                          </a:cubicBezTo>
                          <a:cubicBezTo>
                            <a:pt x="40291" y="64199"/>
                            <a:pt x="39529" y="62770"/>
                            <a:pt x="38862" y="61341"/>
                          </a:cubicBezTo>
                          <a:cubicBezTo>
                            <a:pt x="38862" y="61246"/>
                            <a:pt x="38767" y="61151"/>
                            <a:pt x="38767" y="61151"/>
                          </a:cubicBezTo>
                          <a:cubicBezTo>
                            <a:pt x="38576" y="60770"/>
                            <a:pt x="38291" y="60293"/>
                            <a:pt x="38100" y="59912"/>
                          </a:cubicBezTo>
                          <a:cubicBezTo>
                            <a:pt x="38100" y="59912"/>
                            <a:pt x="38100" y="59817"/>
                            <a:pt x="38005" y="59817"/>
                          </a:cubicBezTo>
                          <a:cubicBezTo>
                            <a:pt x="37909" y="59627"/>
                            <a:pt x="37814" y="59436"/>
                            <a:pt x="37719" y="59246"/>
                          </a:cubicBezTo>
                          <a:cubicBezTo>
                            <a:pt x="36862" y="57436"/>
                            <a:pt x="36100" y="55721"/>
                            <a:pt x="35338" y="53912"/>
                          </a:cubicBezTo>
                          <a:cubicBezTo>
                            <a:pt x="35242" y="53721"/>
                            <a:pt x="35147" y="53531"/>
                            <a:pt x="35147" y="53435"/>
                          </a:cubicBezTo>
                          <a:cubicBezTo>
                            <a:pt x="35147" y="53340"/>
                            <a:pt x="35052" y="53340"/>
                            <a:pt x="35052" y="53245"/>
                          </a:cubicBezTo>
                          <a:cubicBezTo>
                            <a:pt x="35052" y="53245"/>
                            <a:pt x="35052" y="53150"/>
                            <a:pt x="35052" y="53150"/>
                          </a:cubicBezTo>
                          <a:cubicBezTo>
                            <a:pt x="34195" y="51149"/>
                            <a:pt x="33528" y="49244"/>
                            <a:pt x="32766" y="47244"/>
                          </a:cubicBezTo>
                          <a:cubicBezTo>
                            <a:pt x="32766" y="47244"/>
                            <a:pt x="32766" y="47244"/>
                            <a:pt x="32766" y="47244"/>
                          </a:cubicBezTo>
                          <a:cubicBezTo>
                            <a:pt x="32671" y="47054"/>
                            <a:pt x="32671" y="46958"/>
                            <a:pt x="32575" y="46768"/>
                          </a:cubicBezTo>
                          <a:cubicBezTo>
                            <a:pt x="32575" y="46768"/>
                            <a:pt x="32575" y="46768"/>
                            <a:pt x="32575" y="46768"/>
                          </a:cubicBezTo>
                          <a:cubicBezTo>
                            <a:pt x="32385" y="46292"/>
                            <a:pt x="32290" y="45910"/>
                            <a:pt x="32195" y="45530"/>
                          </a:cubicBezTo>
                          <a:cubicBezTo>
                            <a:pt x="31718" y="44196"/>
                            <a:pt x="31337" y="42863"/>
                            <a:pt x="30956" y="41529"/>
                          </a:cubicBezTo>
                          <a:cubicBezTo>
                            <a:pt x="30956" y="41529"/>
                            <a:pt x="30956" y="41529"/>
                            <a:pt x="30956" y="41529"/>
                          </a:cubicBezTo>
                          <a:cubicBezTo>
                            <a:pt x="30861" y="41243"/>
                            <a:pt x="30766" y="40862"/>
                            <a:pt x="30671" y="40577"/>
                          </a:cubicBezTo>
                          <a:cubicBezTo>
                            <a:pt x="30575" y="40196"/>
                            <a:pt x="30480" y="39910"/>
                            <a:pt x="30385" y="39529"/>
                          </a:cubicBezTo>
                          <a:cubicBezTo>
                            <a:pt x="30004" y="38195"/>
                            <a:pt x="29718" y="36957"/>
                            <a:pt x="29528" y="35719"/>
                          </a:cubicBezTo>
                          <a:cubicBezTo>
                            <a:pt x="29528" y="35719"/>
                            <a:pt x="29528" y="35719"/>
                            <a:pt x="29528" y="35719"/>
                          </a:cubicBezTo>
                          <a:cubicBezTo>
                            <a:pt x="29432" y="35338"/>
                            <a:pt x="29337" y="34862"/>
                            <a:pt x="29242" y="34481"/>
                          </a:cubicBezTo>
                          <a:cubicBezTo>
                            <a:pt x="29242" y="34481"/>
                            <a:pt x="29242" y="34481"/>
                            <a:pt x="29242" y="34481"/>
                          </a:cubicBezTo>
                          <a:cubicBezTo>
                            <a:pt x="29242" y="34290"/>
                            <a:pt x="29242" y="34100"/>
                            <a:pt x="29146" y="34004"/>
                          </a:cubicBezTo>
                          <a:cubicBezTo>
                            <a:pt x="29146" y="34004"/>
                            <a:pt x="29146" y="34004"/>
                            <a:pt x="29146" y="33909"/>
                          </a:cubicBezTo>
                          <a:lnTo>
                            <a:pt x="29146" y="33909"/>
                          </a:lnTo>
                          <a:cubicBezTo>
                            <a:pt x="28861" y="32290"/>
                            <a:pt x="28575" y="30766"/>
                            <a:pt x="28384" y="29242"/>
                          </a:cubicBezTo>
                          <a:cubicBezTo>
                            <a:pt x="28384" y="28956"/>
                            <a:pt x="28289" y="28766"/>
                            <a:pt x="28289" y="28480"/>
                          </a:cubicBezTo>
                          <a:cubicBezTo>
                            <a:pt x="28289" y="28385"/>
                            <a:pt x="28289" y="28385"/>
                            <a:pt x="28289" y="28289"/>
                          </a:cubicBezTo>
                          <a:cubicBezTo>
                            <a:pt x="28289" y="28194"/>
                            <a:pt x="28289" y="28099"/>
                            <a:pt x="28289" y="28004"/>
                          </a:cubicBezTo>
                          <a:cubicBezTo>
                            <a:pt x="28099" y="26384"/>
                            <a:pt x="28004" y="24765"/>
                            <a:pt x="28004" y="23241"/>
                          </a:cubicBezTo>
                          <a:cubicBezTo>
                            <a:pt x="28004" y="23146"/>
                            <a:pt x="28004" y="23051"/>
                            <a:pt x="28004" y="22955"/>
                          </a:cubicBezTo>
                          <a:cubicBezTo>
                            <a:pt x="28004" y="22860"/>
                            <a:pt x="28004" y="22765"/>
                            <a:pt x="28004" y="22670"/>
                          </a:cubicBezTo>
                          <a:cubicBezTo>
                            <a:pt x="28004" y="22574"/>
                            <a:pt x="28004" y="22479"/>
                            <a:pt x="28004" y="22384"/>
                          </a:cubicBezTo>
                          <a:cubicBezTo>
                            <a:pt x="28004" y="22098"/>
                            <a:pt x="28004" y="21812"/>
                            <a:pt x="28004" y="21527"/>
                          </a:cubicBezTo>
                          <a:cubicBezTo>
                            <a:pt x="28004" y="20479"/>
                            <a:pt x="28004" y="19336"/>
                            <a:pt x="28099" y="18288"/>
                          </a:cubicBezTo>
                          <a:cubicBezTo>
                            <a:pt x="28099" y="17907"/>
                            <a:pt x="28194" y="17431"/>
                            <a:pt x="28194" y="17050"/>
                          </a:cubicBezTo>
                          <a:cubicBezTo>
                            <a:pt x="28194" y="16955"/>
                            <a:pt x="28194" y="16859"/>
                            <a:pt x="28194" y="16764"/>
                          </a:cubicBezTo>
                          <a:cubicBezTo>
                            <a:pt x="28194" y="16478"/>
                            <a:pt x="28289" y="16097"/>
                            <a:pt x="28289" y="15812"/>
                          </a:cubicBezTo>
                          <a:cubicBezTo>
                            <a:pt x="28384" y="14954"/>
                            <a:pt x="28575" y="14192"/>
                            <a:pt x="28670" y="13335"/>
                          </a:cubicBezTo>
                          <a:cubicBezTo>
                            <a:pt x="28766" y="12859"/>
                            <a:pt x="28861" y="12287"/>
                            <a:pt x="28956" y="11811"/>
                          </a:cubicBezTo>
                          <a:cubicBezTo>
                            <a:pt x="29051" y="11430"/>
                            <a:pt x="29146" y="11049"/>
                            <a:pt x="29242" y="10668"/>
                          </a:cubicBezTo>
                          <a:cubicBezTo>
                            <a:pt x="29242" y="10573"/>
                            <a:pt x="29242" y="10478"/>
                            <a:pt x="29337" y="10382"/>
                          </a:cubicBezTo>
                          <a:cubicBezTo>
                            <a:pt x="29432" y="10097"/>
                            <a:pt x="29528" y="9906"/>
                            <a:pt x="29623" y="9620"/>
                          </a:cubicBezTo>
                          <a:cubicBezTo>
                            <a:pt x="29718" y="9049"/>
                            <a:pt x="29908" y="8573"/>
                            <a:pt x="30099" y="8096"/>
                          </a:cubicBezTo>
                          <a:cubicBezTo>
                            <a:pt x="30194" y="7906"/>
                            <a:pt x="30194" y="7620"/>
                            <a:pt x="30290" y="7430"/>
                          </a:cubicBezTo>
                          <a:cubicBezTo>
                            <a:pt x="30480" y="6858"/>
                            <a:pt x="30671" y="6382"/>
                            <a:pt x="30861" y="5810"/>
                          </a:cubicBezTo>
                          <a:cubicBezTo>
                            <a:pt x="31051" y="5334"/>
                            <a:pt x="31147" y="4953"/>
                            <a:pt x="31337" y="4477"/>
                          </a:cubicBezTo>
                          <a:cubicBezTo>
                            <a:pt x="31528" y="4001"/>
                            <a:pt x="31718" y="3620"/>
                            <a:pt x="31909" y="3143"/>
                          </a:cubicBezTo>
                          <a:cubicBezTo>
                            <a:pt x="32099" y="2762"/>
                            <a:pt x="32290" y="2381"/>
                            <a:pt x="32480" y="2000"/>
                          </a:cubicBezTo>
                          <a:cubicBezTo>
                            <a:pt x="32861" y="1334"/>
                            <a:pt x="33147" y="667"/>
                            <a:pt x="33528" y="0"/>
                          </a:cubicBezTo>
                          <a:lnTo>
                            <a:pt x="5429" y="47911"/>
                          </a:lnTo>
                          <a:cubicBezTo>
                            <a:pt x="4572" y="49340"/>
                            <a:pt x="3905" y="50864"/>
                            <a:pt x="3238" y="52388"/>
                          </a:cubicBezTo>
                          <a:cubicBezTo>
                            <a:pt x="3048" y="52769"/>
                            <a:pt x="2858" y="53245"/>
                            <a:pt x="2762" y="53721"/>
                          </a:cubicBezTo>
                          <a:cubicBezTo>
                            <a:pt x="2286" y="54959"/>
                            <a:pt x="1905" y="56198"/>
                            <a:pt x="1524" y="57531"/>
                          </a:cubicBezTo>
                          <a:cubicBezTo>
                            <a:pt x="1429" y="57722"/>
                            <a:pt x="1429" y="57912"/>
                            <a:pt x="1333" y="58198"/>
                          </a:cubicBezTo>
                          <a:cubicBezTo>
                            <a:pt x="1333" y="58293"/>
                            <a:pt x="1238" y="58484"/>
                            <a:pt x="1238" y="58579"/>
                          </a:cubicBezTo>
                          <a:cubicBezTo>
                            <a:pt x="857" y="60293"/>
                            <a:pt x="571" y="62008"/>
                            <a:pt x="286" y="63722"/>
                          </a:cubicBezTo>
                          <a:cubicBezTo>
                            <a:pt x="191" y="64103"/>
                            <a:pt x="191" y="64580"/>
                            <a:pt x="191" y="64960"/>
                          </a:cubicBezTo>
                          <a:cubicBezTo>
                            <a:pt x="95" y="66389"/>
                            <a:pt x="0" y="67913"/>
                            <a:pt x="0" y="69437"/>
                          </a:cubicBezTo>
                          <a:cubicBezTo>
                            <a:pt x="0" y="69723"/>
                            <a:pt x="0" y="70009"/>
                            <a:pt x="0" y="70199"/>
                          </a:cubicBezTo>
                          <a:cubicBezTo>
                            <a:pt x="0" y="70390"/>
                            <a:pt x="0" y="70676"/>
                            <a:pt x="0" y="70866"/>
                          </a:cubicBezTo>
                          <a:cubicBezTo>
                            <a:pt x="0" y="72581"/>
                            <a:pt x="95" y="74200"/>
                            <a:pt x="286" y="76010"/>
                          </a:cubicBezTo>
                          <a:cubicBezTo>
                            <a:pt x="286" y="76105"/>
                            <a:pt x="286" y="76200"/>
                            <a:pt x="286" y="76295"/>
                          </a:cubicBezTo>
                          <a:cubicBezTo>
                            <a:pt x="476" y="78105"/>
                            <a:pt x="762" y="80010"/>
                            <a:pt x="1143" y="81820"/>
                          </a:cubicBezTo>
                          <a:cubicBezTo>
                            <a:pt x="1143" y="82010"/>
                            <a:pt x="1238" y="82201"/>
                            <a:pt x="1238" y="82296"/>
                          </a:cubicBezTo>
                          <a:cubicBezTo>
                            <a:pt x="1333" y="82677"/>
                            <a:pt x="1429" y="83153"/>
                            <a:pt x="1524" y="83534"/>
                          </a:cubicBezTo>
                          <a:cubicBezTo>
                            <a:pt x="1810" y="84773"/>
                            <a:pt x="2096" y="86106"/>
                            <a:pt x="2476" y="87344"/>
                          </a:cubicBezTo>
                          <a:cubicBezTo>
                            <a:pt x="2667" y="88011"/>
                            <a:pt x="2858" y="88678"/>
                            <a:pt x="3048" y="89345"/>
                          </a:cubicBezTo>
                          <a:cubicBezTo>
                            <a:pt x="3429" y="90678"/>
                            <a:pt x="3905" y="92012"/>
                            <a:pt x="4286" y="93440"/>
                          </a:cubicBezTo>
                          <a:cubicBezTo>
                            <a:pt x="4382" y="93821"/>
                            <a:pt x="4572" y="94298"/>
                            <a:pt x="4667" y="94679"/>
                          </a:cubicBezTo>
                          <a:cubicBezTo>
                            <a:pt x="4763" y="94869"/>
                            <a:pt x="4763" y="95060"/>
                            <a:pt x="4858" y="95250"/>
                          </a:cubicBezTo>
                          <a:cubicBezTo>
                            <a:pt x="5525" y="97155"/>
                            <a:pt x="6287" y="99155"/>
                            <a:pt x="7144" y="101156"/>
                          </a:cubicBezTo>
                          <a:cubicBezTo>
                            <a:pt x="7144" y="101251"/>
                            <a:pt x="7239" y="101346"/>
                            <a:pt x="7239" y="101441"/>
                          </a:cubicBezTo>
                          <a:cubicBezTo>
                            <a:pt x="8001" y="103346"/>
                            <a:pt x="8954" y="105347"/>
                            <a:pt x="9811" y="107252"/>
                          </a:cubicBezTo>
                          <a:cubicBezTo>
                            <a:pt x="9906" y="107442"/>
                            <a:pt x="10001" y="107633"/>
                            <a:pt x="10096" y="107823"/>
                          </a:cubicBezTo>
                          <a:cubicBezTo>
                            <a:pt x="10287" y="108299"/>
                            <a:pt x="10573" y="108776"/>
                            <a:pt x="10763" y="109252"/>
                          </a:cubicBezTo>
                          <a:cubicBezTo>
                            <a:pt x="11525" y="110776"/>
                            <a:pt x="12287" y="112205"/>
                            <a:pt x="13049" y="113729"/>
                          </a:cubicBezTo>
                          <a:cubicBezTo>
                            <a:pt x="13430" y="114491"/>
                            <a:pt x="13811" y="115157"/>
                            <a:pt x="14288" y="115919"/>
                          </a:cubicBezTo>
                          <a:cubicBezTo>
                            <a:pt x="15145" y="117443"/>
                            <a:pt x="16002" y="118967"/>
                            <a:pt x="16954" y="120491"/>
                          </a:cubicBezTo>
                          <a:cubicBezTo>
                            <a:pt x="17240" y="120968"/>
                            <a:pt x="17526" y="121444"/>
                            <a:pt x="17812" y="121825"/>
                          </a:cubicBezTo>
                          <a:cubicBezTo>
                            <a:pt x="17907" y="122015"/>
                            <a:pt x="18002" y="122206"/>
                            <a:pt x="18193" y="122396"/>
                          </a:cubicBezTo>
                          <a:cubicBezTo>
                            <a:pt x="19621" y="124682"/>
                            <a:pt x="21050" y="126968"/>
                            <a:pt x="22574" y="129350"/>
                          </a:cubicBezTo>
                          <a:cubicBezTo>
                            <a:pt x="22860" y="129826"/>
                            <a:pt x="23146" y="130207"/>
                            <a:pt x="23432" y="130683"/>
                          </a:cubicBezTo>
                          <a:cubicBezTo>
                            <a:pt x="24765" y="132588"/>
                            <a:pt x="26099" y="134588"/>
                            <a:pt x="27527" y="136589"/>
                          </a:cubicBezTo>
                          <a:cubicBezTo>
                            <a:pt x="27813" y="136970"/>
                            <a:pt x="28004" y="137255"/>
                            <a:pt x="28289" y="137636"/>
                          </a:cubicBezTo>
                          <a:cubicBezTo>
                            <a:pt x="28575" y="138017"/>
                            <a:pt x="28766" y="138303"/>
                            <a:pt x="29051" y="138684"/>
                          </a:cubicBezTo>
                          <a:cubicBezTo>
                            <a:pt x="30956" y="141256"/>
                            <a:pt x="32861" y="143828"/>
                            <a:pt x="34957" y="146495"/>
                          </a:cubicBezTo>
                          <a:cubicBezTo>
                            <a:pt x="35052" y="146590"/>
                            <a:pt x="35147" y="146685"/>
                            <a:pt x="35242" y="146876"/>
                          </a:cubicBezTo>
                          <a:cubicBezTo>
                            <a:pt x="37433" y="149638"/>
                            <a:pt x="39624" y="152305"/>
                            <a:pt x="42005" y="155067"/>
                          </a:cubicBezTo>
                          <a:cubicBezTo>
                            <a:pt x="42291" y="155353"/>
                            <a:pt x="42577" y="155734"/>
                            <a:pt x="42863" y="156020"/>
                          </a:cubicBezTo>
                          <a:cubicBezTo>
                            <a:pt x="43339" y="156591"/>
                            <a:pt x="43815" y="157067"/>
                            <a:pt x="44196" y="157639"/>
                          </a:cubicBezTo>
                          <a:cubicBezTo>
                            <a:pt x="45053" y="158687"/>
                            <a:pt x="45911" y="159639"/>
                            <a:pt x="46863" y="160687"/>
                          </a:cubicBezTo>
                          <a:cubicBezTo>
                            <a:pt x="47816" y="161735"/>
                            <a:pt x="48768" y="162782"/>
                            <a:pt x="49721" y="163830"/>
                          </a:cubicBezTo>
                          <a:cubicBezTo>
                            <a:pt x="50673" y="164878"/>
                            <a:pt x="51530" y="165830"/>
                            <a:pt x="52483" y="166878"/>
                          </a:cubicBezTo>
                          <a:cubicBezTo>
                            <a:pt x="53435" y="167926"/>
                            <a:pt x="54483" y="168974"/>
                            <a:pt x="55436" y="170021"/>
                          </a:cubicBezTo>
                          <a:cubicBezTo>
                            <a:pt x="56388" y="171069"/>
                            <a:pt x="57341" y="172022"/>
                            <a:pt x="58388" y="173069"/>
                          </a:cubicBezTo>
                          <a:cubicBezTo>
                            <a:pt x="59436" y="174117"/>
                            <a:pt x="60484" y="175165"/>
                            <a:pt x="61532" y="176308"/>
                          </a:cubicBezTo>
                          <a:cubicBezTo>
                            <a:pt x="62579" y="177356"/>
                            <a:pt x="63532" y="178308"/>
                            <a:pt x="64579" y="179356"/>
                          </a:cubicBezTo>
                          <a:cubicBezTo>
                            <a:pt x="65056" y="179832"/>
                            <a:pt x="65532" y="180308"/>
                            <a:pt x="66008" y="180785"/>
                          </a:cubicBezTo>
                          <a:cubicBezTo>
                            <a:pt x="66389" y="181166"/>
                            <a:pt x="66675" y="181451"/>
                            <a:pt x="67056" y="181832"/>
                          </a:cubicBezTo>
                          <a:cubicBezTo>
                            <a:pt x="70199" y="184880"/>
                            <a:pt x="73438" y="187928"/>
                            <a:pt x="76771" y="191072"/>
                          </a:cubicBezTo>
                          <a:cubicBezTo>
                            <a:pt x="77057" y="191357"/>
                            <a:pt x="77343" y="191548"/>
                            <a:pt x="77629" y="191834"/>
                          </a:cubicBezTo>
                          <a:cubicBezTo>
                            <a:pt x="80867" y="194786"/>
                            <a:pt x="84106" y="197739"/>
                            <a:pt x="87535" y="200692"/>
                          </a:cubicBezTo>
                          <a:cubicBezTo>
                            <a:pt x="88201" y="201263"/>
                            <a:pt x="88868" y="201835"/>
                            <a:pt x="89535" y="202406"/>
                          </a:cubicBezTo>
                          <a:cubicBezTo>
                            <a:pt x="93059" y="205454"/>
                            <a:pt x="96679" y="208502"/>
                            <a:pt x="100393" y="211550"/>
                          </a:cubicBezTo>
                          <a:cubicBezTo>
                            <a:pt x="101155" y="212217"/>
                            <a:pt x="101917" y="212789"/>
                            <a:pt x="102679" y="213455"/>
                          </a:cubicBezTo>
                          <a:cubicBezTo>
                            <a:pt x="106585" y="216599"/>
                            <a:pt x="110490" y="219742"/>
                            <a:pt x="114681" y="222885"/>
                          </a:cubicBezTo>
                          <a:cubicBezTo>
                            <a:pt x="118491" y="225838"/>
                            <a:pt x="122301" y="228695"/>
                            <a:pt x="126206" y="231553"/>
                          </a:cubicBezTo>
                          <a:cubicBezTo>
                            <a:pt x="127445" y="232505"/>
                            <a:pt x="128778" y="233363"/>
                            <a:pt x="130016" y="234315"/>
                          </a:cubicBezTo>
                          <a:cubicBezTo>
                            <a:pt x="132683" y="236220"/>
                            <a:pt x="135255" y="238125"/>
                            <a:pt x="137922" y="239935"/>
                          </a:cubicBezTo>
                          <a:cubicBezTo>
                            <a:pt x="139446" y="240983"/>
                            <a:pt x="140970" y="242030"/>
                            <a:pt x="142399" y="243078"/>
                          </a:cubicBezTo>
                          <a:cubicBezTo>
                            <a:pt x="144875" y="244793"/>
                            <a:pt x="147352" y="246507"/>
                            <a:pt x="149924" y="248126"/>
                          </a:cubicBezTo>
                          <a:cubicBezTo>
                            <a:pt x="151447" y="249174"/>
                            <a:pt x="153067" y="250222"/>
                            <a:pt x="154591" y="251270"/>
                          </a:cubicBezTo>
                          <a:cubicBezTo>
                            <a:pt x="157067" y="252889"/>
                            <a:pt x="159639" y="254603"/>
                            <a:pt x="162211" y="256223"/>
                          </a:cubicBezTo>
                          <a:cubicBezTo>
                            <a:pt x="163163" y="256889"/>
                            <a:pt x="164116" y="257461"/>
                            <a:pt x="165163" y="258128"/>
                          </a:cubicBezTo>
                          <a:cubicBezTo>
                            <a:pt x="165640" y="258413"/>
                            <a:pt x="166021" y="258699"/>
                            <a:pt x="166497" y="258985"/>
                          </a:cubicBezTo>
                          <a:cubicBezTo>
                            <a:pt x="171450" y="262128"/>
                            <a:pt x="176498" y="265176"/>
                            <a:pt x="181451" y="268129"/>
                          </a:cubicBezTo>
                          <a:cubicBezTo>
                            <a:pt x="182404" y="268700"/>
                            <a:pt x="183261" y="269177"/>
                            <a:pt x="184213" y="269748"/>
                          </a:cubicBezTo>
                          <a:cubicBezTo>
                            <a:pt x="188595" y="272320"/>
                            <a:pt x="193072" y="274892"/>
                            <a:pt x="197549" y="277368"/>
                          </a:cubicBezTo>
                          <a:cubicBezTo>
                            <a:pt x="198215" y="277749"/>
                            <a:pt x="198977" y="278130"/>
                            <a:pt x="199644" y="278511"/>
                          </a:cubicBezTo>
                          <a:cubicBezTo>
                            <a:pt x="200120" y="278797"/>
                            <a:pt x="200501" y="278987"/>
                            <a:pt x="200978" y="279273"/>
                          </a:cubicBezTo>
                          <a:cubicBezTo>
                            <a:pt x="204311" y="281083"/>
                            <a:pt x="207645" y="282893"/>
                            <a:pt x="211074" y="284702"/>
                          </a:cubicBezTo>
                          <a:cubicBezTo>
                            <a:pt x="211931" y="285179"/>
                            <a:pt x="212788" y="285655"/>
                            <a:pt x="213550" y="286036"/>
                          </a:cubicBezTo>
                          <a:cubicBezTo>
                            <a:pt x="217742" y="288227"/>
                            <a:pt x="221933" y="290417"/>
                            <a:pt x="226124" y="292418"/>
                          </a:cubicBezTo>
                          <a:cubicBezTo>
                            <a:pt x="226314" y="292513"/>
                            <a:pt x="226600" y="292608"/>
                            <a:pt x="226790" y="292703"/>
                          </a:cubicBezTo>
                          <a:cubicBezTo>
                            <a:pt x="228124" y="293370"/>
                            <a:pt x="229362" y="293942"/>
                            <a:pt x="230696" y="294608"/>
                          </a:cubicBezTo>
                          <a:cubicBezTo>
                            <a:pt x="233077" y="295751"/>
                            <a:pt x="235458" y="296990"/>
                            <a:pt x="237839" y="298037"/>
                          </a:cubicBezTo>
                          <a:cubicBezTo>
                            <a:pt x="239459" y="298799"/>
                            <a:pt x="241078" y="299561"/>
                            <a:pt x="242792" y="300323"/>
                          </a:cubicBezTo>
                          <a:cubicBezTo>
                            <a:pt x="245078" y="301371"/>
                            <a:pt x="247364" y="302419"/>
                            <a:pt x="249555" y="303467"/>
                          </a:cubicBezTo>
                          <a:cubicBezTo>
                            <a:pt x="250031" y="303657"/>
                            <a:pt x="250508" y="303848"/>
                            <a:pt x="250984" y="304133"/>
                          </a:cubicBezTo>
                          <a:cubicBezTo>
                            <a:pt x="252317" y="304705"/>
                            <a:pt x="253651" y="305276"/>
                            <a:pt x="254984" y="305943"/>
                          </a:cubicBezTo>
                          <a:cubicBezTo>
                            <a:pt x="256889" y="306800"/>
                            <a:pt x="258890" y="307658"/>
                            <a:pt x="260795" y="308420"/>
                          </a:cubicBezTo>
                          <a:cubicBezTo>
                            <a:pt x="262604" y="309182"/>
                            <a:pt x="264414" y="309944"/>
                            <a:pt x="266224" y="310706"/>
                          </a:cubicBezTo>
                          <a:cubicBezTo>
                            <a:pt x="268129" y="311468"/>
                            <a:pt x="270034" y="312325"/>
                            <a:pt x="271939" y="313087"/>
                          </a:cubicBezTo>
                          <a:cubicBezTo>
                            <a:pt x="272510" y="313277"/>
                            <a:pt x="272987" y="313468"/>
                            <a:pt x="273558" y="313754"/>
                          </a:cubicBezTo>
                          <a:cubicBezTo>
                            <a:pt x="274892" y="314325"/>
                            <a:pt x="276225" y="314801"/>
                            <a:pt x="277559" y="315373"/>
                          </a:cubicBezTo>
                          <a:cubicBezTo>
                            <a:pt x="279368" y="316040"/>
                            <a:pt x="281178" y="316802"/>
                            <a:pt x="282892" y="317468"/>
                          </a:cubicBezTo>
                          <a:cubicBezTo>
                            <a:pt x="284797" y="318135"/>
                            <a:pt x="286607" y="318897"/>
                            <a:pt x="288512" y="319564"/>
                          </a:cubicBezTo>
                          <a:cubicBezTo>
                            <a:pt x="290322" y="320231"/>
                            <a:pt x="292037" y="320897"/>
                            <a:pt x="293846" y="321469"/>
                          </a:cubicBezTo>
                          <a:cubicBezTo>
                            <a:pt x="294322" y="321659"/>
                            <a:pt x="294799" y="321850"/>
                            <a:pt x="295275" y="321945"/>
                          </a:cubicBezTo>
                          <a:cubicBezTo>
                            <a:pt x="296609" y="322421"/>
                            <a:pt x="297942" y="322898"/>
                            <a:pt x="299275" y="323279"/>
                          </a:cubicBezTo>
                          <a:cubicBezTo>
                            <a:pt x="301085" y="323850"/>
                            <a:pt x="302895" y="324517"/>
                            <a:pt x="304705" y="325088"/>
                          </a:cubicBezTo>
                          <a:cubicBezTo>
                            <a:pt x="306515" y="325660"/>
                            <a:pt x="308229" y="326231"/>
                            <a:pt x="310039" y="326803"/>
                          </a:cubicBezTo>
                          <a:cubicBezTo>
                            <a:pt x="311849" y="327374"/>
                            <a:pt x="313563" y="327946"/>
                            <a:pt x="315373" y="328422"/>
                          </a:cubicBezTo>
                          <a:cubicBezTo>
                            <a:pt x="315849" y="328517"/>
                            <a:pt x="316325" y="328708"/>
                            <a:pt x="316801" y="328803"/>
                          </a:cubicBezTo>
                          <a:cubicBezTo>
                            <a:pt x="317945" y="329184"/>
                            <a:pt x="319183" y="329470"/>
                            <a:pt x="320326" y="329851"/>
                          </a:cubicBezTo>
                          <a:cubicBezTo>
                            <a:pt x="322231" y="330422"/>
                            <a:pt x="324231" y="330994"/>
                            <a:pt x="326136" y="331470"/>
                          </a:cubicBezTo>
                          <a:cubicBezTo>
                            <a:pt x="327755" y="331946"/>
                            <a:pt x="329375" y="332327"/>
                            <a:pt x="330994" y="332804"/>
                          </a:cubicBezTo>
                          <a:cubicBezTo>
                            <a:pt x="332899" y="333280"/>
                            <a:pt x="334804" y="333756"/>
                            <a:pt x="336613" y="334232"/>
                          </a:cubicBezTo>
                          <a:cubicBezTo>
                            <a:pt x="337185" y="334423"/>
                            <a:pt x="337852" y="334518"/>
                            <a:pt x="338423" y="334613"/>
                          </a:cubicBezTo>
                          <a:cubicBezTo>
                            <a:pt x="339280" y="334804"/>
                            <a:pt x="340138" y="334994"/>
                            <a:pt x="341090" y="335280"/>
                          </a:cubicBezTo>
                          <a:cubicBezTo>
                            <a:pt x="343376" y="335852"/>
                            <a:pt x="345567" y="336328"/>
                            <a:pt x="347758" y="336804"/>
                          </a:cubicBezTo>
                          <a:cubicBezTo>
                            <a:pt x="349187" y="337090"/>
                            <a:pt x="350615" y="337376"/>
                            <a:pt x="352044" y="337661"/>
                          </a:cubicBezTo>
                          <a:cubicBezTo>
                            <a:pt x="354235" y="338138"/>
                            <a:pt x="356425" y="338519"/>
                            <a:pt x="358521" y="338900"/>
                          </a:cubicBezTo>
                          <a:cubicBezTo>
                            <a:pt x="359378" y="339090"/>
                            <a:pt x="360331" y="339185"/>
                            <a:pt x="361188" y="339376"/>
                          </a:cubicBezTo>
                          <a:cubicBezTo>
                            <a:pt x="361855" y="339471"/>
                            <a:pt x="362521" y="339662"/>
                            <a:pt x="363284" y="339757"/>
                          </a:cubicBezTo>
                          <a:cubicBezTo>
                            <a:pt x="364046" y="339852"/>
                            <a:pt x="364808" y="340043"/>
                            <a:pt x="365570" y="340138"/>
                          </a:cubicBezTo>
                          <a:cubicBezTo>
                            <a:pt x="368046" y="340519"/>
                            <a:pt x="370522" y="340900"/>
                            <a:pt x="372904" y="341186"/>
                          </a:cubicBezTo>
                          <a:cubicBezTo>
                            <a:pt x="373285" y="341186"/>
                            <a:pt x="373571" y="341281"/>
                            <a:pt x="373951" y="341281"/>
                          </a:cubicBezTo>
                          <a:cubicBezTo>
                            <a:pt x="376714" y="341567"/>
                            <a:pt x="379381" y="341852"/>
                            <a:pt x="381953" y="342138"/>
                          </a:cubicBezTo>
                          <a:cubicBezTo>
                            <a:pt x="382619" y="342233"/>
                            <a:pt x="383286" y="342233"/>
                            <a:pt x="384048" y="342329"/>
                          </a:cubicBezTo>
                          <a:cubicBezTo>
                            <a:pt x="385000" y="342424"/>
                            <a:pt x="385953" y="342424"/>
                            <a:pt x="386810" y="342519"/>
                          </a:cubicBezTo>
                          <a:cubicBezTo>
                            <a:pt x="387763" y="342614"/>
                            <a:pt x="388811" y="342614"/>
                            <a:pt x="389763" y="342710"/>
                          </a:cubicBezTo>
                          <a:cubicBezTo>
                            <a:pt x="390716" y="342805"/>
                            <a:pt x="391573" y="342805"/>
                            <a:pt x="392525" y="342805"/>
                          </a:cubicBezTo>
                          <a:cubicBezTo>
                            <a:pt x="394525" y="342900"/>
                            <a:pt x="396526" y="342900"/>
                            <a:pt x="398431" y="342900"/>
                          </a:cubicBezTo>
                          <a:cubicBezTo>
                            <a:pt x="399002" y="342900"/>
                            <a:pt x="399669" y="342900"/>
                            <a:pt x="400241" y="342900"/>
                          </a:cubicBezTo>
                          <a:cubicBezTo>
                            <a:pt x="402717" y="342900"/>
                            <a:pt x="405193" y="342805"/>
                            <a:pt x="407670" y="342710"/>
                          </a:cubicBezTo>
                          <a:cubicBezTo>
                            <a:pt x="408242" y="342710"/>
                            <a:pt x="408813" y="342614"/>
                            <a:pt x="409384" y="342614"/>
                          </a:cubicBezTo>
                          <a:cubicBezTo>
                            <a:pt x="411194" y="342519"/>
                            <a:pt x="413004" y="342329"/>
                            <a:pt x="414718" y="342138"/>
                          </a:cubicBezTo>
                          <a:cubicBezTo>
                            <a:pt x="415480" y="342043"/>
                            <a:pt x="416338" y="341948"/>
                            <a:pt x="417100" y="341852"/>
                          </a:cubicBezTo>
                          <a:cubicBezTo>
                            <a:pt x="418624" y="341662"/>
                            <a:pt x="420148" y="341471"/>
                            <a:pt x="421576" y="341186"/>
                          </a:cubicBezTo>
                          <a:cubicBezTo>
                            <a:pt x="422338" y="341090"/>
                            <a:pt x="423196" y="340900"/>
                            <a:pt x="423958" y="340805"/>
                          </a:cubicBezTo>
                          <a:cubicBezTo>
                            <a:pt x="425482" y="340519"/>
                            <a:pt x="426911" y="340233"/>
                            <a:pt x="428339" y="339852"/>
                          </a:cubicBezTo>
                          <a:cubicBezTo>
                            <a:pt x="429006" y="339662"/>
                            <a:pt x="429673" y="339566"/>
                            <a:pt x="430340" y="339376"/>
                          </a:cubicBezTo>
                          <a:cubicBezTo>
                            <a:pt x="432340" y="338900"/>
                            <a:pt x="434340" y="338328"/>
                            <a:pt x="436245" y="337661"/>
                          </a:cubicBezTo>
                          <a:cubicBezTo>
                            <a:pt x="449390" y="333280"/>
                            <a:pt x="458534" y="326231"/>
                            <a:pt x="463867" y="317183"/>
                          </a:cubicBezTo>
                          <a:lnTo>
                            <a:pt x="491966" y="269272"/>
                          </a:lnTo>
                          <a:cubicBezTo>
                            <a:pt x="491776" y="268700"/>
                            <a:pt x="491585" y="268986"/>
                            <a:pt x="491395" y="269272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F7D2">
                            <a:alpha val="100000"/>
                          </a:srgbClr>
                        </a:gs>
                        <a:gs pos="17090">
                          <a:srgbClr val="E8A027">
                            <a:alpha val="100000"/>
                          </a:srgbClr>
                        </a:gs>
                        <a:gs pos="34580">
                          <a:srgbClr val="965200">
                            <a:alpha val="100000"/>
                          </a:srgbClr>
                        </a:gs>
                        <a:gs pos="60439">
                          <a:srgbClr val="965200">
                            <a:alpha val="100000"/>
                          </a:srgbClr>
                        </a:gs>
                        <a:gs pos="83370">
                          <a:srgbClr val="E8A027">
                            <a:alpha val="100000"/>
                          </a:srgbClr>
                        </a:gs>
                        <a:gs pos="99910">
                          <a:srgbClr val="FFD108">
                            <a:alpha val="100000"/>
                          </a:srgbClr>
                        </a:gs>
                      </a:gsLst>
                      <a:lin ang="144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33" name="AutoShape 133"/>
                  <p:cNvSpPr/>
                  <p:nvPr/>
                </p:nvSpPr>
                <p:spPr>
                  <a:xfrm>
                    <a:off x="11665385" y="914913"/>
                    <a:ext cx="4502" cy="2495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527970">
                        <a:moveTo>
                          <a:pt x="0" y="0"/>
                        </a:moveTo>
                        <a:lnTo>
                          <a:pt x="0" y="527971"/>
                        </a:lnTo>
                      </a:path>
                    </a:pathLst>
                  </a:custGeom>
                  <a:ln w="19050">
                    <a:solidFill>
                      <a:srgbClr val="6C91EA">
                        <a:alpha val="100000"/>
                      </a:srgbClr>
                    </a:solidFill>
                    <a:headEnd type="none"/>
                    <a:tailEnd type="none"/>
                  </a:ln>
                </p:spPr>
              </p:sp>
              <p:sp>
                <p:nvSpPr>
                  <p:cNvPr id="134" name="AutoShape 134"/>
                  <p:cNvSpPr/>
                  <p:nvPr/>
                </p:nvSpPr>
                <p:spPr>
                  <a:xfrm>
                    <a:off x="11809127" y="771036"/>
                    <a:ext cx="4502" cy="2495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527970">
                        <a:moveTo>
                          <a:pt x="0" y="0"/>
                        </a:moveTo>
                        <a:lnTo>
                          <a:pt x="0" y="527971"/>
                        </a:lnTo>
                      </a:path>
                    </a:pathLst>
                  </a:custGeom>
                  <a:ln w="19050">
                    <a:solidFill>
                      <a:srgbClr val="6C91EA">
                        <a:alpha val="100000"/>
                      </a:srgbClr>
                    </a:solidFill>
                    <a:headEnd type="none"/>
                    <a:tailEnd type="none"/>
                  </a:ln>
                </p:spPr>
              </p:sp>
            </p:grpSp>
            <p:grpSp>
              <p:nvGrpSpPr>
                <p:cNvPr id="135" name="Group 135"/>
                <p:cNvGrpSpPr/>
                <p:nvPr/>
              </p:nvGrpSpPr>
              <p:grpSpPr>
                <a:xfrm rot="0">
                  <a:off x="10569804" y="1011282"/>
                  <a:ext cx="569929" cy="376049"/>
                  <a:chOff x="-2332164" y="8827907"/>
                  <a:chExt cx="2491821" cy="1644150"/>
                </a:xfrm>
              </p:grpSpPr>
              <p:sp>
                <p:nvSpPr>
                  <p:cNvPr id="136" name="AutoShape 136"/>
                  <p:cNvSpPr/>
                  <p:nvPr/>
                </p:nvSpPr>
                <p:spPr>
                  <a:xfrm>
                    <a:off x="-1530001" y="9214766"/>
                    <a:ext cx="216185" cy="2104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167">
                        <a:moveTo>
                          <a:pt x="10" y="10"/>
                        </a:moveTo>
                        <a:cubicBezTo>
                          <a:pt x="20" y="0"/>
                          <a:pt x="37" y="0"/>
                          <a:pt x="47" y="10"/>
                        </a:cubicBezTo>
                        <a:cubicBezTo>
                          <a:pt x="157" y="120"/>
                          <a:pt x="157" y="120"/>
                          <a:pt x="157" y="120"/>
                        </a:cubicBezTo>
                        <a:cubicBezTo>
                          <a:pt x="167" y="130"/>
                          <a:pt x="167" y="146"/>
                          <a:pt x="157" y="157"/>
                        </a:cubicBezTo>
                        <a:cubicBezTo>
                          <a:pt x="147" y="167"/>
                          <a:pt x="130" y="167"/>
                          <a:pt x="120" y="157"/>
                        </a:cubicBezTo>
                        <a:cubicBezTo>
                          <a:pt x="10" y="47"/>
                          <a:pt x="10" y="47"/>
                          <a:pt x="10" y="47"/>
                        </a:cubicBezTo>
                        <a:cubicBezTo>
                          <a:pt x="0" y="37"/>
                          <a:pt x="0" y="20"/>
                          <a:pt x="10" y="10"/>
                        </a:cubicBezTo>
                      </a:path>
                    </a:pathLst>
                  </a:custGeom>
                  <a:solidFill>
                    <a:srgbClr val="2E363E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37" name="AutoShape 137"/>
                  <p:cNvSpPr/>
                  <p:nvPr/>
                </p:nvSpPr>
                <p:spPr>
                  <a:xfrm>
                    <a:off x="-2195627" y="9504908"/>
                    <a:ext cx="68269" cy="2673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" h="208">
                        <a:moveTo>
                          <a:pt x="27" y="0"/>
                        </a:moveTo>
                        <a:cubicBezTo>
                          <a:pt x="41" y="0"/>
                          <a:pt x="53" y="12"/>
                          <a:pt x="53" y="26"/>
                        </a:cubicBezTo>
                        <a:cubicBezTo>
                          <a:pt x="53" y="182"/>
                          <a:pt x="53" y="182"/>
                          <a:pt x="53" y="182"/>
                        </a:cubicBezTo>
                        <a:cubicBezTo>
                          <a:pt x="53" y="196"/>
                          <a:pt x="42" y="208"/>
                          <a:pt x="27" y="208"/>
                        </a:cubicBezTo>
                        <a:cubicBezTo>
                          <a:pt x="13" y="208"/>
                          <a:pt x="1" y="196"/>
                          <a:pt x="1" y="182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0" y="12"/>
                          <a:pt x="12" y="0"/>
                          <a:pt x="27" y="0"/>
                        </a:cubicBezTo>
                      </a:path>
                    </a:pathLst>
                  </a:custGeom>
                  <a:solidFill>
                    <a:srgbClr val="2E363E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38" name="AutoShape 138"/>
                  <p:cNvSpPr/>
                  <p:nvPr/>
                </p:nvSpPr>
                <p:spPr>
                  <a:xfrm>
                    <a:off x="-2195627" y="9504908"/>
                    <a:ext cx="34134" cy="2673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" h="208">
                        <a:moveTo>
                          <a:pt x="29" y="0"/>
                        </a:moveTo>
                        <a:cubicBezTo>
                          <a:pt x="29" y="207"/>
                          <a:pt x="29" y="207"/>
                          <a:pt x="29" y="207"/>
                        </a:cubicBezTo>
                        <a:cubicBezTo>
                          <a:pt x="29" y="208"/>
                          <a:pt x="28" y="206"/>
                          <a:pt x="27" y="206"/>
                        </a:cubicBezTo>
                        <a:cubicBezTo>
                          <a:pt x="27" y="206"/>
                          <a:pt x="27" y="206"/>
                          <a:pt x="27" y="206"/>
                        </a:cubicBezTo>
                        <a:cubicBezTo>
                          <a:pt x="12" y="206"/>
                          <a:pt x="1" y="195"/>
                          <a:pt x="1" y="181"/>
                        </a:cubicBezTo>
                        <a:cubicBezTo>
                          <a:pt x="0" y="26"/>
                          <a:pt x="0" y="26"/>
                          <a:pt x="0" y="26"/>
                        </a:cubicBezTo>
                        <a:cubicBezTo>
                          <a:pt x="0" y="11"/>
                          <a:pt x="11" y="0"/>
                          <a:pt x="26" y="0"/>
                        </a:cubicBezTo>
                        <a:cubicBezTo>
                          <a:pt x="27" y="0"/>
                          <a:pt x="29" y="0"/>
                          <a:pt x="29" y="0"/>
                        </a:cubicBezTo>
                      </a:path>
                    </a:pathLst>
                  </a:custGeom>
                  <a:solidFill>
                    <a:srgbClr val="5A6374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39" name="AutoShape 139"/>
                  <p:cNvSpPr/>
                  <p:nvPr/>
                </p:nvSpPr>
                <p:spPr>
                  <a:xfrm>
                    <a:off x="-1330884" y="9692649"/>
                    <a:ext cx="1262978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8"/>
                          <a:pt x="822" y="146"/>
                          <a:pt x="608" y="152"/>
                        </a:cubicBezTo>
                        <a:cubicBezTo>
                          <a:pt x="570" y="153"/>
                          <a:pt x="531" y="153"/>
                          <a:pt x="490" y="153"/>
                        </a:cubicBezTo>
                        <a:cubicBezTo>
                          <a:pt x="220" y="153"/>
                          <a:pt x="0" y="132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0" name="AutoShape 140"/>
                  <p:cNvSpPr/>
                  <p:nvPr/>
                </p:nvSpPr>
                <p:spPr>
                  <a:xfrm>
                    <a:off x="-1330884" y="9692649"/>
                    <a:ext cx="1262978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2"/>
                          <a:pt x="220" y="153"/>
                          <a:pt x="490" y="153"/>
                        </a:cubicBezTo>
                        <a:cubicBezTo>
                          <a:pt x="761" y="153"/>
                          <a:pt x="981" y="132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1" name="AutoShape 141"/>
                  <p:cNvSpPr/>
                  <p:nvPr/>
                </p:nvSpPr>
                <p:spPr>
                  <a:xfrm>
                    <a:off x="-1330884" y="9635759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2" name="AutoShape 142"/>
                  <p:cNvSpPr/>
                  <p:nvPr/>
                </p:nvSpPr>
                <p:spPr>
                  <a:xfrm>
                    <a:off x="-1330884" y="9630068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3" name="AutoShape 143"/>
                  <p:cNvSpPr/>
                  <p:nvPr/>
                </p:nvSpPr>
                <p:spPr>
                  <a:xfrm>
                    <a:off x="-932649" y="9675580"/>
                    <a:ext cx="813542" cy="68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0" h="51">
                        <a:moveTo>
                          <a:pt x="630" y="11"/>
                        </a:moveTo>
                        <a:cubicBezTo>
                          <a:pt x="630" y="11"/>
                          <a:pt x="630" y="11"/>
                          <a:pt x="630" y="11"/>
                        </a:cubicBezTo>
                        <a:cubicBezTo>
                          <a:pt x="630" y="11"/>
                          <a:pt x="630" y="11"/>
                          <a:pt x="630" y="11"/>
                        </a:cubicBezTo>
                        <a:moveTo>
                          <a:pt x="619" y="0"/>
                        </a:moveTo>
                        <a:cubicBezTo>
                          <a:pt x="617" y="2"/>
                          <a:pt x="613" y="3"/>
                          <a:pt x="609" y="5"/>
                        </a:cubicBezTo>
                        <a:cubicBezTo>
                          <a:pt x="611" y="6"/>
                          <a:pt x="613" y="6"/>
                          <a:pt x="615" y="7"/>
                        </a:cubicBezTo>
                        <a:cubicBezTo>
                          <a:pt x="618" y="8"/>
                          <a:pt x="620" y="9"/>
                          <a:pt x="621" y="10"/>
                        </a:cubicBezTo>
                        <a:cubicBezTo>
                          <a:pt x="621" y="10"/>
                          <a:pt x="621" y="10"/>
                          <a:pt x="622" y="11"/>
                        </a:cubicBezTo>
                        <a:cubicBezTo>
                          <a:pt x="621" y="11"/>
                          <a:pt x="620" y="12"/>
                          <a:pt x="619" y="12"/>
                        </a:cubicBezTo>
                        <a:cubicBezTo>
                          <a:pt x="616" y="14"/>
                          <a:pt x="609" y="16"/>
                          <a:pt x="601" y="18"/>
                        </a:cubicBezTo>
                        <a:cubicBezTo>
                          <a:pt x="572" y="25"/>
                          <a:pt x="516" y="32"/>
                          <a:pt x="443" y="36"/>
                        </a:cubicBezTo>
                        <a:cubicBezTo>
                          <a:pt x="370" y="40"/>
                          <a:pt x="280" y="43"/>
                          <a:pt x="182" y="43"/>
                        </a:cubicBezTo>
                        <a:cubicBezTo>
                          <a:pt x="118" y="43"/>
                          <a:pt x="56" y="42"/>
                          <a:pt x="0" y="40"/>
                        </a:cubicBezTo>
                        <a:cubicBezTo>
                          <a:pt x="1" y="42"/>
                          <a:pt x="1" y="45"/>
                          <a:pt x="1" y="48"/>
                        </a:cubicBezTo>
                        <a:cubicBezTo>
                          <a:pt x="57" y="50"/>
                          <a:pt x="118" y="51"/>
                          <a:pt x="182" y="51"/>
                        </a:cubicBezTo>
                        <a:cubicBezTo>
                          <a:pt x="305" y="51"/>
                          <a:pt x="416" y="47"/>
                          <a:pt x="496" y="40"/>
                        </a:cubicBezTo>
                        <a:cubicBezTo>
                          <a:pt x="536" y="37"/>
                          <a:pt x="569" y="33"/>
                          <a:pt x="592" y="29"/>
                        </a:cubicBezTo>
                        <a:cubicBezTo>
                          <a:pt x="603" y="26"/>
                          <a:pt x="612" y="24"/>
                          <a:pt x="618" y="22"/>
                        </a:cubicBezTo>
                        <a:cubicBezTo>
                          <a:pt x="621" y="20"/>
                          <a:pt x="624" y="19"/>
                          <a:pt x="626" y="17"/>
                        </a:cubicBezTo>
                        <a:cubicBezTo>
                          <a:pt x="627" y="17"/>
                          <a:pt x="628" y="16"/>
                          <a:pt x="629" y="15"/>
                        </a:cubicBezTo>
                        <a:cubicBezTo>
                          <a:pt x="629" y="13"/>
                          <a:pt x="630" y="12"/>
                          <a:pt x="630" y="11"/>
                        </a:cubicBezTo>
                        <a:cubicBezTo>
                          <a:pt x="626" y="11"/>
                          <a:pt x="626" y="11"/>
                          <a:pt x="626" y="11"/>
                        </a:cubicBezTo>
                        <a:cubicBezTo>
                          <a:pt x="623" y="11"/>
                          <a:pt x="623" y="11"/>
                          <a:pt x="623" y="11"/>
                        </a:cubicBezTo>
                        <a:cubicBezTo>
                          <a:pt x="626" y="11"/>
                          <a:pt x="626" y="11"/>
                          <a:pt x="626" y="11"/>
                        </a:cubicBezTo>
                        <a:cubicBezTo>
                          <a:pt x="630" y="11"/>
                          <a:pt x="630" y="11"/>
                          <a:pt x="630" y="11"/>
                        </a:cubicBezTo>
                        <a:cubicBezTo>
                          <a:pt x="630" y="11"/>
                          <a:pt x="630" y="11"/>
                          <a:pt x="630" y="11"/>
                        </a:cubicBezTo>
                        <a:cubicBezTo>
                          <a:pt x="630" y="9"/>
                          <a:pt x="629" y="8"/>
                          <a:pt x="629" y="7"/>
                        </a:cubicBezTo>
                        <a:cubicBezTo>
                          <a:pt x="627" y="4"/>
                          <a:pt x="625" y="3"/>
                          <a:pt x="623" y="2"/>
                        </a:cubicBezTo>
                        <a:cubicBezTo>
                          <a:pt x="622" y="1"/>
                          <a:pt x="621" y="1"/>
                          <a:pt x="619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4" name="AutoShape 144"/>
                  <p:cNvSpPr/>
                  <p:nvPr/>
                </p:nvSpPr>
                <p:spPr>
                  <a:xfrm>
                    <a:off x="-1387775" y="9527665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8"/>
                          <a:pt x="822" y="147"/>
                          <a:pt x="608" y="152"/>
                        </a:cubicBezTo>
                        <a:cubicBezTo>
                          <a:pt x="570" y="153"/>
                          <a:pt x="531" y="153"/>
                          <a:pt x="490" y="153"/>
                        </a:cubicBezTo>
                        <a:cubicBezTo>
                          <a:pt x="219" y="153"/>
                          <a:pt x="0" y="132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5" name="AutoShape 145"/>
                  <p:cNvSpPr/>
                  <p:nvPr/>
                </p:nvSpPr>
                <p:spPr>
                  <a:xfrm>
                    <a:off x="-1387775" y="9527665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2"/>
                          <a:pt x="219" y="153"/>
                          <a:pt x="490" y="153"/>
                        </a:cubicBezTo>
                        <a:cubicBezTo>
                          <a:pt x="761" y="153"/>
                          <a:pt x="981" y="132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6" name="AutoShape 146"/>
                  <p:cNvSpPr/>
                  <p:nvPr/>
                </p:nvSpPr>
                <p:spPr>
                  <a:xfrm>
                    <a:off x="-961092" y="9556111"/>
                    <a:ext cx="807851" cy="39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33">
                        <a:moveTo>
                          <a:pt x="627" y="0"/>
                        </a:moveTo>
                        <a:cubicBezTo>
                          <a:pt x="618" y="0"/>
                          <a:pt x="608" y="1"/>
                          <a:pt x="598" y="1"/>
                        </a:cubicBezTo>
                        <a:cubicBezTo>
                          <a:pt x="518" y="17"/>
                          <a:pt x="351" y="28"/>
                          <a:pt x="158" y="28"/>
                        </a:cubicBezTo>
                        <a:cubicBezTo>
                          <a:pt x="103" y="28"/>
                          <a:pt x="49" y="27"/>
                          <a:pt x="0" y="25"/>
                        </a:cubicBezTo>
                        <a:cubicBezTo>
                          <a:pt x="0" y="27"/>
                          <a:pt x="1" y="29"/>
                          <a:pt x="2" y="31"/>
                        </a:cubicBezTo>
                        <a:cubicBezTo>
                          <a:pt x="51" y="32"/>
                          <a:pt x="104" y="33"/>
                          <a:pt x="158" y="33"/>
                        </a:cubicBezTo>
                        <a:cubicBezTo>
                          <a:pt x="379" y="33"/>
                          <a:pt x="566" y="19"/>
                          <a:pt x="627" y="0"/>
                        </a:cubicBezTo>
                      </a:path>
                    </a:pathLst>
                  </a:custGeom>
                  <a:solidFill>
                    <a:srgbClr val="E5B76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7" name="AutoShape 147"/>
                  <p:cNvSpPr/>
                  <p:nvPr/>
                </p:nvSpPr>
                <p:spPr>
                  <a:xfrm>
                    <a:off x="-1387775" y="9470773"/>
                    <a:ext cx="1262978" cy="119473"/>
                  </a:xfrm>
                  <a:prstGeom prst="ellipse">
                    <a:avLst/>
                  </a:pr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8" name="AutoShape 148"/>
                  <p:cNvSpPr/>
                  <p:nvPr/>
                </p:nvSpPr>
                <p:spPr>
                  <a:xfrm>
                    <a:off x="-1330884" y="9482151"/>
                    <a:ext cx="1143509" cy="91026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9" name="AutoShape 149"/>
                  <p:cNvSpPr/>
                  <p:nvPr/>
                </p:nvSpPr>
                <p:spPr>
                  <a:xfrm>
                    <a:off x="-1103321" y="9368370"/>
                    <a:ext cx="1262978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8"/>
                          <a:pt x="822" y="147"/>
                          <a:pt x="609" y="152"/>
                        </a:cubicBezTo>
                        <a:cubicBezTo>
                          <a:pt x="571" y="153"/>
                          <a:pt x="531" y="153"/>
                          <a:pt x="491" y="153"/>
                        </a:cubicBezTo>
                        <a:cubicBezTo>
                          <a:pt x="220" y="153"/>
                          <a:pt x="0" y="132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0" name="AutoShape 150"/>
                  <p:cNvSpPr/>
                  <p:nvPr/>
                </p:nvSpPr>
                <p:spPr>
                  <a:xfrm>
                    <a:off x="-1103321" y="9368370"/>
                    <a:ext cx="1262978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2"/>
                          <a:pt x="220" y="153"/>
                          <a:pt x="491" y="153"/>
                        </a:cubicBezTo>
                        <a:cubicBezTo>
                          <a:pt x="761" y="153"/>
                          <a:pt x="981" y="132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1" name="AutoShape 151"/>
                  <p:cNvSpPr/>
                  <p:nvPr/>
                </p:nvSpPr>
                <p:spPr>
                  <a:xfrm>
                    <a:off x="-978160" y="9368370"/>
                    <a:ext cx="1137817" cy="68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2" h="50">
                        <a:moveTo>
                          <a:pt x="881" y="0"/>
                        </a:moveTo>
                        <a:cubicBezTo>
                          <a:pt x="866" y="25"/>
                          <a:pt x="653" y="45"/>
                          <a:pt x="392" y="45"/>
                        </a:cubicBezTo>
                        <a:cubicBezTo>
                          <a:pt x="265" y="45"/>
                          <a:pt x="150" y="40"/>
                          <a:pt x="63" y="32"/>
                        </a:cubicBezTo>
                        <a:cubicBezTo>
                          <a:pt x="41" y="32"/>
                          <a:pt x="20" y="32"/>
                          <a:pt x="0" y="31"/>
                        </a:cubicBezTo>
                        <a:cubicBezTo>
                          <a:pt x="89" y="43"/>
                          <a:pt x="231" y="50"/>
                          <a:pt x="392" y="50"/>
                        </a:cubicBezTo>
                        <a:cubicBezTo>
                          <a:pt x="662" y="50"/>
                          <a:pt x="882" y="29"/>
                          <a:pt x="882" y="3"/>
                        </a:cubicBezTo>
                        <a:cubicBezTo>
                          <a:pt x="882" y="3"/>
                          <a:pt x="882" y="3"/>
                          <a:pt x="882" y="3"/>
                        </a:cubicBezTo>
                        <a:cubicBezTo>
                          <a:pt x="882" y="2"/>
                          <a:pt x="882" y="1"/>
                          <a:pt x="881" y="0"/>
                        </a:cubicBezTo>
                      </a:path>
                    </a:pathLst>
                  </a:custGeom>
                  <a:solidFill>
                    <a:srgbClr val="E5B76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2" name="AutoShape 152"/>
                  <p:cNvSpPr/>
                  <p:nvPr/>
                </p:nvSpPr>
                <p:spPr>
                  <a:xfrm>
                    <a:off x="-1103321" y="9305792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3" name="AutoShape 153"/>
                  <p:cNvSpPr/>
                  <p:nvPr/>
                </p:nvSpPr>
                <p:spPr>
                  <a:xfrm>
                    <a:off x="-716463" y="9317170"/>
                    <a:ext cx="819229" cy="1024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9" h="76">
                        <a:moveTo>
                          <a:pt x="639" y="36"/>
                        </a:moveTo>
                        <a:cubicBezTo>
                          <a:pt x="639" y="36"/>
                          <a:pt x="639" y="36"/>
                          <a:pt x="639" y="36"/>
                        </a:cubicBezTo>
                        <a:cubicBezTo>
                          <a:pt x="639" y="36"/>
                          <a:pt x="639" y="36"/>
                          <a:pt x="639" y="36"/>
                        </a:cubicBezTo>
                        <a:moveTo>
                          <a:pt x="413" y="0"/>
                        </a:moveTo>
                        <a:cubicBezTo>
                          <a:pt x="413" y="8"/>
                          <a:pt x="413" y="8"/>
                          <a:pt x="413" y="8"/>
                        </a:cubicBezTo>
                        <a:cubicBezTo>
                          <a:pt x="446" y="10"/>
                          <a:pt x="477" y="12"/>
                          <a:pt x="505" y="14"/>
                        </a:cubicBezTo>
                        <a:cubicBezTo>
                          <a:pt x="545" y="17"/>
                          <a:pt x="577" y="21"/>
                          <a:pt x="599" y="26"/>
                        </a:cubicBezTo>
                        <a:cubicBezTo>
                          <a:pt x="610" y="28"/>
                          <a:pt x="619" y="30"/>
                          <a:pt x="624" y="32"/>
                        </a:cubicBezTo>
                        <a:cubicBezTo>
                          <a:pt x="627" y="33"/>
                          <a:pt x="629" y="34"/>
                          <a:pt x="630" y="35"/>
                        </a:cubicBezTo>
                        <a:cubicBezTo>
                          <a:pt x="630" y="35"/>
                          <a:pt x="631" y="35"/>
                          <a:pt x="631" y="36"/>
                        </a:cubicBezTo>
                        <a:cubicBezTo>
                          <a:pt x="630" y="36"/>
                          <a:pt x="630" y="37"/>
                          <a:pt x="628" y="37"/>
                        </a:cubicBezTo>
                        <a:cubicBezTo>
                          <a:pt x="625" y="39"/>
                          <a:pt x="619" y="41"/>
                          <a:pt x="610" y="43"/>
                        </a:cubicBezTo>
                        <a:cubicBezTo>
                          <a:pt x="581" y="50"/>
                          <a:pt x="525" y="57"/>
                          <a:pt x="452" y="61"/>
                        </a:cubicBezTo>
                        <a:cubicBezTo>
                          <a:pt x="379" y="65"/>
                          <a:pt x="289" y="68"/>
                          <a:pt x="192" y="68"/>
                        </a:cubicBezTo>
                        <a:cubicBezTo>
                          <a:pt x="176" y="68"/>
                          <a:pt x="161" y="68"/>
                          <a:pt x="146" y="68"/>
                        </a:cubicBezTo>
                        <a:cubicBezTo>
                          <a:pt x="101" y="70"/>
                          <a:pt x="52" y="71"/>
                          <a:pt x="0" y="72"/>
                        </a:cubicBezTo>
                        <a:cubicBezTo>
                          <a:pt x="58" y="74"/>
                          <a:pt x="123" y="76"/>
                          <a:pt x="192" y="76"/>
                        </a:cubicBezTo>
                        <a:cubicBezTo>
                          <a:pt x="314" y="76"/>
                          <a:pt x="425" y="72"/>
                          <a:pt x="505" y="65"/>
                        </a:cubicBezTo>
                        <a:cubicBezTo>
                          <a:pt x="546" y="62"/>
                          <a:pt x="578" y="58"/>
                          <a:pt x="601" y="54"/>
                        </a:cubicBezTo>
                        <a:cubicBezTo>
                          <a:pt x="612" y="51"/>
                          <a:pt x="621" y="49"/>
                          <a:pt x="627" y="47"/>
                        </a:cubicBezTo>
                        <a:cubicBezTo>
                          <a:pt x="631" y="45"/>
                          <a:pt x="633" y="44"/>
                          <a:pt x="635" y="42"/>
                        </a:cubicBezTo>
                        <a:cubicBezTo>
                          <a:pt x="636" y="42"/>
                          <a:pt x="637" y="41"/>
                          <a:pt x="638" y="40"/>
                        </a:cubicBezTo>
                        <a:cubicBezTo>
                          <a:pt x="638" y="38"/>
                          <a:pt x="639" y="37"/>
                          <a:pt x="639" y="36"/>
                        </a:cubicBezTo>
                        <a:cubicBezTo>
                          <a:pt x="635" y="36"/>
                          <a:pt x="635" y="36"/>
                          <a:pt x="635" y="36"/>
                        </a:cubicBezTo>
                        <a:cubicBezTo>
                          <a:pt x="632" y="36"/>
                          <a:pt x="632" y="36"/>
                          <a:pt x="632" y="36"/>
                        </a:cubicBezTo>
                        <a:cubicBezTo>
                          <a:pt x="635" y="36"/>
                          <a:pt x="635" y="36"/>
                          <a:pt x="635" y="36"/>
                        </a:cubicBezTo>
                        <a:cubicBezTo>
                          <a:pt x="639" y="36"/>
                          <a:pt x="639" y="36"/>
                          <a:pt x="639" y="36"/>
                        </a:cubicBezTo>
                        <a:cubicBezTo>
                          <a:pt x="639" y="36"/>
                          <a:pt x="639" y="36"/>
                          <a:pt x="639" y="36"/>
                        </a:cubicBezTo>
                        <a:cubicBezTo>
                          <a:pt x="639" y="34"/>
                          <a:pt x="638" y="33"/>
                          <a:pt x="638" y="32"/>
                        </a:cubicBezTo>
                        <a:cubicBezTo>
                          <a:pt x="636" y="30"/>
                          <a:pt x="634" y="28"/>
                          <a:pt x="632" y="27"/>
                        </a:cubicBezTo>
                        <a:cubicBezTo>
                          <a:pt x="627" y="24"/>
                          <a:pt x="621" y="22"/>
                          <a:pt x="612" y="20"/>
                        </a:cubicBezTo>
                        <a:cubicBezTo>
                          <a:pt x="582" y="13"/>
                          <a:pt x="525" y="7"/>
                          <a:pt x="452" y="2"/>
                        </a:cubicBezTo>
                        <a:cubicBezTo>
                          <a:pt x="440" y="2"/>
                          <a:pt x="426" y="1"/>
                          <a:pt x="413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4" name="AutoShape 154"/>
                  <p:cNvSpPr/>
                  <p:nvPr/>
                </p:nvSpPr>
                <p:spPr>
                  <a:xfrm>
                    <a:off x="-1450354" y="9214766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7"/>
                          <a:pt x="822" y="146"/>
                          <a:pt x="608" y="151"/>
                        </a:cubicBezTo>
                        <a:cubicBezTo>
                          <a:pt x="570" y="152"/>
                          <a:pt x="531" y="153"/>
                          <a:pt x="490" y="153"/>
                        </a:cubicBezTo>
                        <a:cubicBezTo>
                          <a:pt x="219" y="153"/>
                          <a:pt x="0" y="131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5" name="AutoShape 155"/>
                  <p:cNvSpPr/>
                  <p:nvPr/>
                </p:nvSpPr>
                <p:spPr>
                  <a:xfrm>
                    <a:off x="-1450354" y="9214766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1"/>
                          <a:pt x="219" y="153"/>
                          <a:pt x="490" y="153"/>
                        </a:cubicBezTo>
                        <a:cubicBezTo>
                          <a:pt x="761" y="153"/>
                          <a:pt x="981" y="131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6" name="AutoShape 156"/>
                  <p:cNvSpPr/>
                  <p:nvPr/>
                </p:nvSpPr>
                <p:spPr>
                  <a:xfrm>
                    <a:off x="-1200034" y="9220453"/>
                    <a:ext cx="1012658" cy="625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8" h="50">
                        <a:moveTo>
                          <a:pt x="787" y="0"/>
                        </a:moveTo>
                        <a:cubicBezTo>
                          <a:pt x="772" y="25"/>
                          <a:pt x="558" y="44"/>
                          <a:pt x="297" y="44"/>
                        </a:cubicBezTo>
                        <a:cubicBezTo>
                          <a:pt x="185" y="44"/>
                          <a:pt x="82" y="41"/>
                          <a:pt x="0" y="35"/>
                        </a:cubicBezTo>
                        <a:cubicBezTo>
                          <a:pt x="2" y="37"/>
                          <a:pt x="5" y="39"/>
                          <a:pt x="8" y="41"/>
                        </a:cubicBezTo>
                        <a:cubicBezTo>
                          <a:pt x="89" y="47"/>
                          <a:pt x="189" y="50"/>
                          <a:pt x="297" y="50"/>
                        </a:cubicBezTo>
                        <a:cubicBezTo>
                          <a:pt x="568" y="50"/>
                          <a:pt x="788" y="29"/>
                          <a:pt x="788" y="2"/>
                        </a:cubicBezTo>
                        <a:cubicBezTo>
                          <a:pt x="788" y="2"/>
                          <a:pt x="788" y="2"/>
                          <a:pt x="788" y="2"/>
                        </a:cubicBezTo>
                        <a:cubicBezTo>
                          <a:pt x="788" y="1"/>
                          <a:pt x="787" y="1"/>
                          <a:pt x="787" y="0"/>
                        </a:cubicBezTo>
                      </a:path>
                    </a:pathLst>
                  </a:custGeom>
                  <a:solidFill>
                    <a:srgbClr val="E5B76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7" name="AutoShape 157"/>
                  <p:cNvSpPr/>
                  <p:nvPr/>
                </p:nvSpPr>
                <p:spPr>
                  <a:xfrm>
                    <a:off x="-1450354" y="9152184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8" name="AutoShape 158"/>
                  <p:cNvSpPr/>
                  <p:nvPr/>
                </p:nvSpPr>
                <p:spPr>
                  <a:xfrm>
                    <a:off x="-1336572" y="9186319"/>
                    <a:ext cx="1086618" cy="796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4" h="60">
                        <a:moveTo>
                          <a:pt x="844" y="29"/>
                        </a:moveTo>
                        <a:cubicBezTo>
                          <a:pt x="828" y="31"/>
                          <a:pt x="811" y="32"/>
                          <a:pt x="793" y="34"/>
                        </a:cubicBezTo>
                        <a:cubicBezTo>
                          <a:pt x="761" y="38"/>
                          <a:pt x="717" y="42"/>
                          <a:pt x="663" y="46"/>
                        </a:cubicBezTo>
                        <a:cubicBezTo>
                          <a:pt x="590" y="50"/>
                          <a:pt x="500" y="52"/>
                          <a:pt x="403" y="52"/>
                        </a:cubicBezTo>
                        <a:cubicBezTo>
                          <a:pt x="281" y="52"/>
                          <a:pt x="170" y="48"/>
                          <a:pt x="90" y="42"/>
                        </a:cubicBezTo>
                        <a:cubicBezTo>
                          <a:pt x="86" y="42"/>
                          <a:pt x="82" y="41"/>
                          <a:pt x="77" y="41"/>
                        </a:cubicBezTo>
                        <a:cubicBezTo>
                          <a:pt x="82" y="44"/>
                          <a:pt x="87" y="47"/>
                          <a:pt x="92" y="50"/>
                        </a:cubicBezTo>
                        <a:cubicBezTo>
                          <a:pt x="108" y="51"/>
                          <a:pt x="125" y="53"/>
                          <a:pt x="143" y="54"/>
                        </a:cubicBezTo>
                        <a:cubicBezTo>
                          <a:pt x="216" y="58"/>
                          <a:pt x="306" y="60"/>
                          <a:pt x="403" y="60"/>
                        </a:cubicBezTo>
                        <a:cubicBezTo>
                          <a:pt x="526" y="60"/>
                          <a:pt x="637" y="56"/>
                          <a:pt x="717" y="50"/>
                        </a:cubicBezTo>
                        <a:cubicBezTo>
                          <a:pt x="757" y="47"/>
                          <a:pt x="790" y="43"/>
                          <a:pt x="812" y="38"/>
                        </a:cubicBezTo>
                        <a:cubicBezTo>
                          <a:pt x="824" y="36"/>
                          <a:pt x="833" y="34"/>
                          <a:pt x="839" y="31"/>
                        </a:cubicBezTo>
                        <a:cubicBezTo>
                          <a:pt x="841" y="31"/>
                          <a:pt x="842" y="30"/>
                          <a:pt x="844" y="29"/>
                        </a:cubicBezTo>
                        <a:moveTo>
                          <a:pt x="9" y="0"/>
                        </a:moveTo>
                        <a:cubicBezTo>
                          <a:pt x="6" y="0"/>
                          <a:pt x="3" y="1"/>
                          <a:pt x="0" y="1"/>
                        </a:cubicBezTo>
                        <a:cubicBezTo>
                          <a:pt x="5" y="3"/>
                          <a:pt x="9" y="5"/>
                          <a:pt x="14" y="7"/>
                        </a:cubicBezTo>
                        <a:cubicBezTo>
                          <a:pt x="16" y="7"/>
                          <a:pt x="18" y="7"/>
                          <a:pt x="20" y="6"/>
                        </a:cubicBezTo>
                        <a:cubicBezTo>
                          <a:pt x="17" y="5"/>
                          <a:pt x="15" y="4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4" y="3"/>
                          <a:pt x="13" y="3"/>
                          <a:pt x="13" y="3"/>
                        </a:cubicBezTo>
                        <a:cubicBezTo>
                          <a:pt x="12" y="2"/>
                          <a:pt x="10" y="1"/>
                          <a:pt x="9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9" name="AutoShape 159"/>
                  <p:cNvSpPr/>
                  <p:nvPr/>
                </p:nvSpPr>
                <p:spPr>
                  <a:xfrm>
                    <a:off x="-1330884" y="9044093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6"/>
                          <a:pt x="981" y="106"/>
                          <a:pt x="981" y="106"/>
                        </a:cubicBezTo>
                        <a:cubicBezTo>
                          <a:pt x="981" y="128"/>
                          <a:pt x="822" y="147"/>
                          <a:pt x="608" y="152"/>
                        </a:cubicBezTo>
                        <a:cubicBezTo>
                          <a:pt x="570" y="153"/>
                          <a:pt x="531" y="153"/>
                          <a:pt x="490" y="153"/>
                        </a:cubicBezTo>
                        <a:cubicBezTo>
                          <a:pt x="220" y="153"/>
                          <a:pt x="0" y="132"/>
                          <a:pt x="0" y="106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0" name="AutoShape 160"/>
                  <p:cNvSpPr/>
                  <p:nvPr/>
                </p:nvSpPr>
                <p:spPr>
                  <a:xfrm>
                    <a:off x="-1330884" y="9044093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6"/>
                          <a:pt x="0" y="106"/>
                          <a:pt x="0" y="106"/>
                        </a:cubicBezTo>
                        <a:cubicBezTo>
                          <a:pt x="0" y="132"/>
                          <a:pt x="220" y="153"/>
                          <a:pt x="490" y="153"/>
                        </a:cubicBezTo>
                        <a:cubicBezTo>
                          <a:pt x="761" y="153"/>
                          <a:pt x="981" y="132"/>
                          <a:pt x="981" y="106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1" name="AutoShape 161"/>
                  <p:cNvSpPr/>
                  <p:nvPr/>
                </p:nvSpPr>
                <p:spPr>
                  <a:xfrm>
                    <a:off x="-1330884" y="8992889"/>
                    <a:ext cx="1262978" cy="119473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2" name="AutoShape 162"/>
                  <p:cNvSpPr/>
                  <p:nvPr/>
                </p:nvSpPr>
                <p:spPr>
                  <a:xfrm>
                    <a:off x="-249958" y="8998580"/>
                    <a:ext cx="187741" cy="56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" h="45">
                        <a:moveTo>
                          <a:pt x="145" y="37"/>
                        </a:moveTo>
                        <a:cubicBezTo>
                          <a:pt x="141" y="37"/>
                          <a:pt x="141" y="37"/>
                          <a:pt x="141" y="37"/>
                        </a:cubicBezTo>
                        <a:cubicBezTo>
                          <a:pt x="137" y="37"/>
                          <a:pt x="137" y="37"/>
                          <a:pt x="137" y="37"/>
                        </a:cubicBezTo>
                        <a:cubicBezTo>
                          <a:pt x="137" y="37"/>
                          <a:pt x="137" y="37"/>
                          <a:pt x="137" y="37"/>
                        </a:cubicBezTo>
                        <a:cubicBezTo>
                          <a:pt x="141" y="37"/>
                          <a:pt x="141" y="37"/>
                          <a:pt x="141" y="37"/>
                        </a:cubicBezTo>
                        <a:cubicBezTo>
                          <a:pt x="141" y="43"/>
                          <a:pt x="141" y="43"/>
                          <a:pt x="141" y="43"/>
                        </a:cubicBezTo>
                        <a:cubicBezTo>
                          <a:pt x="141" y="43"/>
                          <a:pt x="141" y="43"/>
                          <a:pt x="141" y="43"/>
                        </a:cubicBezTo>
                        <a:cubicBezTo>
                          <a:pt x="141" y="43"/>
                          <a:pt x="141" y="43"/>
                          <a:pt x="141" y="43"/>
                        </a:cubicBezTo>
                        <a:cubicBezTo>
                          <a:pt x="141" y="45"/>
                          <a:pt x="141" y="45"/>
                          <a:pt x="141" y="45"/>
                        </a:cubicBezTo>
                        <a:cubicBezTo>
                          <a:pt x="141" y="45"/>
                          <a:pt x="141" y="45"/>
                          <a:pt x="141" y="45"/>
                        </a:cubicBezTo>
                        <a:cubicBezTo>
                          <a:pt x="142" y="44"/>
                          <a:pt x="143" y="43"/>
                          <a:pt x="144" y="42"/>
                        </a:cubicBezTo>
                        <a:cubicBezTo>
                          <a:pt x="144" y="40"/>
                          <a:pt x="145" y="39"/>
                          <a:pt x="145" y="37"/>
                        </a:cubicBezTo>
                        <a:moveTo>
                          <a:pt x="145" y="37"/>
                        </a:moveTo>
                        <a:cubicBezTo>
                          <a:pt x="145" y="37"/>
                          <a:pt x="145" y="37"/>
                          <a:pt x="145" y="37"/>
                        </a:cubicBezTo>
                        <a:cubicBezTo>
                          <a:pt x="145" y="37"/>
                          <a:pt x="145" y="37"/>
                          <a:pt x="145" y="37"/>
                        </a:cubicBezTo>
                        <a:moveTo>
                          <a:pt x="0" y="0"/>
                        </a:move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43" y="12"/>
                          <a:pt x="77" y="17"/>
                          <a:pt x="101" y="23"/>
                        </a:cubicBezTo>
                        <a:cubicBezTo>
                          <a:pt x="114" y="25"/>
                          <a:pt x="123" y="28"/>
                          <a:pt x="129" y="31"/>
                        </a:cubicBezTo>
                        <a:cubicBezTo>
                          <a:pt x="132" y="33"/>
                          <a:pt x="134" y="34"/>
                          <a:pt x="135" y="35"/>
                        </a:cubicBezTo>
                        <a:cubicBezTo>
                          <a:pt x="136" y="36"/>
                          <a:pt x="136" y="36"/>
                          <a:pt x="137" y="36"/>
                        </a:cubicBezTo>
                        <a:cubicBezTo>
                          <a:pt x="137" y="37"/>
                          <a:pt x="137" y="37"/>
                          <a:pt x="137" y="37"/>
                        </a:cubicBezTo>
                        <a:cubicBezTo>
                          <a:pt x="141" y="37"/>
                          <a:pt x="141" y="37"/>
                          <a:pt x="141" y="37"/>
                        </a:cubicBezTo>
                        <a:cubicBezTo>
                          <a:pt x="145" y="37"/>
                          <a:pt x="145" y="37"/>
                          <a:pt x="145" y="37"/>
                        </a:cubicBezTo>
                        <a:cubicBezTo>
                          <a:pt x="145" y="37"/>
                          <a:pt x="145" y="37"/>
                          <a:pt x="145" y="37"/>
                        </a:cubicBezTo>
                        <a:cubicBezTo>
                          <a:pt x="145" y="36"/>
                          <a:pt x="144" y="34"/>
                          <a:pt x="144" y="33"/>
                        </a:cubicBezTo>
                        <a:cubicBezTo>
                          <a:pt x="142" y="30"/>
                          <a:pt x="140" y="28"/>
                          <a:pt x="138" y="27"/>
                        </a:cubicBezTo>
                        <a:cubicBezTo>
                          <a:pt x="132" y="23"/>
                          <a:pt x="125" y="21"/>
                          <a:pt x="116" y="18"/>
                        </a:cubicBezTo>
                        <a:cubicBezTo>
                          <a:pt x="99" y="13"/>
                          <a:pt x="75" y="9"/>
                          <a:pt x="45" y="5"/>
                        </a:cubicBezTo>
                        <a:cubicBezTo>
                          <a:pt x="31" y="3"/>
                          <a:pt x="16" y="1"/>
                          <a:pt x="0" y="0"/>
                        </a:cubicBezTo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3" name="AutoShape 163"/>
                  <p:cNvSpPr/>
                  <p:nvPr/>
                </p:nvSpPr>
                <p:spPr>
                  <a:xfrm>
                    <a:off x="-73594" y="9044093"/>
                    <a:ext cx="5691" cy="11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" h="9">
                        <a:moveTo>
                          <a:pt x="4" y="6"/>
                        </a:moveTo>
                        <a:cubicBezTo>
                          <a:pt x="4" y="7"/>
                          <a:pt x="3" y="8"/>
                          <a:pt x="2" y="9"/>
                        </a:cubicBezTo>
                        <a:cubicBezTo>
                          <a:pt x="3" y="9"/>
                          <a:pt x="3" y="9"/>
                          <a:pt x="4" y="8"/>
                        </a:cubicBezTo>
                        <a:cubicBezTo>
                          <a:pt x="4" y="6"/>
                          <a:pt x="4" y="6"/>
                          <a:pt x="4" y="6"/>
                        </a:cubicBezTo>
                        <a:moveTo>
                          <a:pt x="4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3" y="2"/>
                          <a:pt x="4" y="4"/>
                          <a:pt x="4" y="6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</a:path>
                    </a:pathLst>
                  </a:custGeom>
                  <a:solidFill>
                    <a:srgbClr val="EDCC9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4" name="AutoShape 164"/>
                  <p:cNvSpPr/>
                  <p:nvPr/>
                </p:nvSpPr>
                <p:spPr>
                  <a:xfrm>
                    <a:off x="-1285372" y="9044093"/>
                    <a:ext cx="1217465" cy="68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6" h="52">
                        <a:moveTo>
                          <a:pt x="943" y="1"/>
                        </a:moveTo>
                        <a:cubicBezTo>
                          <a:pt x="943" y="1"/>
                          <a:pt x="943" y="1"/>
                          <a:pt x="943" y="1"/>
                        </a:cubicBezTo>
                        <a:cubicBezTo>
                          <a:pt x="943" y="2"/>
                          <a:pt x="943" y="2"/>
                          <a:pt x="943" y="2"/>
                        </a:cubicBezTo>
                        <a:cubicBezTo>
                          <a:pt x="942" y="2"/>
                          <a:pt x="941" y="4"/>
                          <a:pt x="939" y="5"/>
                        </a:cubicBezTo>
                        <a:cubicBezTo>
                          <a:pt x="935" y="7"/>
                          <a:pt x="929" y="10"/>
                          <a:pt x="919" y="13"/>
                        </a:cubicBezTo>
                        <a:cubicBezTo>
                          <a:pt x="903" y="17"/>
                          <a:pt x="880" y="22"/>
                          <a:pt x="850" y="26"/>
                        </a:cubicBezTo>
                        <a:cubicBezTo>
                          <a:pt x="761" y="37"/>
                          <a:pt x="618" y="45"/>
                          <a:pt x="456" y="45"/>
                        </a:cubicBezTo>
                        <a:cubicBezTo>
                          <a:pt x="321" y="45"/>
                          <a:pt x="199" y="40"/>
                          <a:pt x="110" y="31"/>
                        </a:cubicBezTo>
                        <a:cubicBezTo>
                          <a:pt x="102" y="30"/>
                          <a:pt x="94" y="29"/>
                          <a:pt x="87" y="29"/>
                        </a:cubicBezTo>
                        <a:cubicBezTo>
                          <a:pt x="56" y="27"/>
                          <a:pt x="27" y="25"/>
                          <a:pt x="0" y="23"/>
                        </a:cubicBezTo>
                        <a:cubicBezTo>
                          <a:pt x="16" y="27"/>
                          <a:pt x="37" y="30"/>
                          <a:pt x="62" y="34"/>
                        </a:cubicBezTo>
                        <a:cubicBezTo>
                          <a:pt x="152" y="45"/>
                          <a:pt x="295" y="53"/>
                          <a:pt x="456" y="53"/>
                        </a:cubicBezTo>
                        <a:cubicBezTo>
                          <a:pt x="592" y="53"/>
                          <a:pt x="715" y="48"/>
                          <a:pt x="804" y="39"/>
                        </a:cubicBezTo>
                        <a:cubicBezTo>
                          <a:pt x="848" y="35"/>
                          <a:pt x="884" y="29"/>
                          <a:pt x="909" y="24"/>
                        </a:cubicBezTo>
                        <a:cubicBezTo>
                          <a:pt x="922" y="21"/>
                          <a:pt x="932" y="18"/>
                          <a:pt x="939" y="14"/>
                        </a:cubicBezTo>
                        <a:cubicBezTo>
                          <a:pt x="941" y="13"/>
                          <a:pt x="944" y="12"/>
                          <a:pt x="945" y="10"/>
                        </a:cubicBezTo>
                        <a:cubicBezTo>
                          <a:pt x="946" y="9"/>
                          <a:pt x="947" y="8"/>
                          <a:pt x="947" y="7"/>
                        </a:cubicBezTo>
                        <a:cubicBezTo>
                          <a:pt x="947" y="7"/>
                          <a:pt x="947" y="7"/>
                          <a:pt x="947" y="7"/>
                        </a:cubicBezTo>
                        <a:cubicBezTo>
                          <a:pt x="947" y="7"/>
                          <a:pt x="947" y="7"/>
                          <a:pt x="947" y="7"/>
                        </a:cubicBezTo>
                        <a:cubicBezTo>
                          <a:pt x="947" y="5"/>
                          <a:pt x="946" y="3"/>
                          <a:pt x="943" y="1"/>
                        </a:cubicBezTo>
                        <a:cubicBezTo>
                          <a:pt x="943" y="1"/>
                          <a:pt x="943" y="1"/>
                          <a:pt x="943" y="1"/>
                        </a:cubicBezTo>
                        <a:moveTo>
                          <a:pt x="943" y="0"/>
                        </a:moveTo>
                        <a:cubicBezTo>
                          <a:pt x="943" y="1"/>
                          <a:pt x="943" y="1"/>
                          <a:pt x="943" y="1"/>
                        </a:cubicBezTo>
                        <a:cubicBezTo>
                          <a:pt x="943" y="1"/>
                          <a:pt x="943" y="1"/>
                          <a:pt x="943" y="1"/>
                        </a:cubicBezTo>
                        <a:cubicBezTo>
                          <a:pt x="943" y="1"/>
                          <a:pt x="943" y="1"/>
                          <a:pt x="943" y="1"/>
                        </a:cubicBezTo>
                        <a:cubicBezTo>
                          <a:pt x="943" y="1"/>
                          <a:pt x="943" y="1"/>
                          <a:pt x="943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5" name="AutoShape 165"/>
                  <p:cNvSpPr/>
                  <p:nvPr/>
                </p:nvSpPr>
                <p:spPr>
                  <a:xfrm>
                    <a:off x="-1268302" y="8998580"/>
                    <a:ext cx="1143509" cy="91026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6" name="AutoShape 166"/>
                  <p:cNvSpPr/>
                  <p:nvPr/>
                </p:nvSpPr>
                <p:spPr>
                  <a:xfrm>
                    <a:off x="-1512935" y="8890486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8"/>
                          <a:pt x="822" y="147"/>
                          <a:pt x="608" y="152"/>
                        </a:cubicBezTo>
                        <a:cubicBezTo>
                          <a:pt x="570" y="153"/>
                          <a:pt x="531" y="153"/>
                          <a:pt x="490" y="153"/>
                        </a:cubicBezTo>
                        <a:cubicBezTo>
                          <a:pt x="219" y="153"/>
                          <a:pt x="0" y="132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7" name="AutoShape 167"/>
                  <p:cNvSpPr/>
                  <p:nvPr/>
                </p:nvSpPr>
                <p:spPr>
                  <a:xfrm>
                    <a:off x="-1512935" y="8890486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2"/>
                          <a:pt x="219" y="153"/>
                          <a:pt x="490" y="153"/>
                        </a:cubicBezTo>
                        <a:cubicBezTo>
                          <a:pt x="761" y="153"/>
                          <a:pt x="981" y="132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8" name="AutoShape 168"/>
                  <p:cNvSpPr/>
                  <p:nvPr/>
                </p:nvSpPr>
                <p:spPr>
                  <a:xfrm>
                    <a:off x="-1512935" y="8896177"/>
                    <a:ext cx="1262978" cy="625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50">
                        <a:moveTo>
                          <a:pt x="980" y="0"/>
                        </a:moveTo>
                        <a:cubicBezTo>
                          <a:pt x="965" y="25"/>
                          <a:pt x="751" y="45"/>
                          <a:pt x="490" y="45"/>
                        </a:cubicBezTo>
                        <a:cubicBezTo>
                          <a:pt x="229" y="45"/>
                          <a:pt x="15" y="25"/>
                          <a:pt x="1" y="0"/>
                        </a:cubicBez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29"/>
                          <a:pt x="219" y="50"/>
                          <a:pt x="490" y="50"/>
                        </a:cubicBezTo>
                        <a:cubicBezTo>
                          <a:pt x="761" y="50"/>
                          <a:pt x="981" y="29"/>
                          <a:pt x="981" y="3"/>
                        </a:cubicBezTo>
                        <a:cubicBezTo>
                          <a:pt x="981" y="3"/>
                          <a:pt x="981" y="3"/>
                          <a:pt x="981" y="3"/>
                        </a:cubicBezTo>
                        <a:cubicBezTo>
                          <a:pt x="981" y="2"/>
                          <a:pt x="980" y="1"/>
                          <a:pt x="980" y="0"/>
                        </a:cubicBezTo>
                      </a:path>
                    </a:pathLst>
                  </a:custGeom>
                  <a:solidFill>
                    <a:srgbClr val="E5B76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9" name="AutoShape 169"/>
                  <p:cNvSpPr/>
                  <p:nvPr/>
                </p:nvSpPr>
                <p:spPr>
                  <a:xfrm>
                    <a:off x="-1512935" y="8827907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0" name="AutoShape 170"/>
                  <p:cNvSpPr/>
                  <p:nvPr/>
                </p:nvSpPr>
                <p:spPr>
                  <a:xfrm>
                    <a:off x="-1456045" y="8839286"/>
                    <a:ext cx="1149196" cy="1024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4" h="80">
                        <a:moveTo>
                          <a:pt x="894" y="40"/>
                        </a:moveTo>
                        <a:cubicBezTo>
                          <a:pt x="894" y="40"/>
                          <a:pt x="894" y="40"/>
                          <a:pt x="894" y="40"/>
                        </a:cubicBezTo>
                        <a:cubicBezTo>
                          <a:pt x="894" y="40"/>
                          <a:pt x="894" y="40"/>
                          <a:pt x="894" y="40"/>
                        </a:cubicBezTo>
                        <a:moveTo>
                          <a:pt x="8" y="40"/>
                        </a:moveTo>
                        <a:cubicBezTo>
                          <a:pt x="8" y="39"/>
                          <a:pt x="9" y="38"/>
                          <a:pt x="11" y="38"/>
                        </a:cubicBezTo>
                        <a:cubicBezTo>
                          <a:pt x="14" y="36"/>
                          <a:pt x="20" y="34"/>
                          <a:pt x="28" y="32"/>
                        </a:cubicBezTo>
                        <a:cubicBezTo>
                          <a:pt x="58" y="25"/>
                          <a:pt x="114" y="19"/>
                          <a:pt x="187" y="14"/>
                        </a:cubicBezTo>
                        <a:cubicBezTo>
                          <a:pt x="260" y="10"/>
                          <a:pt x="350" y="8"/>
                          <a:pt x="447" y="8"/>
                        </a:cubicBezTo>
                        <a:cubicBezTo>
                          <a:pt x="569" y="8"/>
                          <a:pt x="680" y="12"/>
                          <a:pt x="760" y="18"/>
                        </a:cubicBezTo>
                        <a:cubicBezTo>
                          <a:pt x="800" y="21"/>
                          <a:pt x="833" y="25"/>
                          <a:pt x="855" y="29"/>
                        </a:cubicBezTo>
                        <a:cubicBezTo>
                          <a:pt x="866" y="32"/>
                          <a:pt x="875" y="34"/>
                          <a:pt x="880" y="36"/>
                        </a:cubicBezTo>
                        <a:cubicBezTo>
                          <a:pt x="883" y="37"/>
                          <a:pt x="885" y="38"/>
                          <a:pt x="886" y="39"/>
                        </a:cubicBezTo>
                        <a:cubicBezTo>
                          <a:pt x="886" y="39"/>
                          <a:pt x="886" y="39"/>
                          <a:pt x="886" y="40"/>
                        </a:cubicBezTo>
                        <a:cubicBezTo>
                          <a:pt x="886" y="40"/>
                          <a:pt x="885" y="41"/>
                          <a:pt x="884" y="41"/>
                        </a:cubicBezTo>
                        <a:cubicBezTo>
                          <a:pt x="880" y="43"/>
                          <a:pt x="874" y="45"/>
                          <a:pt x="866" y="47"/>
                        </a:cubicBezTo>
                        <a:cubicBezTo>
                          <a:pt x="837" y="54"/>
                          <a:pt x="780" y="61"/>
                          <a:pt x="707" y="65"/>
                        </a:cubicBezTo>
                        <a:cubicBezTo>
                          <a:pt x="634" y="69"/>
                          <a:pt x="544" y="72"/>
                          <a:pt x="447" y="72"/>
                        </a:cubicBezTo>
                        <a:cubicBezTo>
                          <a:pt x="325" y="72"/>
                          <a:pt x="214" y="68"/>
                          <a:pt x="134" y="61"/>
                        </a:cubicBezTo>
                        <a:cubicBezTo>
                          <a:pt x="94" y="58"/>
                          <a:pt x="62" y="54"/>
                          <a:pt x="39" y="50"/>
                        </a:cubicBezTo>
                        <a:cubicBezTo>
                          <a:pt x="28" y="48"/>
                          <a:pt x="20" y="45"/>
                          <a:pt x="14" y="43"/>
                        </a:cubicBezTo>
                        <a:cubicBezTo>
                          <a:pt x="12" y="42"/>
                          <a:pt x="10" y="41"/>
                          <a:pt x="9" y="40"/>
                        </a:cubicBezTo>
                        <a:cubicBezTo>
                          <a:pt x="8" y="40"/>
                          <a:pt x="8" y="40"/>
                          <a:pt x="8" y="40"/>
                        </a:cubicBezTo>
                        <a:moveTo>
                          <a:pt x="447" y="0"/>
                        </a:moveTo>
                        <a:cubicBezTo>
                          <a:pt x="325" y="0"/>
                          <a:pt x="214" y="4"/>
                          <a:pt x="133" y="10"/>
                        </a:cubicBezTo>
                        <a:cubicBezTo>
                          <a:pt x="93" y="13"/>
                          <a:pt x="61" y="17"/>
                          <a:pt x="38" y="22"/>
                        </a:cubicBezTo>
                        <a:cubicBezTo>
                          <a:pt x="27" y="24"/>
                          <a:pt x="18" y="26"/>
                          <a:pt x="11" y="29"/>
                        </a:cubicBezTo>
                        <a:cubicBezTo>
                          <a:pt x="8" y="30"/>
                          <a:pt x="6" y="31"/>
                          <a:pt x="4" y="33"/>
                        </a:cubicBezTo>
                        <a:cubicBezTo>
                          <a:pt x="3" y="34"/>
                          <a:pt x="2" y="35"/>
                          <a:pt x="1" y="36"/>
                        </a:cubicBezTo>
                        <a:cubicBezTo>
                          <a:pt x="0" y="37"/>
                          <a:pt x="0" y="38"/>
                          <a:pt x="0" y="40"/>
                        </a:cubicBezTo>
                        <a:cubicBezTo>
                          <a:pt x="0" y="41"/>
                          <a:pt x="0" y="42"/>
                          <a:pt x="1" y="44"/>
                        </a:cubicBezTo>
                        <a:cubicBezTo>
                          <a:pt x="2" y="46"/>
                          <a:pt x="4" y="47"/>
                          <a:pt x="7" y="49"/>
                        </a:cubicBezTo>
                        <a:cubicBezTo>
                          <a:pt x="11" y="51"/>
                          <a:pt x="18" y="53"/>
                          <a:pt x="27" y="55"/>
                        </a:cubicBezTo>
                        <a:cubicBezTo>
                          <a:pt x="57" y="62"/>
                          <a:pt x="113" y="68"/>
                          <a:pt x="187" y="73"/>
                        </a:cubicBezTo>
                        <a:cubicBezTo>
                          <a:pt x="260" y="77"/>
                          <a:pt x="350" y="80"/>
                          <a:pt x="447" y="80"/>
                        </a:cubicBezTo>
                        <a:cubicBezTo>
                          <a:pt x="570" y="80"/>
                          <a:pt x="681" y="76"/>
                          <a:pt x="761" y="69"/>
                        </a:cubicBezTo>
                        <a:cubicBezTo>
                          <a:pt x="801" y="66"/>
                          <a:pt x="834" y="62"/>
                          <a:pt x="856" y="58"/>
                        </a:cubicBezTo>
                        <a:cubicBezTo>
                          <a:pt x="868" y="55"/>
                          <a:pt x="877" y="53"/>
                          <a:pt x="883" y="51"/>
                        </a:cubicBezTo>
                        <a:cubicBezTo>
                          <a:pt x="886" y="49"/>
                          <a:pt x="889" y="48"/>
                          <a:pt x="891" y="46"/>
                        </a:cubicBezTo>
                        <a:cubicBezTo>
                          <a:pt x="892" y="46"/>
                          <a:pt x="893" y="45"/>
                          <a:pt x="893" y="44"/>
                        </a:cubicBezTo>
                        <a:cubicBezTo>
                          <a:pt x="894" y="42"/>
                          <a:pt x="894" y="41"/>
                          <a:pt x="894" y="40"/>
                        </a:cubicBezTo>
                        <a:cubicBezTo>
                          <a:pt x="890" y="40"/>
                          <a:pt x="890" y="40"/>
                          <a:pt x="890" y="40"/>
                        </a:cubicBezTo>
                        <a:cubicBezTo>
                          <a:pt x="887" y="40"/>
                          <a:pt x="887" y="40"/>
                          <a:pt x="887" y="40"/>
                        </a:cubicBezTo>
                        <a:cubicBezTo>
                          <a:pt x="887" y="40"/>
                          <a:pt x="887" y="40"/>
                          <a:pt x="887" y="40"/>
                        </a:cubicBezTo>
                        <a:cubicBezTo>
                          <a:pt x="890" y="40"/>
                          <a:pt x="890" y="40"/>
                          <a:pt x="890" y="40"/>
                        </a:cubicBezTo>
                        <a:cubicBezTo>
                          <a:pt x="894" y="40"/>
                          <a:pt x="894" y="40"/>
                          <a:pt x="894" y="40"/>
                        </a:cubicBezTo>
                        <a:cubicBezTo>
                          <a:pt x="894" y="40"/>
                          <a:pt x="894" y="40"/>
                          <a:pt x="894" y="40"/>
                        </a:cubicBezTo>
                        <a:cubicBezTo>
                          <a:pt x="894" y="38"/>
                          <a:pt x="894" y="37"/>
                          <a:pt x="893" y="36"/>
                        </a:cubicBezTo>
                        <a:cubicBezTo>
                          <a:pt x="892" y="33"/>
                          <a:pt x="890" y="32"/>
                          <a:pt x="887" y="31"/>
                        </a:cubicBezTo>
                        <a:cubicBezTo>
                          <a:pt x="883" y="28"/>
                          <a:pt x="876" y="26"/>
                          <a:pt x="868" y="24"/>
                        </a:cubicBezTo>
                        <a:cubicBezTo>
                          <a:pt x="837" y="17"/>
                          <a:pt x="781" y="11"/>
                          <a:pt x="708" y="6"/>
                        </a:cubicBezTo>
                        <a:cubicBezTo>
                          <a:pt x="635" y="2"/>
                          <a:pt x="544" y="0"/>
                          <a:pt x="447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1" name="AutoShape 171"/>
                  <p:cNvSpPr/>
                  <p:nvPr/>
                </p:nvSpPr>
                <p:spPr>
                  <a:xfrm>
                    <a:off x="-2212691" y="9721093"/>
                    <a:ext cx="1280047" cy="7338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3" h="571">
                        <a:moveTo>
                          <a:pt x="686" y="0"/>
                        </a:moveTo>
                        <a:cubicBezTo>
                          <a:pt x="673" y="9"/>
                          <a:pt x="660" y="18"/>
                          <a:pt x="647" y="27"/>
                        </a:cubicBezTo>
                        <a:cubicBezTo>
                          <a:pt x="587" y="68"/>
                          <a:pt x="523" y="102"/>
                          <a:pt x="457" y="130"/>
                        </a:cubicBezTo>
                        <a:cubicBezTo>
                          <a:pt x="390" y="159"/>
                          <a:pt x="319" y="181"/>
                          <a:pt x="247" y="195"/>
                        </a:cubicBezTo>
                        <a:cubicBezTo>
                          <a:pt x="181" y="209"/>
                          <a:pt x="112" y="217"/>
                          <a:pt x="44" y="218"/>
                        </a:cubicBezTo>
                        <a:cubicBezTo>
                          <a:pt x="44" y="218"/>
                          <a:pt x="44" y="218"/>
                          <a:pt x="44" y="218"/>
                        </a:cubicBezTo>
                        <a:cubicBezTo>
                          <a:pt x="36" y="218"/>
                          <a:pt x="28" y="219"/>
                          <a:pt x="21" y="219"/>
                        </a:cubicBezTo>
                        <a:cubicBezTo>
                          <a:pt x="14" y="219"/>
                          <a:pt x="7" y="218"/>
                          <a:pt x="0" y="218"/>
                        </a:cubicBezTo>
                        <a:cubicBezTo>
                          <a:pt x="67" y="423"/>
                          <a:pt x="259" y="571"/>
                          <a:pt x="486" y="571"/>
                        </a:cubicBezTo>
                        <a:cubicBezTo>
                          <a:pt x="746" y="571"/>
                          <a:pt x="961" y="376"/>
                          <a:pt x="993" y="125"/>
                        </a:cubicBezTo>
                        <a:cubicBezTo>
                          <a:pt x="878" y="120"/>
                          <a:pt x="784" y="111"/>
                          <a:pt x="732" y="100"/>
                        </a:cubicBezTo>
                        <a:cubicBezTo>
                          <a:pt x="711" y="96"/>
                          <a:pt x="696" y="91"/>
                          <a:pt x="690" y="86"/>
                        </a:cubicBezTo>
                        <a:cubicBezTo>
                          <a:pt x="687" y="84"/>
                          <a:pt x="686" y="82"/>
                          <a:pt x="686" y="80"/>
                        </a:cubicBezTo>
                        <a:cubicBezTo>
                          <a:pt x="686" y="0"/>
                          <a:pt x="686" y="0"/>
                          <a:pt x="686" y="0"/>
                        </a:cubicBezTo>
                      </a:path>
                    </a:pathLst>
                  </a:custGeom>
                  <a:solidFill>
                    <a:srgbClr val="E2E0E0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2" name="AutoShape 172"/>
                  <p:cNvSpPr/>
                  <p:nvPr/>
                </p:nvSpPr>
                <p:spPr>
                  <a:xfrm>
                    <a:off x="-2161492" y="9140806"/>
                    <a:ext cx="1001280" cy="7452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5" h="580">
                        <a:moveTo>
                          <a:pt x="444" y="0"/>
                        </a:moveTo>
                        <a:cubicBezTo>
                          <a:pt x="382" y="0"/>
                          <a:pt x="322" y="11"/>
                          <a:pt x="266" y="31"/>
                        </a:cubicBezTo>
                        <a:cubicBezTo>
                          <a:pt x="290" y="74"/>
                          <a:pt x="290" y="74"/>
                          <a:pt x="290" y="74"/>
                        </a:cubicBezTo>
                        <a:cubicBezTo>
                          <a:pt x="251" y="97"/>
                          <a:pt x="251" y="97"/>
                          <a:pt x="251" y="97"/>
                        </a:cubicBezTo>
                        <a:cubicBezTo>
                          <a:pt x="223" y="50"/>
                          <a:pt x="223" y="50"/>
                          <a:pt x="223" y="50"/>
                        </a:cubicBezTo>
                        <a:cubicBezTo>
                          <a:pt x="130" y="95"/>
                          <a:pt x="52" y="167"/>
                          <a:pt x="0" y="257"/>
                        </a:cubicBezTo>
                        <a:cubicBezTo>
                          <a:pt x="0" y="283"/>
                          <a:pt x="0" y="283"/>
                          <a:pt x="0" y="283"/>
                        </a:cubicBezTo>
                        <a:cubicBezTo>
                          <a:pt x="14" y="284"/>
                          <a:pt x="25" y="295"/>
                          <a:pt x="25" y="309"/>
                        </a:cubicBezTo>
                        <a:cubicBezTo>
                          <a:pt x="25" y="465"/>
                          <a:pt x="25" y="465"/>
                          <a:pt x="25" y="465"/>
                        </a:cubicBezTo>
                        <a:cubicBezTo>
                          <a:pt x="25" y="479"/>
                          <a:pt x="14" y="491"/>
                          <a:pt x="0" y="491"/>
                        </a:cubicBezTo>
                        <a:cubicBezTo>
                          <a:pt x="0" y="491"/>
                          <a:pt x="0" y="491"/>
                          <a:pt x="0" y="491"/>
                        </a:cubicBezTo>
                        <a:cubicBezTo>
                          <a:pt x="0" y="491"/>
                          <a:pt x="0" y="491"/>
                          <a:pt x="0" y="491"/>
                        </a:cubicBezTo>
                        <a:cubicBezTo>
                          <a:pt x="0" y="580"/>
                          <a:pt x="0" y="580"/>
                          <a:pt x="0" y="580"/>
                        </a:cubicBezTo>
                        <a:cubicBezTo>
                          <a:pt x="224" y="575"/>
                          <a:pt x="430" y="500"/>
                          <a:pt x="597" y="374"/>
                        </a:cubicBezTo>
                        <a:cubicBezTo>
                          <a:pt x="597" y="302"/>
                          <a:pt x="597" y="302"/>
                          <a:pt x="597" y="302"/>
                        </a:cubicBezTo>
                        <a:cubicBezTo>
                          <a:pt x="597" y="302"/>
                          <a:pt x="597" y="302"/>
                          <a:pt x="597" y="302"/>
                        </a:cubicBezTo>
                        <a:cubicBezTo>
                          <a:pt x="597" y="290"/>
                          <a:pt x="641" y="279"/>
                          <a:pt x="714" y="271"/>
                        </a:cubicBezTo>
                        <a:cubicBezTo>
                          <a:pt x="735" y="249"/>
                          <a:pt x="756" y="227"/>
                          <a:pt x="775" y="203"/>
                        </a:cubicBezTo>
                        <a:cubicBezTo>
                          <a:pt x="729" y="200"/>
                          <a:pt x="688" y="197"/>
                          <a:pt x="654" y="192"/>
                        </a:cubicBezTo>
                        <a:cubicBezTo>
                          <a:pt x="654" y="199"/>
                          <a:pt x="651" y="206"/>
                          <a:pt x="646" y="212"/>
                        </a:cubicBezTo>
                        <a:cubicBezTo>
                          <a:pt x="641" y="217"/>
                          <a:pt x="634" y="219"/>
                          <a:pt x="627" y="219"/>
                        </a:cubicBezTo>
                        <a:cubicBezTo>
                          <a:pt x="621" y="219"/>
                          <a:pt x="614" y="217"/>
                          <a:pt x="609" y="212"/>
                        </a:cubicBezTo>
                        <a:cubicBezTo>
                          <a:pt x="575" y="178"/>
                          <a:pt x="575" y="178"/>
                          <a:pt x="575" y="178"/>
                        </a:cubicBezTo>
                        <a:cubicBezTo>
                          <a:pt x="575" y="178"/>
                          <a:pt x="575" y="178"/>
                          <a:pt x="574" y="178"/>
                        </a:cubicBezTo>
                        <a:cubicBezTo>
                          <a:pt x="565" y="175"/>
                          <a:pt x="558" y="172"/>
                          <a:pt x="554" y="170"/>
                        </a:cubicBezTo>
                        <a:cubicBezTo>
                          <a:pt x="554" y="170"/>
                          <a:pt x="554" y="170"/>
                          <a:pt x="554" y="169"/>
                        </a:cubicBezTo>
                        <a:cubicBezTo>
                          <a:pt x="554" y="169"/>
                          <a:pt x="554" y="169"/>
                          <a:pt x="554" y="169"/>
                        </a:cubicBezTo>
                        <a:cubicBezTo>
                          <a:pt x="551" y="167"/>
                          <a:pt x="550" y="165"/>
                          <a:pt x="550" y="163"/>
                        </a:cubicBezTo>
                        <a:cubicBezTo>
                          <a:pt x="550" y="153"/>
                          <a:pt x="550" y="153"/>
                          <a:pt x="550" y="153"/>
                        </a:cubicBezTo>
                        <a:cubicBezTo>
                          <a:pt x="499" y="102"/>
                          <a:pt x="499" y="102"/>
                          <a:pt x="499" y="102"/>
                        </a:cubicBezTo>
                        <a:cubicBezTo>
                          <a:pt x="489" y="92"/>
                          <a:pt x="489" y="75"/>
                          <a:pt x="499" y="65"/>
                        </a:cubicBezTo>
                        <a:cubicBezTo>
                          <a:pt x="504" y="60"/>
                          <a:pt x="511" y="57"/>
                          <a:pt x="517" y="57"/>
                        </a:cubicBezTo>
                        <a:cubicBezTo>
                          <a:pt x="524" y="57"/>
                          <a:pt x="531" y="60"/>
                          <a:pt x="536" y="65"/>
                        </a:cubicBezTo>
                        <a:cubicBezTo>
                          <a:pt x="550" y="79"/>
                          <a:pt x="550" y="79"/>
                          <a:pt x="550" y="79"/>
                        </a:cubicBezTo>
                        <a:cubicBezTo>
                          <a:pt x="550" y="58"/>
                          <a:pt x="550" y="58"/>
                          <a:pt x="550" y="58"/>
                        </a:cubicBezTo>
                        <a:cubicBezTo>
                          <a:pt x="550" y="58"/>
                          <a:pt x="550" y="58"/>
                          <a:pt x="550" y="58"/>
                        </a:cubicBezTo>
                        <a:cubicBezTo>
                          <a:pt x="550" y="48"/>
                          <a:pt x="577" y="40"/>
                          <a:pt x="625" y="32"/>
                        </a:cubicBezTo>
                        <a:cubicBezTo>
                          <a:pt x="569" y="11"/>
                          <a:pt x="508" y="0"/>
                          <a:pt x="444" y="0"/>
                        </a:cubicBezTo>
                      </a:path>
                    </a:pathLst>
                  </a:custGeom>
                  <a:solidFill>
                    <a:srgbClr val="CECDC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3" name="AutoShape 173"/>
                  <p:cNvSpPr/>
                  <p:nvPr/>
                </p:nvSpPr>
                <p:spPr>
                  <a:xfrm>
                    <a:off x="-2161492" y="9402504"/>
                    <a:ext cx="1058171" cy="6030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0" h="467">
                        <a:moveTo>
                          <a:pt x="598" y="171"/>
                        </a:moveTo>
                        <a:cubicBezTo>
                          <a:pt x="431" y="297"/>
                          <a:pt x="225" y="372"/>
                          <a:pt x="1" y="377"/>
                        </a:cubicBezTo>
                        <a:cubicBezTo>
                          <a:pt x="1" y="377"/>
                          <a:pt x="1" y="377"/>
                          <a:pt x="1" y="377"/>
                        </a:cubicBezTo>
                        <a:cubicBezTo>
                          <a:pt x="0" y="377"/>
                          <a:pt x="0" y="377"/>
                          <a:pt x="0" y="377"/>
                        </a:cubicBezTo>
                        <a:cubicBezTo>
                          <a:pt x="1" y="377"/>
                          <a:pt x="2" y="377"/>
                          <a:pt x="3" y="377"/>
                        </a:cubicBezTo>
                        <a:cubicBezTo>
                          <a:pt x="3" y="467"/>
                          <a:pt x="3" y="467"/>
                          <a:pt x="3" y="467"/>
                        </a:cubicBezTo>
                        <a:cubicBezTo>
                          <a:pt x="71" y="466"/>
                          <a:pt x="140" y="458"/>
                          <a:pt x="206" y="444"/>
                        </a:cubicBezTo>
                        <a:cubicBezTo>
                          <a:pt x="278" y="430"/>
                          <a:pt x="349" y="408"/>
                          <a:pt x="416" y="379"/>
                        </a:cubicBezTo>
                        <a:cubicBezTo>
                          <a:pt x="482" y="351"/>
                          <a:pt x="546" y="317"/>
                          <a:pt x="606" y="276"/>
                        </a:cubicBezTo>
                        <a:cubicBezTo>
                          <a:pt x="619" y="267"/>
                          <a:pt x="632" y="258"/>
                          <a:pt x="645" y="249"/>
                        </a:cubicBezTo>
                        <a:cubicBezTo>
                          <a:pt x="645" y="225"/>
                          <a:pt x="645" y="225"/>
                          <a:pt x="645" y="225"/>
                        </a:cubicBezTo>
                        <a:cubicBezTo>
                          <a:pt x="645" y="225"/>
                          <a:pt x="644" y="225"/>
                          <a:pt x="644" y="225"/>
                        </a:cubicBezTo>
                        <a:cubicBezTo>
                          <a:pt x="623" y="220"/>
                          <a:pt x="608" y="215"/>
                          <a:pt x="602" y="210"/>
                        </a:cubicBezTo>
                        <a:cubicBezTo>
                          <a:pt x="599" y="208"/>
                          <a:pt x="598" y="206"/>
                          <a:pt x="598" y="204"/>
                        </a:cubicBezTo>
                        <a:cubicBezTo>
                          <a:pt x="598" y="171"/>
                          <a:pt x="598" y="171"/>
                          <a:pt x="598" y="171"/>
                        </a:cubicBezTo>
                        <a:moveTo>
                          <a:pt x="776" y="0"/>
                        </a:moveTo>
                        <a:cubicBezTo>
                          <a:pt x="757" y="24"/>
                          <a:pt x="736" y="46"/>
                          <a:pt x="715" y="68"/>
                        </a:cubicBezTo>
                        <a:cubicBezTo>
                          <a:pt x="746" y="65"/>
                          <a:pt x="781" y="62"/>
                          <a:pt x="820" y="59"/>
                        </a:cubicBezTo>
                        <a:cubicBezTo>
                          <a:pt x="820" y="3"/>
                          <a:pt x="820" y="3"/>
                          <a:pt x="820" y="3"/>
                        </a:cubicBezTo>
                        <a:cubicBezTo>
                          <a:pt x="805" y="2"/>
                          <a:pt x="790" y="1"/>
                          <a:pt x="776" y="0"/>
                        </a:cubicBezTo>
                      </a:path>
                    </a:pathLst>
                  </a:custGeom>
                  <a:solidFill>
                    <a:srgbClr val="2E353C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4" name="AutoShape 174"/>
                  <p:cNvSpPr/>
                  <p:nvPr/>
                </p:nvSpPr>
                <p:spPr>
                  <a:xfrm>
                    <a:off x="-1871347" y="9180631"/>
                    <a:ext cx="85338" cy="853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" h="66">
                        <a:moveTo>
                          <a:pt x="43" y="0"/>
                        </a:moveTo>
                        <a:cubicBezTo>
                          <a:pt x="29" y="6"/>
                          <a:pt x="14" y="12"/>
                          <a:pt x="0" y="19"/>
                        </a:cubicBezTo>
                        <a:cubicBezTo>
                          <a:pt x="28" y="66"/>
                          <a:pt x="28" y="66"/>
                          <a:pt x="28" y="66"/>
                        </a:cubicBezTo>
                        <a:cubicBezTo>
                          <a:pt x="67" y="43"/>
                          <a:pt x="67" y="43"/>
                          <a:pt x="67" y="43"/>
                        </a:cubicBezTo>
                        <a:cubicBezTo>
                          <a:pt x="43" y="0"/>
                          <a:pt x="43" y="0"/>
                          <a:pt x="43" y="0"/>
                        </a:cubicBezTo>
                      </a:path>
                    </a:pathLst>
                  </a:custGeom>
                  <a:solidFill>
                    <a:srgbClr val="D77B53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5" name="AutoShape 175"/>
                  <p:cNvSpPr/>
                  <p:nvPr/>
                </p:nvSpPr>
                <p:spPr>
                  <a:xfrm>
                    <a:off x="-1530001" y="9214766"/>
                    <a:ext cx="210498" cy="2104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" h="162">
                        <a:moveTo>
                          <a:pt x="86" y="121"/>
                        </a:moveTo>
                        <a:cubicBezTo>
                          <a:pt x="120" y="155"/>
                          <a:pt x="120" y="155"/>
                          <a:pt x="120" y="155"/>
                        </a:cubicBezTo>
                        <a:cubicBezTo>
                          <a:pt x="125" y="160"/>
                          <a:pt x="132" y="162"/>
                          <a:pt x="138" y="162"/>
                        </a:cubicBezTo>
                        <a:cubicBezTo>
                          <a:pt x="145" y="162"/>
                          <a:pt x="152" y="160"/>
                          <a:pt x="157" y="155"/>
                        </a:cubicBezTo>
                        <a:cubicBezTo>
                          <a:pt x="162" y="149"/>
                          <a:pt x="165" y="142"/>
                          <a:pt x="165" y="135"/>
                        </a:cubicBezTo>
                        <a:cubicBezTo>
                          <a:pt x="131" y="131"/>
                          <a:pt x="104" y="126"/>
                          <a:pt x="86" y="121"/>
                        </a:cubicBezTo>
                        <a:moveTo>
                          <a:pt x="28" y="0"/>
                        </a:moveTo>
                        <a:cubicBezTo>
                          <a:pt x="22" y="0"/>
                          <a:pt x="15" y="3"/>
                          <a:pt x="10" y="8"/>
                        </a:cubicBezTo>
                        <a:cubicBezTo>
                          <a:pt x="0" y="18"/>
                          <a:pt x="0" y="35"/>
                          <a:pt x="10" y="45"/>
                        </a:cubicBezTo>
                        <a:cubicBezTo>
                          <a:pt x="61" y="96"/>
                          <a:pt x="61" y="96"/>
                          <a:pt x="61" y="96"/>
                        </a:cubicBezTo>
                        <a:cubicBezTo>
                          <a:pt x="61" y="22"/>
                          <a:pt x="61" y="22"/>
                          <a:pt x="61" y="22"/>
                        </a:cubicBezTo>
                        <a:cubicBezTo>
                          <a:pt x="47" y="8"/>
                          <a:pt x="47" y="8"/>
                          <a:pt x="47" y="8"/>
                        </a:cubicBezTo>
                        <a:cubicBezTo>
                          <a:pt x="42" y="3"/>
                          <a:pt x="35" y="0"/>
                          <a:pt x="28" y="0"/>
                        </a:cubicBezTo>
                      </a:path>
                    </a:pathLst>
                  </a:custGeom>
                  <a:solidFill>
                    <a:srgbClr val="2E353C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6" name="AutoShape 176"/>
                  <p:cNvSpPr/>
                  <p:nvPr/>
                </p:nvSpPr>
                <p:spPr>
                  <a:xfrm>
                    <a:off x="-2161492" y="9504908"/>
                    <a:ext cx="34134" cy="2673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" h="208">
                        <a:moveTo>
                          <a:pt x="0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208"/>
                          <a:pt x="0" y="208"/>
                          <a:pt x="0" y="208"/>
                        </a:cubicBezTo>
                        <a:cubicBezTo>
                          <a:pt x="14" y="208"/>
                          <a:pt x="25" y="196"/>
                          <a:pt x="25" y="182"/>
                        </a:cubicBezTo>
                        <a:cubicBezTo>
                          <a:pt x="25" y="26"/>
                          <a:pt x="25" y="26"/>
                          <a:pt x="25" y="26"/>
                        </a:cubicBezTo>
                        <a:cubicBezTo>
                          <a:pt x="25" y="12"/>
                          <a:pt x="14" y="1"/>
                          <a:pt x="0" y="0"/>
                        </a:cubicBezTo>
                      </a:path>
                    </a:pathLst>
                  </a:custGeom>
                  <a:solidFill>
                    <a:srgbClr val="2E353C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7" name="AutoShape 177"/>
                  <p:cNvSpPr/>
                  <p:nvPr/>
                </p:nvSpPr>
                <p:spPr>
                  <a:xfrm>
                    <a:off x="-2246826" y="9470773"/>
                    <a:ext cx="85338" cy="415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" h="323">
                        <a:moveTo>
                          <a:pt x="38" y="59"/>
                        </a:moveTo>
                        <a:cubicBezTo>
                          <a:pt x="13" y="119"/>
                          <a:pt x="0" y="185"/>
                          <a:pt x="0" y="254"/>
                        </a:cubicBezTo>
                        <a:cubicBezTo>
                          <a:pt x="0" y="277"/>
                          <a:pt x="1" y="300"/>
                          <a:pt x="4" y="322"/>
                        </a:cubicBezTo>
                        <a:cubicBezTo>
                          <a:pt x="9" y="323"/>
                          <a:pt x="14" y="323"/>
                          <a:pt x="19" y="323"/>
                        </a:cubicBezTo>
                        <a:cubicBezTo>
                          <a:pt x="28" y="323"/>
                          <a:pt x="37" y="323"/>
                          <a:pt x="46" y="323"/>
                        </a:cubicBezTo>
                        <a:cubicBezTo>
                          <a:pt x="51" y="323"/>
                          <a:pt x="55" y="323"/>
                          <a:pt x="60" y="323"/>
                        </a:cubicBezTo>
                        <a:cubicBezTo>
                          <a:pt x="62" y="323"/>
                          <a:pt x="63" y="323"/>
                          <a:pt x="64" y="323"/>
                        </a:cubicBezTo>
                        <a:cubicBezTo>
                          <a:pt x="65" y="323"/>
                          <a:pt x="65" y="323"/>
                          <a:pt x="66" y="323"/>
                        </a:cubicBezTo>
                        <a:cubicBezTo>
                          <a:pt x="66" y="323"/>
                          <a:pt x="66" y="323"/>
                          <a:pt x="66" y="323"/>
                        </a:cubicBezTo>
                        <a:cubicBezTo>
                          <a:pt x="67" y="323"/>
                          <a:pt x="67" y="323"/>
                          <a:pt x="67" y="323"/>
                        </a:cubicBezTo>
                        <a:cubicBezTo>
                          <a:pt x="67" y="323"/>
                          <a:pt x="67" y="323"/>
                          <a:pt x="67" y="323"/>
                        </a:cubicBezTo>
                        <a:cubicBezTo>
                          <a:pt x="67" y="234"/>
                          <a:pt x="67" y="234"/>
                          <a:pt x="67" y="234"/>
                        </a:cubicBezTo>
                        <a:cubicBezTo>
                          <a:pt x="67" y="234"/>
                          <a:pt x="67" y="234"/>
                          <a:pt x="67" y="234"/>
                        </a:cubicBezTo>
                        <a:cubicBezTo>
                          <a:pt x="67" y="234"/>
                          <a:pt x="66" y="233"/>
                          <a:pt x="65" y="233"/>
                        </a:cubicBezTo>
                        <a:cubicBezTo>
                          <a:pt x="65" y="233"/>
                          <a:pt x="65" y="233"/>
                          <a:pt x="65" y="233"/>
                        </a:cubicBezTo>
                        <a:cubicBezTo>
                          <a:pt x="50" y="233"/>
                          <a:pt x="39" y="222"/>
                          <a:pt x="39" y="208"/>
                        </a:cubicBezTo>
                        <a:cubicBezTo>
                          <a:pt x="38" y="59"/>
                          <a:pt x="38" y="59"/>
                          <a:pt x="38" y="59"/>
                        </a:cubicBezTo>
                        <a:moveTo>
                          <a:pt x="67" y="0"/>
                        </a:moveTo>
                        <a:cubicBezTo>
                          <a:pt x="62" y="10"/>
                          <a:pt x="56" y="20"/>
                          <a:pt x="51" y="30"/>
                        </a:cubicBezTo>
                        <a:cubicBezTo>
                          <a:pt x="55" y="28"/>
                          <a:pt x="59" y="27"/>
                          <a:pt x="64" y="27"/>
                        </a:cubicBezTo>
                        <a:cubicBezTo>
                          <a:pt x="65" y="27"/>
                          <a:pt x="67" y="27"/>
                          <a:pt x="67" y="27"/>
                        </a:cubicBezTo>
                        <a:cubicBezTo>
                          <a:pt x="67" y="26"/>
                          <a:pt x="67" y="26"/>
                          <a:pt x="67" y="26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</a:path>
                    </a:pathLst>
                  </a:custGeom>
                  <a:solidFill>
                    <a:srgbClr val="E3E0E0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8" name="AutoShape 178"/>
                  <p:cNvSpPr/>
                  <p:nvPr/>
                </p:nvSpPr>
                <p:spPr>
                  <a:xfrm>
                    <a:off x="-2241138" y="9886079"/>
                    <a:ext cx="85338" cy="1194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" h="92">
                        <a:moveTo>
                          <a:pt x="0" y="0"/>
                        </a:moveTo>
                        <a:cubicBezTo>
                          <a:pt x="4" y="32"/>
                          <a:pt x="11" y="62"/>
                          <a:pt x="21" y="91"/>
                        </a:cubicBezTo>
                        <a:cubicBezTo>
                          <a:pt x="28" y="91"/>
                          <a:pt x="35" y="92"/>
                          <a:pt x="42" y="92"/>
                        </a:cubicBezTo>
                        <a:cubicBezTo>
                          <a:pt x="49" y="92"/>
                          <a:pt x="57" y="91"/>
                          <a:pt x="65" y="91"/>
                        </a:cubicBezTo>
                        <a:cubicBezTo>
                          <a:pt x="65" y="91"/>
                          <a:pt x="65" y="91"/>
                          <a:pt x="65" y="91"/>
                        </a:cubicBezTo>
                        <a:cubicBezTo>
                          <a:pt x="65" y="1"/>
                          <a:pt x="65" y="1"/>
                          <a:pt x="65" y="1"/>
                        </a:cubicBezTo>
                        <a:cubicBezTo>
                          <a:pt x="64" y="1"/>
                          <a:pt x="63" y="1"/>
                          <a:pt x="62" y="1"/>
                        </a:cubicBezTo>
                        <a:cubicBezTo>
                          <a:pt x="62" y="1"/>
                          <a:pt x="62" y="1"/>
                          <a:pt x="62" y="1"/>
                        </a:cubicBezTo>
                        <a:cubicBezTo>
                          <a:pt x="61" y="1"/>
                          <a:pt x="61" y="1"/>
                          <a:pt x="60" y="1"/>
                        </a:cubicBezTo>
                        <a:cubicBezTo>
                          <a:pt x="59" y="1"/>
                          <a:pt x="58" y="1"/>
                          <a:pt x="56" y="1"/>
                        </a:cubicBezTo>
                        <a:cubicBezTo>
                          <a:pt x="51" y="1"/>
                          <a:pt x="47" y="1"/>
                          <a:pt x="42" y="1"/>
                        </a:cubicBezTo>
                        <a:cubicBezTo>
                          <a:pt x="33" y="1"/>
                          <a:pt x="24" y="1"/>
                          <a:pt x="15" y="1"/>
                        </a:cubicBezTo>
                        <a:cubicBezTo>
                          <a:pt x="10" y="1"/>
                          <a:pt x="5" y="1"/>
                          <a:pt x="0" y="0"/>
                        </a:cubicBezTo>
                      </a:path>
                    </a:pathLst>
                  </a:custGeom>
                  <a:solidFill>
                    <a:srgbClr val="575E6E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9" name="AutoShape 179"/>
                  <p:cNvSpPr/>
                  <p:nvPr/>
                </p:nvSpPr>
                <p:spPr>
                  <a:xfrm>
                    <a:off x="-2195627" y="9504908"/>
                    <a:ext cx="34134" cy="2673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" h="206">
                        <a:moveTo>
                          <a:pt x="26" y="0"/>
                        </a:moveTo>
                        <a:cubicBezTo>
                          <a:pt x="21" y="0"/>
                          <a:pt x="17" y="1"/>
                          <a:pt x="13" y="3"/>
                        </a:cubicBezTo>
                        <a:cubicBezTo>
                          <a:pt x="9" y="12"/>
                          <a:pt x="4" y="22"/>
                          <a:pt x="0" y="32"/>
                        </a:cubicBezTo>
                        <a:cubicBezTo>
                          <a:pt x="1" y="181"/>
                          <a:pt x="1" y="181"/>
                          <a:pt x="1" y="181"/>
                        </a:cubicBezTo>
                        <a:cubicBezTo>
                          <a:pt x="1" y="195"/>
                          <a:pt x="12" y="206"/>
                          <a:pt x="27" y="206"/>
                        </a:cubicBezTo>
                        <a:cubicBezTo>
                          <a:pt x="27" y="206"/>
                          <a:pt x="27" y="206"/>
                          <a:pt x="27" y="206"/>
                        </a:cubicBezTo>
                        <a:cubicBezTo>
                          <a:pt x="28" y="206"/>
                          <a:pt x="29" y="207"/>
                          <a:pt x="29" y="207"/>
                        </a:cubicBezTo>
                        <a:cubicBezTo>
                          <a:pt x="29" y="207"/>
                          <a:pt x="29" y="207"/>
                          <a:pt x="29" y="207"/>
                        </a:cubicBezTo>
                        <a:cubicBezTo>
                          <a:pt x="29" y="207"/>
                          <a:pt x="29" y="207"/>
                          <a:pt x="29" y="207"/>
                        </a:cubicBezTo>
                        <a:cubicBezTo>
                          <a:pt x="29" y="207"/>
                          <a:pt x="29" y="207"/>
                          <a:pt x="29" y="207"/>
                        </a:cubicBezTo>
                        <a:cubicBezTo>
                          <a:pt x="29" y="0"/>
                          <a:pt x="29" y="0"/>
                          <a:pt x="29" y="0"/>
                        </a:cubicBezTo>
                        <a:cubicBezTo>
                          <a:pt x="29" y="0"/>
                          <a:pt x="29" y="0"/>
                          <a:pt x="29" y="0"/>
                        </a:cubicBezTo>
                        <a:cubicBezTo>
                          <a:pt x="29" y="0"/>
                          <a:pt x="27" y="0"/>
                          <a:pt x="26" y="0"/>
                        </a:cubicBezTo>
                      </a:path>
                    </a:pathLst>
                  </a:custGeom>
                  <a:solidFill>
                    <a:srgbClr val="575E6E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0" name="AutoShape 180"/>
                  <p:cNvSpPr/>
                  <p:nvPr/>
                </p:nvSpPr>
                <p:spPr>
                  <a:xfrm>
                    <a:off x="-1325194" y="9834875"/>
                    <a:ext cx="56891" cy="17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14">
                        <a:moveTo>
                          <a:pt x="0" y="0"/>
                        </a:moveTo>
                        <a:cubicBezTo>
                          <a:pt x="6" y="5"/>
                          <a:pt x="21" y="10"/>
                          <a:pt x="42" y="14"/>
                        </a:cubicBezTo>
                        <a:cubicBezTo>
                          <a:pt x="21" y="10"/>
                          <a:pt x="6" y="5"/>
                          <a:pt x="0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1" name="AutoShape 181"/>
                  <p:cNvSpPr/>
                  <p:nvPr/>
                </p:nvSpPr>
                <p:spPr>
                  <a:xfrm>
                    <a:off x="-1330884" y="9692649"/>
                    <a:ext cx="403927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" h="149">
                        <a:moveTo>
                          <a:pt x="0" y="0"/>
                        </a:move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104"/>
                          <a:pt x="0" y="104"/>
                          <a:pt x="0" y="104"/>
                        </a:cubicBezTo>
                        <a:cubicBezTo>
                          <a:pt x="0" y="106"/>
                          <a:pt x="1" y="108"/>
                          <a:pt x="4" y="110"/>
                        </a:cubicBezTo>
                        <a:cubicBezTo>
                          <a:pt x="10" y="115"/>
                          <a:pt x="25" y="120"/>
                          <a:pt x="46" y="124"/>
                        </a:cubicBezTo>
                        <a:cubicBezTo>
                          <a:pt x="98" y="135"/>
                          <a:pt x="192" y="144"/>
                          <a:pt x="307" y="149"/>
                        </a:cubicBezTo>
                        <a:cubicBezTo>
                          <a:pt x="310" y="127"/>
                          <a:pt x="312" y="105"/>
                          <a:pt x="312" y="83"/>
                        </a:cubicBezTo>
                        <a:cubicBezTo>
                          <a:pt x="312" y="72"/>
                          <a:pt x="311" y="60"/>
                          <a:pt x="310" y="49"/>
                        </a:cubicBezTo>
                        <a:cubicBezTo>
                          <a:pt x="129" y="42"/>
                          <a:pt x="0" y="25"/>
                          <a:pt x="0" y="5"/>
                        </a:cubicBezTo>
                        <a:cubicBezTo>
                          <a:pt x="0" y="4"/>
                          <a:pt x="0" y="3"/>
                          <a:pt x="1" y="2"/>
                        </a:cubicBezTo>
                        <a:cubicBezTo>
                          <a:pt x="0" y="1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CEA05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2" name="AutoShape 182"/>
                  <p:cNvSpPr/>
                  <p:nvPr/>
                </p:nvSpPr>
                <p:spPr>
                  <a:xfrm>
                    <a:off x="-1330884" y="9692649"/>
                    <a:ext cx="398236" cy="625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0" h="47">
                        <a:moveTo>
                          <a:pt x="1" y="0"/>
                        </a:move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23"/>
                          <a:pt x="129" y="40"/>
                          <a:pt x="310" y="47"/>
                        </a:cubicBezTo>
                        <a:cubicBezTo>
                          <a:pt x="310" y="45"/>
                          <a:pt x="310" y="43"/>
                          <a:pt x="310" y="41"/>
                        </a:cubicBezTo>
                        <a:cubicBezTo>
                          <a:pt x="137" y="35"/>
                          <a:pt x="12" y="19"/>
                          <a:pt x="1" y="0"/>
                        </a:cubicBezTo>
                      </a:path>
                    </a:pathLst>
                  </a:custGeom>
                  <a:solidFill>
                    <a:srgbClr val="E1AD3A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3" name="AutoShape 183"/>
                  <p:cNvSpPr/>
                  <p:nvPr/>
                </p:nvSpPr>
                <p:spPr>
                  <a:xfrm>
                    <a:off x="-1330884" y="9692649"/>
                    <a:ext cx="398236" cy="56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0" h="43">
                        <a:moveTo>
                          <a:pt x="193" y="20"/>
                        </a:moveTo>
                        <a:cubicBezTo>
                          <a:pt x="227" y="23"/>
                          <a:pt x="266" y="25"/>
                          <a:pt x="308" y="27"/>
                        </a:cubicBezTo>
                        <a:cubicBezTo>
                          <a:pt x="308" y="26"/>
                          <a:pt x="308" y="26"/>
                          <a:pt x="308" y="25"/>
                        </a:cubicBezTo>
                        <a:cubicBezTo>
                          <a:pt x="268" y="24"/>
                          <a:pt x="229" y="22"/>
                          <a:pt x="193" y="20"/>
                        </a:cubicBezTo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1" y="2"/>
                        </a:cubicBezTo>
                        <a:cubicBezTo>
                          <a:pt x="12" y="21"/>
                          <a:pt x="137" y="37"/>
                          <a:pt x="310" y="43"/>
                        </a:cubicBezTo>
                        <a:cubicBezTo>
                          <a:pt x="310" y="40"/>
                          <a:pt x="310" y="38"/>
                          <a:pt x="309" y="35"/>
                        </a:cubicBezTo>
                        <a:cubicBezTo>
                          <a:pt x="281" y="34"/>
                          <a:pt x="254" y="32"/>
                          <a:pt x="230" y="31"/>
                        </a:cubicBezTo>
                        <a:cubicBezTo>
                          <a:pt x="157" y="26"/>
                          <a:pt x="100" y="20"/>
                          <a:pt x="70" y="13"/>
                        </a:cubicBezTo>
                        <a:cubicBezTo>
                          <a:pt x="63" y="12"/>
                          <a:pt x="58" y="10"/>
                          <a:pt x="54" y="8"/>
                        </a:cubicBezTo>
                        <a:cubicBezTo>
                          <a:pt x="33" y="6"/>
                          <a:pt x="15" y="3"/>
                          <a:pt x="0" y="0"/>
                        </a:cubicBezTo>
                      </a:path>
                    </a:pathLst>
                  </a:custGeom>
                  <a:solidFill>
                    <a:srgbClr val="E1AD3A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4" name="AutoShape 184"/>
                  <p:cNvSpPr/>
                  <p:nvPr/>
                </p:nvSpPr>
                <p:spPr>
                  <a:xfrm>
                    <a:off x="-1262616" y="9704028"/>
                    <a:ext cx="329968" cy="341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27">
                        <a:moveTo>
                          <a:pt x="0" y="0"/>
                        </a:moveTo>
                        <a:cubicBezTo>
                          <a:pt x="4" y="2"/>
                          <a:pt x="9" y="4"/>
                          <a:pt x="16" y="5"/>
                        </a:cubicBezTo>
                        <a:cubicBezTo>
                          <a:pt x="46" y="12"/>
                          <a:pt x="103" y="18"/>
                          <a:pt x="176" y="23"/>
                        </a:cubicBezTo>
                        <a:cubicBezTo>
                          <a:pt x="200" y="24"/>
                          <a:pt x="227" y="26"/>
                          <a:pt x="255" y="27"/>
                        </a:cubicBezTo>
                        <a:cubicBezTo>
                          <a:pt x="255" y="24"/>
                          <a:pt x="255" y="21"/>
                          <a:pt x="254" y="19"/>
                        </a:cubicBezTo>
                        <a:cubicBezTo>
                          <a:pt x="212" y="17"/>
                          <a:pt x="173" y="15"/>
                          <a:pt x="139" y="12"/>
                        </a:cubicBezTo>
                        <a:cubicBezTo>
                          <a:pt x="85" y="9"/>
                          <a:pt x="38" y="5"/>
                          <a:pt x="0" y="0"/>
                        </a:cubicBezTo>
                      </a:path>
                    </a:pathLst>
                  </a:custGeom>
                  <a:solidFill>
                    <a:srgbClr val="E3C28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5" name="AutoShape 185"/>
                  <p:cNvSpPr/>
                  <p:nvPr/>
                </p:nvSpPr>
                <p:spPr>
                  <a:xfrm>
                    <a:off x="-1387775" y="9675580"/>
                    <a:ext cx="56891" cy="17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15">
                        <a:moveTo>
                          <a:pt x="0" y="0"/>
                        </a:moveTo>
                        <a:cubicBezTo>
                          <a:pt x="6" y="5"/>
                          <a:pt x="21" y="10"/>
                          <a:pt x="42" y="15"/>
                        </a:cubicBezTo>
                        <a:cubicBezTo>
                          <a:pt x="21" y="10"/>
                          <a:pt x="6" y="5"/>
                          <a:pt x="0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6" name="AutoShape 186"/>
                  <p:cNvSpPr/>
                  <p:nvPr/>
                </p:nvSpPr>
                <p:spPr>
                  <a:xfrm>
                    <a:off x="-1387775" y="9527665"/>
                    <a:ext cx="455127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5" h="151"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72"/>
                          <a:pt x="0" y="72"/>
                          <a:pt x="0" y="72"/>
                        </a:cubicBez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07"/>
                          <a:pt x="1" y="109"/>
                          <a:pt x="4" y="111"/>
                        </a:cubicBezTo>
                        <a:cubicBezTo>
                          <a:pt x="10" y="116"/>
                          <a:pt x="25" y="121"/>
                          <a:pt x="46" y="126"/>
                        </a:cubicBezTo>
                        <a:cubicBezTo>
                          <a:pt x="46" y="126"/>
                          <a:pt x="47" y="126"/>
                          <a:pt x="47" y="126"/>
                        </a:cubicBezTo>
                        <a:cubicBezTo>
                          <a:pt x="47" y="126"/>
                          <a:pt x="47" y="126"/>
                          <a:pt x="47" y="126"/>
                        </a:cubicBezTo>
                        <a:cubicBezTo>
                          <a:pt x="62" y="129"/>
                          <a:pt x="80" y="132"/>
                          <a:pt x="101" y="134"/>
                        </a:cubicBezTo>
                        <a:cubicBezTo>
                          <a:pt x="139" y="139"/>
                          <a:pt x="186" y="143"/>
                          <a:pt x="240" y="146"/>
                        </a:cubicBezTo>
                        <a:cubicBezTo>
                          <a:pt x="276" y="148"/>
                          <a:pt x="315" y="150"/>
                          <a:pt x="355" y="151"/>
                        </a:cubicBezTo>
                        <a:cubicBezTo>
                          <a:pt x="351" y="117"/>
                          <a:pt x="344" y="83"/>
                          <a:pt x="334" y="51"/>
                        </a:cubicBezTo>
                        <a:cubicBezTo>
                          <a:pt x="140" y="44"/>
                          <a:pt x="0" y="27"/>
                          <a:pt x="0" y="6"/>
                        </a:cubicBezTo>
                        <a:cubicBezTo>
                          <a:pt x="0" y="5"/>
                          <a:pt x="0" y="4"/>
                          <a:pt x="1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CEA05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7" name="AutoShape 187"/>
                  <p:cNvSpPr/>
                  <p:nvPr/>
                </p:nvSpPr>
                <p:spPr>
                  <a:xfrm>
                    <a:off x="-1387775" y="9533355"/>
                    <a:ext cx="426684" cy="625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" h="48">
                        <a:moveTo>
                          <a:pt x="1" y="0"/>
                        </a:move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24"/>
                          <a:pt x="140" y="41"/>
                          <a:pt x="334" y="48"/>
                        </a:cubicBezTo>
                        <a:cubicBezTo>
                          <a:pt x="333" y="46"/>
                          <a:pt x="332" y="44"/>
                          <a:pt x="332" y="42"/>
                        </a:cubicBezTo>
                        <a:cubicBezTo>
                          <a:pt x="147" y="36"/>
                          <a:pt x="12" y="20"/>
                          <a:pt x="1" y="0"/>
                        </a:cubicBezTo>
                      </a:path>
                    </a:pathLst>
                  </a:custGeom>
                  <a:solidFill>
                    <a:srgbClr val="CFA667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8" name="AutoShape 188"/>
                  <p:cNvSpPr/>
                  <p:nvPr/>
                </p:nvSpPr>
                <p:spPr>
                  <a:xfrm>
                    <a:off x="-1387775" y="9476464"/>
                    <a:ext cx="426684" cy="1137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85">
                        <a:moveTo>
                          <a:pt x="222" y="0"/>
                        </a:moveTo>
                        <a:cubicBezTo>
                          <a:pt x="183" y="3"/>
                          <a:pt x="148" y="6"/>
                          <a:pt x="117" y="9"/>
                        </a:cubicBezTo>
                        <a:cubicBezTo>
                          <a:pt x="44" y="17"/>
                          <a:pt x="0" y="28"/>
                          <a:pt x="0" y="40"/>
                        </a:cubicBezTo>
                        <a:cubicBezTo>
                          <a:pt x="0" y="40"/>
                          <a:pt x="0" y="40"/>
                          <a:pt x="0" y="40"/>
                        </a:cubicBezTo>
                        <a:cubicBezTo>
                          <a:pt x="0" y="41"/>
                          <a:pt x="0" y="42"/>
                          <a:pt x="1" y="43"/>
                        </a:cubicBezTo>
                        <a:cubicBezTo>
                          <a:pt x="12" y="63"/>
                          <a:pt x="147" y="79"/>
                          <a:pt x="332" y="85"/>
                        </a:cubicBezTo>
                        <a:cubicBezTo>
                          <a:pt x="330" y="81"/>
                          <a:pt x="329" y="77"/>
                          <a:pt x="327" y="72"/>
                        </a:cubicBezTo>
                        <a:cubicBezTo>
                          <a:pt x="163" y="67"/>
                          <a:pt x="47" y="54"/>
                          <a:pt x="47" y="39"/>
                        </a:cubicBezTo>
                        <a:cubicBezTo>
                          <a:pt x="47" y="27"/>
                          <a:pt x="116" y="16"/>
                          <a:pt x="222" y="10"/>
                        </a:cubicBezTo>
                        <a:cubicBezTo>
                          <a:pt x="222" y="0"/>
                          <a:pt x="222" y="0"/>
                          <a:pt x="222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9" name="AutoShape 189"/>
                  <p:cNvSpPr/>
                  <p:nvPr/>
                </p:nvSpPr>
                <p:spPr>
                  <a:xfrm>
                    <a:off x="-1330884" y="9493530"/>
                    <a:ext cx="364102" cy="796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" h="62">
                        <a:moveTo>
                          <a:pt x="175" y="0"/>
                        </a:moveTo>
                        <a:cubicBezTo>
                          <a:pt x="69" y="6"/>
                          <a:pt x="0" y="17"/>
                          <a:pt x="0" y="29"/>
                        </a:cubicBezTo>
                        <a:cubicBezTo>
                          <a:pt x="0" y="44"/>
                          <a:pt x="116" y="57"/>
                          <a:pt x="280" y="62"/>
                        </a:cubicBezTo>
                        <a:cubicBezTo>
                          <a:pt x="277" y="54"/>
                          <a:pt x="274" y="45"/>
                          <a:pt x="270" y="37"/>
                        </a:cubicBezTo>
                        <a:cubicBezTo>
                          <a:pt x="237" y="32"/>
                          <a:pt x="212" y="27"/>
                          <a:pt x="196" y="22"/>
                        </a:cubicBezTo>
                        <a:cubicBezTo>
                          <a:pt x="196" y="22"/>
                          <a:pt x="196" y="22"/>
                          <a:pt x="196" y="22"/>
                        </a:cubicBezTo>
                        <a:cubicBezTo>
                          <a:pt x="196" y="22"/>
                          <a:pt x="196" y="22"/>
                          <a:pt x="196" y="22"/>
                        </a:cubicBezTo>
                        <a:cubicBezTo>
                          <a:pt x="190" y="20"/>
                          <a:pt x="185" y="18"/>
                          <a:pt x="182" y="16"/>
                        </a:cubicBezTo>
                        <a:cubicBezTo>
                          <a:pt x="182" y="16"/>
                          <a:pt x="182" y="16"/>
                          <a:pt x="182" y="16"/>
                        </a:cubicBezTo>
                        <a:cubicBezTo>
                          <a:pt x="182" y="16"/>
                          <a:pt x="182" y="16"/>
                          <a:pt x="182" y="16"/>
                        </a:cubicBezTo>
                        <a:cubicBezTo>
                          <a:pt x="182" y="16"/>
                          <a:pt x="182" y="16"/>
                          <a:pt x="182" y="16"/>
                        </a:cubicBezTo>
                        <a:cubicBezTo>
                          <a:pt x="182" y="16"/>
                          <a:pt x="182" y="16"/>
                          <a:pt x="182" y="16"/>
                        </a:cubicBezTo>
                        <a:cubicBezTo>
                          <a:pt x="177" y="14"/>
                          <a:pt x="175" y="11"/>
                          <a:pt x="175" y="8"/>
                        </a:cubicBezTo>
                        <a:cubicBezTo>
                          <a:pt x="175" y="0"/>
                          <a:pt x="175" y="0"/>
                          <a:pt x="175" y="0"/>
                        </a:cubicBezTo>
                      </a:path>
                    </a:pathLst>
                  </a:custGeom>
                  <a:solidFill>
                    <a:srgbClr val="E1AD3A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0" name="AutoShape 190"/>
                  <p:cNvSpPr/>
                  <p:nvPr/>
                </p:nvSpPr>
                <p:spPr>
                  <a:xfrm>
                    <a:off x="-1097630" y="9510599"/>
                    <a:ext cx="22756" cy="11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" h="6">
                        <a:moveTo>
                          <a:pt x="14" y="6"/>
                        </a:moveTo>
                        <a:cubicBezTo>
                          <a:pt x="14" y="6"/>
                          <a:pt x="14" y="6"/>
                          <a:pt x="14" y="6"/>
                        </a:cubicBezTo>
                        <a:cubicBezTo>
                          <a:pt x="14" y="6"/>
                          <a:pt x="14" y="6"/>
                          <a:pt x="14" y="6"/>
                        </a:cubicBezTo>
                        <a:moveTo>
                          <a:pt x="0" y="0"/>
                        </a:moveTo>
                        <a:cubicBezTo>
                          <a:pt x="3" y="2"/>
                          <a:pt x="8" y="4"/>
                          <a:pt x="14" y="6"/>
                        </a:cubicBezTo>
                        <a:cubicBezTo>
                          <a:pt x="8" y="4"/>
                          <a:pt x="3" y="2"/>
                          <a:pt x="0" y="0"/>
                        </a:cubicBezTo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1" name="AutoShape 191"/>
                  <p:cNvSpPr/>
                  <p:nvPr/>
                </p:nvSpPr>
                <p:spPr>
                  <a:xfrm>
                    <a:off x="-1103321" y="9408195"/>
                    <a:ext cx="119473" cy="1308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" h="103">
                        <a:moveTo>
                          <a:pt x="0" y="0"/>
                        </a:moveTo>
                        <a:cubicBezTo>
                          <a:pt x="0" y="56"/>
                          <a:pt x="0" y="56"/>
                          <a:pt x="0" y="56"/>
                        </a:cubicBezTo>
                        <a:cubicBezTo>
                          <a:pt x="0" y="66"/>
                          <a:pt x="0" y="66"/>
                          <a:pt x="0" y="66"/>
                        </a:cubicBezTo>
                        <a:cubicBezTo>
                          <a:pt x="0" y="74"/>
                          <a:pt x="0" y="74"/>
                          <a:pt x="0" y="74"/>
                        </a:cubicBezTo>
                        <a:cubicBezTo>
                          <a:pt x="0" y="77"/>
                          <a:pt x="2" y="80"/>
                          <a:pt x="7" y="82"/>
                        </a:cubicBezTo>
                        <a:cubicBezTo>
                          <a:pt x="7" y="82"/>
                          <a:pt x="7" y="82"/>
                          <a:pt x="7" y="82"/>
                        </a:cubicBezTo>
                        <a:cubicBezTo>
                          <a:pt x="7" y="82"/>
                          <a:pt x="7" y="82"/>
                          <a:pt x="7" y="82"/>
                        </a:cubicBezTo>
                        <a:cubicBezTo>
                          <a:pt x="7" y="82"/>
                          <a:pt x="7" y="82"/>
                          <a:pt x="7" y="82"/>
                        </a:cubicBezTo>
                        <a:cubicBezTo>
                          <a:pt x="7" y="82"/>
                          <a:pt x="7" y="82"/>
                          <a:pt x="7" y="82"/>
                        </a:cubicBezTo>
                        <a:cubicBezTo>
                          <a:pt x="10" y="84"/>
                          <a:pt x="15" y="86"/>
                          <a:pt x="21" y="88"/>
                        </a:cubicBezTo>
                        <a:cubicBezTo>
                          <a:pt x="21" y="88"/>
                          <a:pt x="21" y="88"/>
                          <a:pt x="21" y="88"/>
                        </a:cubicBezTo>
                        <a:cubicBezTo>
                          <a:pt x="21" y="88"/>
                          <a:pt x="21" y="88"/>
                          <a:pt x="21" y="88"/>
                        </a:cubicBezTo>
                        <a:cubicBezTo>
                          <a:pt x="37" y="93"/>
                          <a:pt x="62" y="98"/>
                          <a:pt x="95" y="103"/>
                        </a:cubicBezTo>
                        <a:cubicBezTo>
                          <a:pt x="79" y="66"/>
                          <a:pt x="60" y="33"/>
                          <a:pt x="37" y="1"/>
                        </a:cubicBezTo>
                        <a:cubicBezTo>
                          <a:pt x="24" y="1"/>
                          <a:pt x="12" y="0"/>
                          <a:pt x="0" y="0"/>
                        </a:cubicBezTo>
                      </a:path>
                    </a:pathLst>
                  </a:custGeom>
                  <a:solidFill>
                    <a:srgbClr val="CEA05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2" name="AutoShape 192"/>
                  <p:cNvSpPr/>
                  <p:nvPr/>
                </p:nvSpPr>
                <p:spPr>
                  <a:xfrm>
                    <a:off x="-1444667" y="9356991"/>
                    <a:ext cx="22756" cy="11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" h="9">
                        <a:moveTo>
                          <a:pt x="0" y="1"/>
                        </a:moveTo>
                        <a:cubicBezTo>
                          <a:pt x="4" y="3"/>
                          <a:pt x="11" y="6"/>
                          <a:pt x="20" y="9"/>
                        </a:cubicBezTo>
                        <a:cubicBezTo>
                          <a:pt x="11" y="6"/>
                          <a:pt x="4" y="3"/>
                          <a:pt x="0" y="1"/>
                        </a:cubicBezTo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3" name="AutoShape 193"/>
                  <p:cNvSpPr/>
                  <p:nvPr/>
                </p:nvSpPr>
                <p:spPr>
                  <a:xfrm>
                    <a:off x="-1450354" y="9214766"/>
                    <a:ext cx="392549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6" h="149"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"/>
                          <a:pt x="0" y="21"/>
                          <a:pt x="0" y="21"/>
                        </a:cubicBezTo>
                        <a:cubicBezTo>
                          <a:pt x="0" y="95"/>
                          <a:pt x="0" y="95"/>
                          <a:pt x="0" y="95"/>
                        </a:cubicBez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07"/>
                          <a:pt x="1" y="109"/>
                          <a:pt x="4" y="111"/>
                        </a:cubicBezTo>
                        <a:cubicBezTo>
                          <a:pt x="4" y="111"/>
                          <a:pt x="4" y="111"/>
                          <a:pt x="4" y="111"/>
                        </a:cubicBezTo>
                        <a:cubicBezTo>
                          <a:pt x="4" y="112"/>
                          <a:pt x="4" y="112"/>
                          <a:pt x="4" y="112"/>
                        </a:cubicBezTo>
                        <a:cubicBezTo>
                          <a:pt x="8" y="114"/>
                          <a:pt x="15" y="117"/>
                          <a:pt x="24" y="120"/>
                        </a:cubicBezTo>
                        <a:cubicBezTo>
                          <a:pt x="25" y="120"/>
                          <a:pt x="25" y="120"/>
                          <a:pt x="25" y="120"/>
                        </a:cubicBezTo>
                        <a:cubicBezTo>
                          <a:pt x="43" y="125"/>
                          <a:pt x="70" y="130"/>
                          <a:pt x="104" y="134"/>
                        </a:cubicBezTo>
                        <a:cubicBezTo>
                          <a:pt x="138" y="139"/>
                          <a:pt x="179" y="142"/>
                          <a:pt x="225" y="145"/>
                        </a:cubicBezTo>
                        <a:cubicBezTo>
                          <a:pt x="239" y="146"/>
                          <a:pt x="254" y="147"/>
                          <a:pt x="269" y="148"/>
                        </a:cubicBezTo>
                        <a:cubicBezTo>
                          <a:pt x="281" y="148"/>
                          <a:pt x="293" y="149"/>
                          <a:pt x="306" y="149"/>
                        </a:cubicBezTo>
                        <a:cubicBezTo>
                          <a:pt x="276" y="109"/>
                          <a:pt x="241" y="74"/>
                          <a:pt x="201" y="44"/>
                        </a:cubicBezTo>
                        <a:cubicBezTo>
                          <a:pt x="79" y="35"/>
                          <a:pt x="0" y="21"/>
                          <a:pt x="0" y="5"/>
                        </a:cubicBezTo>
                        <a:cubicBezTo>
                          <a:pt x="0" y="4"/>
                          <a:pt x="0" y="4"/>
                          <a:pt x="1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CEA05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4" name="AutoShape 194"/>
                  <p:cNvSpPr/>
                  <p:nvPr/>
                </p:nvSpPr>
                <p:spPr>
                  <a:xfrm>
                    <a:off x="-1450354" y="9220453"/>
                    <a:ext cx="256010" cy="512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41">
                        <a:moveTo>
                          <a:pt x="1" y="0"/>
                        </a:move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0" y="18"/>
                          <a:pt x="79" y="32"/>
                          <a:pt x="201" y="41"/>
                        </a:cubicBezTo>
                        <a:cubicBezTo>
                          <a:pt x="198" y="39"/>
                          <a:pt x="195" y="37"/>
                          <a:pt x="193" y="35"/>
                        </a:cubicBezTo>
                        <a:cubicBezTo>
                          <a:pt x="83" y="27"/>
                          <a:pt x="9" y="14"/>
                          <a:pt x="1" y="0"/>
                        </a:cubicBezTo>
                      </a:path>
                    </a:pathLst>
                  </a:custGeom>
                  <a:solidFill>
                    <a:srgbClr val="CFA667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5" name="AutoShape 195"/>
                  <p:cNvSpPr/>
                  <p:nvPr/>
                </p:nvSpPr>
                <p:spPr>
                  <a:xfrm>
                    <a:off x="-1450354" y="9180631"/>
                    <a:ext cx="250320" cy="853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" h="64">
                        <a:moveTo>
                          <a:pt x="101" y="11"/>
                        </a:moveTo>
                        <a:cubicBezTo>
                          <a:pt x="89" y="13"/>
                          <a:pt x="79" y="15"/>
                          <a:pt x="72" y="17"/>
                        </a:cubicBezTo>
                        <a:cubicBezTo>
                          <a:pt x="63" y="19"/>
                          <a:pt x="57" y="21"/>
                          <a:pt x="54" y="23"/>
                        </a:cubicBezTo>
                        <a:cubicBezTo>
                          <a:pt x="52" y="23"/>
                          <a:pt x="51" y="24"/>
                          <a:pt x="51" y="24"/>
                        </a:cubicBezTo>
                        <a:cubicBezTo>
                          <a:pt x="51" y="25"/>
                          <a:pt x="51" y="25"/>
                          <a:pt x="52" y="25"/>
                        </a:cubicBezTo>
                        <a:cubicBezTo>
                          <a:pt x="53" y="26"/>
                          <a:pt x="55" y="27"/>
                          <a:pt x="57" y="28"/>
                        </a:cubicBezTo>
                        <a:cubicBezTo>
                          <a:pt x="63" y="30"/>
                          <a:pt x="71" y="32"/>
                          <a:pt x="82" y="35"/>
                        </a:cubicBezTo>
                        <a:cubicBezTo>
                          <a:pt x="102" y="38"/>
                          <a:pt x="130" y="42"/>
                          <a:pt x="164" y="45"/>
                        </a:cubicBezTo>
                        <a:cubicBezTo>
                          <a:pt x="144" y="32"/>
                          <a:pt x="123" y="21"/>
                          <a:pt x="101" y="11"/>
                        </a:cubicBezTo>
                        <a:moveTo>
                          <a:pt x="75" y="0"/>
                        </a:moveTo>
                        <a:cubicBezTo>
                          <a:pt x="27" y="8"/>
                          <a:pt x="0" y="16"/>
                          <a:pt x="0" y="26"/>
                        </a:cubicBezTo>
                        <a:cubicBezTo>
                          <a:pt x="0" y="26"/>
                          <a:pt x="0" y="26"/>
                          <a:pt x="0" y="26"/>
                        </a:cubicBezTo>
                        <a:cubicBezTo>
                          <a:pt x="0" y="27"/>
                          <a:pt x="0" y="28"/>
                          <a:pt x="1" y="29"/>
                        </a:cubicBezTo>
                        <a:cubicBezTo>
                          <a:pt x="9" y="43"/>
                          <a:pt x="83" y="56"/>
                          <a:pt x="193" y="64"/>
                        </a:cubicBezTo>
                        <a:cubicBezTo>
                          <a:pt x="188" y="60"/>
                          <a:pt x="183" y="57"/>
                          <a:pt x="179" y="54"/>
                        </a:cubicBezTo>
                        <a:cubicBezTo>
                          <a:pt x="130" y="50"/>
                          <a:pt x="93" y="45"/>
                          <a:pt x="70" y="40"/>
                        </a:cubicBezTo>
                        <a:cubicBezTo>
                          <a:pt x="61" y="38"/>
                          <a:pt x="54" y="36"/>
                          <a:pt x="50" y="33"/>
                        </a:cubicBezTo>
                        <a:cubicBezTo>
                          <a:pt x="47" y="32"/>
                          <a:pt x="45" y="31"/>
                          <a:pt x="44" y="28"/>
                        </a:cubicBezTo>
                        <a:cubicBezTo>
                          <a:pt x="43" y="27"/>
                          <a:pt x="43" y="26"/>
                          <a:pt x="43" y="24"/>
                        </a:cubicBezTo>
                        <a:cubicBezTo>
                          <a:pt x="43" y="23"/>
                          <a:pt x="43" y="22"/>
                          <a:pt x="44" y="20"/>
                        </a:cubicBezTo>
                        <a:cubicBezTo>
                          <a:pt x="45" y="19"/>
                          <a:pt x="46" y="18"/>
                          <a:pt x="47" y="18"/>
                        </a:cubicBezTo>
                        <a:cubicBezTo>
                          <a:pt x="49" y="16"/>
                          <a:pt x="51" y="15"/>
                          <a:pt x="54" y="13"/>
                        </a:cubicBezTo>
                        <a:cubicBezTo>
                          <a:pt x="61" y="11"/>
                          <a:pt x="70" y="9"/>
                          <a:pt x="81" y="6"/>
                        </a:cubicBezTo>
                        <a:cubicBezTo>
                          <a:pt x="83" y="6"/>
                          <a:pt x="85" y="6"/>
                          <a:pt x="87" y="5"/>
                        </a:cubicBezTo>
                        <a:cubicBezTo>
                          <a:pt x="83" y="4"/>
                          <a:pt x="79" y="2"/>
                          <a:pt x="75" y="0"/>
                        </a:cubicBezTo>
                      </a:path>
                    </a:pathLst>
                  </a:custGeom>
                  <a:solidFill>
                    <a:srgbClr val="E1AD3A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6" name="AutoShape 196"/>
                  <p:cNvSpPr/>
                  <p:nvPr/>
                </p:nvSpPr>
                <p:spPr>
                  <a:xfrm>
                    <a:off x="-1393463" y="9186319"/>
                    <a:ext cx="170672" cy="68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" h="49">
                        <a:moveTo>
                          <a:pt x="44" y="0"/>
                        </a:moveTo>
                        <a:cubicBezTo>
                          <a:pt x="42" y="1"/>
                          <a:pt x="40" y="1"/>
                          <a:pt x="38" y="1"/>
                        </a:cubicBezTo>
                        <a:cubicBezTo>
                          <a:pt x="27" y="4"/>
                          <a:pt x="18" y="6"/>
                          <a:pt x="11" y="8"/>
                        </a:cubicBezTo>
                        <a:cubicBezTo>
                          <a:pt x="8" y="10"/>
                          <a:pt x="6" y="11"/>
                          <a:pt x="4" y="13"/>
                        </a:cubicBezTo>
                        <a:cubicBezTo>
                          <a:pt x="3" y="13"/>
                          <a:pt x="2" y="14"/>
                          <a:pt x="1" y="15"/>
                        </a:cubicBezTo>
                        <a:cubicBezTo>
                          <a:pt x="0" y="17"/>
                          <a:pt x="0" y="18"/>
                          <a:pt x="0" y="19"/>
                        </a:cubicBezTo>
                        <a:cubicBezTo>
                          <a:pt x="0" y="21"/>
                          <a:pt x="0" y="22"/>
                          <a:pt x="1" y="23"/>
                        </a:cubicBezTo>
                        <a:cubicBezTo>
                          <a:pt x="2" y="26"/>
                          <a:pt x="4" y="27"/>
                          <a:pt x="7" y="28"/>
                        </a:cubicBezTo>
                        <a:cubicBezTo>
                          <a:pt x="11" y="31"/>
                          <a:pt x="18" y="33"/>
                          <a:pt x="27" y="35"/>
                        </a:cubicBezTo>
                        <a:cubicBezTo>
                          <a:pt x="50" y="40"/>
                          <a:pt x="87" y="45"/>
                          <a:pt x="136" y="49"/>
                        </a:cubicBezTo>
                        <a:cubicBezTo>
                          <a:pt x="131" y="46"/>
                          <a:pt x="126" y="43"/>
                          <a:pt x="121" y="40"/>
                        </a:cubicBezTo>
                        <a:cubicBezTo>
                          <a:pt x="87" y="37"/>
                          <a:pt x="59" y="33"/>
                          <a:pt x="39" y="30"/>
                        </a:cubicBezTo>
                        <a:cubicBezTo>
                          <a:pt x="28" y="27"/>
                          <a:pt x="20" y="25"/>
                          <a:pt x="14" y="23"/>
                        </a:cubicBezTo>
                        <a:cubicBezTo>
                          <a:pt x="12" y="22"/>
                          <a:pt x="10" y="21"/>
                          <a:pt x="9" y="20"/>
                        </a:cubicBezTo>
                        <a:cubicBezTo>
                          <a:pt x="8" y="20"/>
                          <a:pt x="8" y="20"/>
                          <a:pt x="8" y="19"/>
                        </a:cubicBezTo>
                        <a:cubicBezTo>
                          <a:pt x="8" y="19"/>
                          <a:pt x="9" y="18"/>
                          <a:pt x="11" y="18"/>
                        </a:cubicBezTo>
                        <a:cubicBezTo>
                          <a:pt x="14" y="16"/>
                          <a:pt x="20" y="14"/>
                          <a:pt x="29" y="12"/>
                        </a:cubicBezTo>
                        <a:cubicBezTo>
                          <a:pt x="36" y="10"/>
                          <a:pt x="46" y="8"/>
                          <a:pt x="58" y="6"/>
                        </a:cubicBezTo>
                        <a:cubicBezTo>
                          <a:pt x="53" y="4"/>
                          <a:pt x="49" y="2"/>
                          <a:pt x="44" y="0"/>
                        </a:cubicBezTo>
                      </a:path>
                    </a:pathLst>
                  </a:custGeom>
                  <a:solidFill>
                    <a:srgbClr val="E3C28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7" name="AutoShape 197"/>
                  <p:cNvSpPr/>
                  <p:nvPr/>
                </p:nvSpPr>
                <p:spPr>
                  <a:xfrm>
                    <a:off x="-2269582" y="9140806"/>
                    <a:ext cx="1319869" cy="1314182"/>
                  </a:xfrm>
                  <a:prstGeom prst="ellipse">
                    <a:avLst/>
                  </a:prstGeom>
                  <a:solidFill>
                    <a:srgbClr val="E2AF5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8" name="AutoShape 198"/>
                  <p:cNvSpPr/>
                  <p:nvPr/>
                </p:nvSpPr>
                <p:spPr>
                  <a:xfrm>
                    <a:off x="-2332164" y="9157875"/>
                    <a:ext cx="1319869" cy="1314182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9" name="AutoShape 199"/>
                  <p:cNvSpPr/>
                  <p:nvPr/>
                </p:nvSpPr>
                <p:spPr>
                  <a:xfrm>
                    <a:off x="-2292338" y="9192009"/>
                    <a:ext cx="1245912" cy="1251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970">
                        <a:moveTo>
                          <a:pt x="485" y="0"/>
                        </a:moveTo>
                        <a:cubicBezTo>
                          <a:pt x="217" y="0"/>
                          <a:pt x="0" y="217"/>
                          <a:pt x="0" y="485"/>
                        </a:cubicBezTo>
                        <a:cubicBezTo>
                          <a:pt x="0" y="753"/>
                          <a:pt x="217" y="970"/>
                          <a:pt x="485" y="970"/>
                        </a:cubicBezTo>
                        <a:cubicBezTo>
                          <a:pt x="753" y="970"/>
                          <a:pt x="970" y="753"/>
                          <a:pt x="970" y="485"/>
                        </a:cubicBezTo>
                        <a:cubicBezTo>
                          <a:pt x="970" y="217"/>
                          <a:pt x="753" y="0"/>
                          <a:pt x="485" y="0"/>
                        </a:cubicBezTo>
                        <a:close/>
                        <a:moveTo>
                          <a:pt x="485" y="952"/>
                        </a:moveTo>
                        <a:cubicBezTo>
                          <a:pt x="227" y="952"/>
                          <a:pt x="17" y="743"/>
                          <a:pt x="17" y="485"/>
                        </a:cubicBezTo>
                        <a:cubicBezTo>
                          <a:pt x="17" y="227"/>
                          <a:pt x="227" y="18"/>
                          <a:pt x="485" y="18"/>
                        </a:cubicBezTo>
                        <a:cubicBezTo>
                          <a:pt x="743" y="18"/>
                          <a:pt x="952" y="227"/>
                          <a:pt x="952" y="485"/>
                        </a:cubicBezTo>
                        <a:cubicBezTo>
                          <a:pt x="952" y="743"/>
                          <a:pt x="743" y="952"/>
                          <a:pt x="485" y="952"/>
                        </a:cubicBezTo>
                        <a:close/>
                      </a:path>
                    </a:pathLst>
                  </a:custGeom>
                  <a:solidFill>
                    <a:srgbClr val="FDEE99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200" name="AutoShape 200"/>
                  <p:cNvSpPr/>
                  <p:nvPr/>
                </p:nvSpPr>
                <p:spPr>
                  <a:xfrm>
                    <a:off x="-2121667" y="9368370"/>
                    <a:ext cx="898876" cy="898876"/>
                  </a:xfrm>
                  <a:prstGeom prst="ellipse">
                    <a:avLst/>
                  </a:prstGeom>
                  <a:solidFill>
                    <a:srgbClr val="E2AF5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201" name="AutoShape 201"/>
                  <p:cNvSpPr/>
                  <p:nvPr/>
                </p:nvSpPr>
                <p:spPr>
                  <a:xfrm>
                    <a:off x="-2076154" y="9396817"/>
                    <a:ext cx="847676" cy="841985"/>
                  </a:xfrm>
                  <a:prstGeom prst="ellipse">
                    <a:avLst/>
                  </a:prstGeom>
                  <a:solidFill>
                    <a:srgbClr val="FDEE99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202" name="AutoShape 202"/>
                  <p:cNvSpPr/>
                  <p:nvPr/>
                </p:nvSpPr>
                <p:spPr>
                  <a:xfrm>
                    <a:off x="-1848591" y="9504908"/>
                    <a:ext cx="369793" cy="62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" h="486">
                        <a:moveTo>
                          <a:pt x="110" y="414"/>
                        </a:moveTo>
                        <a:cubicBezTo>
                          <a:pt x="72" y="411"/>
                          <a:pt x="35" y="400"/>
                          <a:pt x="0" y="383"/>
                        </a:cubicBezTo>
                        <a:cubicBezTo>
                          <a:pt x="4" y="296"/>
                          <a:pt x="4" y="296"/>
                          <a:pt x="4" y="296"/>
                        </a:cubicBezTo>
                        <a:cubicBezTo>
                          <a:pt x="24" y="307"/>
                          <a:pt x="46" y="317"/>
                          <a:pt x="69" y="325"/>
                        </a:cubicBezTo>
                        <a:cubicBezTo>
                          <a:pt x="93" y="333"/>
                          <a:pt x="114" y="337"/>
                          <a:pt x="132" y="338"/>
                        </a:cubicBezTo>
                        <a:cubicBezTo>
                          <a:pt x="147" y="339"/>
                          <a:pt x="158" y="337"/>
                          <a:pt x="165" y="334"/>
                        </a:cubicBezTo>
                        <a:cubicBezTo>
                          <a:pt x="172" y="331"/>
                          <a:pt x="176" y="325"/>
                          <a:pt x="176" y="317"/>
                        </a:cubicBezTo>
                        <a:cubicBezTo>
                          <a:pt x="176" y="311"/>
                          <a:pt x="174" y="306"/>
                          <a:pt x="169" y="301"/>
                        </a:cubicBezTo>
                        <a:cubicBezTo>
                          <a:pt x="165" y="297"/>
                          <a:pt x="156" y="292"/>
                          <a:pt x="145" y="287"/>
                        </a:cubicBezTo>
                        <a:cubicBezTo>
                          <a:pt x="133" y="281"/>
                          <a:pt x="118" y="274"/>
                          <a:pt x="98" y="266"/>
                        </a:cubicBezTo>
                        <a:cubicBezTo>
                          <a:pt x="77" y="257"/>
                          <a:pt x="59" y="247"/>
                          <a:pt x="46" y="236"/>
                        </a:cubicBezTo>
                        <a:cubicBezTo>
                          <a:pt x="32" y="225"/>
                          <a:pt x="23" y="213"/>
                          <a:pt x="17" y="200"/>
                        </a:cubicBezTo>
                        <a:cubicBezTo>
                          <a:pt x="12" y="187"/>
                          <a:pt x="9" y="171"/>
                          <a:pt x="10" y="152"/>
                        </a:cubicBezTo>
                        <a:cubicBezTo>
                          <a:pt x="11" y="123"/>
                          <a:pt x="22" y="101"/>
                          <a:pt x="41" y="85"/>
                        </a:cubicBezTo>
                        <a:cubicBezTo>
                          <a:pt x="61" y="70"/>
                          <a:pt x="89" y="61"/>
                          <a:pt x="126" y="59"/>
                        </a:cubicBezTo>
                        <a:cubicBezTo>
                          <a:pt x="129" y="0"/>
                          <a:pt x="129" y="0"/>
                          <a:pt x="129" y="0"/>
                        </a:cubicBezTo>
                        <a:cubicBezTo>
                          <a:pt x="183" y="3"/>
                          <a:pt x="183" y="3"/>
                          <a:pt x="183" y="3"/>
                        </a:cubicBezTo>
                        <a:cubicBezTo>
                          <a:pt x="181" y="61"/>
                          <a:pt x="181" y="61"/>
                          <a:pt x="181" y="61"/>
                        </a:cubicBezTo>
                        <a:cubicBezTo>
                          <a:pt x="216" y="64"/>
                          <a:pt x="251" y="74"/>
                          <a:pt x="285" y="91"/>
                        </a:cubicBezTo>
                        <a:cubicBezTo>
                          <a:pt x="251" y="165"/>
                          <a:pt x="251" y="165"/>
                          <a:pt x="251" y="165"/>
                        </a:cubicBezTo>
                        <a:cubicBezTo>
                          <a:pt x="215" y="147"/>
                          <a:pt x="182" y="137"/>
                          <a:pt x="152" y="136"/>
                        </a:cubicBezTo>
                        <a:cubicBezTo>
                          <a:pt x="138" y="135"/>
                          <a:pt x="128" y="136"/>
                          <a:pt x="123" y="140"/>
                        </a:cubicBezTo>
                        <a:cubicBezTo>
                          <a:pt x="117" y="143"/>
                          <a:pt x="114" y="148"/>
                          <a:pt x="113" y="154"/>
                        </a:cubicBezTo>
                        <a:cubicBezTo>
                          <a:pt x="113" y="160"/>
                          <a:pt x="115" y="165"/>
                          <a:pt x="119" y="169"/>
                        </a:cubicBezTo>
                        <a:cubicBezTo>
                          <a:pt x="123" y="173"/>
                          <a:pt x="130" y="177"/>
                          <a:pt x="140" y="183"/>
                        </a:cubicBezTo>
                        <a:cubicBezTo>
                          <a:pt x="150" y="188"/>
                          <a:pt x="164" y="194"/>
                          <a:pt x="181" y="201"/>
                        </a:cubicBezTo>
                        <a:cubicBezTo>
                          <a:pt x="218" y="215"/>
                          <a:pt x="243" y="231"/>
                          <a:pt x="258" y="249"/>
                        </a:cubicBezTo>
                        <a:cubicBezTo>
                          <a:pt x="274" y="266"/>
                          <a:pt x="281" y="288"/>
                          <a:pt x="280" y="314"/>
                        </a:cubicBezTo>
                        <a:cubicBezTo>
                          <a:pt x="278" y="343"/>
                          <a:pt x="268" y="367"/>
                          <a:pt x="248" y="385"/>
                        </a:cubicBezTo>
                        <a:cubicBezTo>
                          <a:pt x="229" y="402"/>
                          <a:pt x="201" y="412"/>
                          <a:pt x="165" y="415"/>
                        </a:cubicBezTo>
                        <a:cubicBezTo>
                          <a:pt x="162" y="486"/>
                          <a:pt x="162" y="486"/>
                          <a:pt x="162" y="486"/>
                        </a:cubicBezTo>
                        <a:cubicBezTo>
                          <a:pt x="107" y="483"/>
                          <a:pt x="107" y="483"/>
                          <a:pt x="107" y="483"/>
                        </a:cubicBezTo>
                        <a:lnTo>
                          <a:pt x="110" y="414"/>
                        </a:lnTo>
                        <a:close/>
                      </a:path>
                    </a:pathLst>
                  </a:cu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</p:grpSp>
          </p:grpSp>
        </p:grpSp>
        <p:grpSp>
          <p:nvGrpSpPr>
            <p:cNvPr id="203" name="Group 203"/>
            <p:cNvGrpSpPr/>
            <p:nvPr/>
          </p:nvGrpSpPr>
          <p:grpSpPr>
            <a:xfrm rot="0">
              <a:off x="260348" y="5760629"/>
              <a:ext cx="1440008" cy="950142"/>
              <a:chOff x="-2332164" y="8827907"/>
              <a:chExt cx="2491821" cy="1644150"/>
            </a:xfrm>
          </p:grpSpPr>
          <p:sp>
            <p:nvSpPr>
              <p:cNvPr id="204" name="AutoShape 204"/>
              <p:cNvSpPr/>
              <p:nvPr/>
            </p:nvSpPr>
            <p:spPr>
              <a:xfrm>
                <a:off x="-1530001" y="9214766"/>
                <a:ext cx="216185" cy="210498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67">
                    <a:moveTo>
                      <a:pt x="10" y="10"/>
                    </a:moveTo>
                    <a:cubicBezTo>
                      <a:pt x="20" y="0"/>
                      <a:pt x="37" y="0"/>
                      <a:pt x="47" y="10"/>
                    </a:cubicBezTo>
                    <a:cubicBezTo>
                      <a:pt x="157" y="120"/>
                      <a:pt x="157" y="120"/>
                      <a:pt x="157" y="120"/>
                    </a:cubicBezTo>
                    <a:cubicBezTo>
                      <a:pt x="167" y="130"/>
                      <a:pt x="167" y="146"/>
                      <a:pt x="157" y="157"/>
                    </a:cubicBezTo>
                    <a:cubicBezTo>
                      <a:pt x="147" y="167"/>
                      <a:pt x="130" y="167"/>
                      <a:pt x="120" y="15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0" y="37"/>
                      <a:pt x="0" y="20"/>
                      <a:pt x="10" y="10"/>
                    </a:cubicBezTo>
                  </a:path>
                </a:pathLst>
              </a:custGeom>
              <a:solidFill>
                <a:srgbClr val="2E363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5" name="AutoShape 205"/>
              <p:cNvSpPr/>
              <p:nvPr/>
            </p:nvSpPr>
            <p:spPr>
              <a:xfrm>
                <a:off x="-2195627" y="9504908"/>
                <a:ext cx="68269" cy="267389"/>
              </a:xfrm>
              <a:custGeom>
                <a:avLst/>
                <a:gdLst/>
                <a:ahLst/>
                <a:cxnLst/>
                <a:rect l="l" t="t" r="r" b="b"/>
                <a:pathLst>
                  <a:path w="52" h="208">
                    <a:moveTo>
                      <a:pt x="27" y="0"/>
                    </a:moveTo>
                    <a:cubicBezTo>
                      <a:pt x="41" y="0"/>
                      <a:pt x="53" y="12"/>
                      <a:pt x="53" y="26"/>
                    </a:cubicBezTo>
                    <a:cubicBezTo>
                      <a:pt x="53" y="182"/>
                      <a:pt x="53" y="182"/>
                      <a:pt x="53" y="182"/>
                    </a:cubicBezTo>
                    <a:cubicBezTo>
                      <a:pt x="53" y="196"/>
                      <a:pt x="42" y="208"/>
                      <a:pt x="27" y="208"/>
                    </a:cubicBezTo>
                    <a:cubicBezTo>
                      <a:pt x="13" y="208"/>
                      <a:pt x="1" y="196"/>
                      <a:pt x="1" y="182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</a:path>
                </a:pathLst>
              </a:custGeom>
              <a:solidFill>
                <a:srgbClr val="2E363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6" name="AutoShape 206"/>
              <p:cNvSpPr/>
              <p:nvPr/>
            </p:nvSpPr>
            <p:spPr>
              <a:xfrm>
                <a:off x="-2195627" y="9504908"/>
                <a:ext cx="34134" cy="267389"/>
              </a:xfrm>
              <a:custGeom>
                <a:avLst/>
                <a:gdLst/>
                <a:ahLst/>
                <a:cxnLst/>
                <a:rect l="l" t="t" r="r" b="b"/>
                <a:pathLst>
                  <a:path w="28" h="208">
                    <a:moveTo>
                      <a:pt x="29" y="0"/>
                    </a:moveTo>
                    <a:cubicBezTo>
                      <a:pt x="29" y="207"/>
                      <a:pt x="29" y="207"/>
                      <a:pt x="29" y="207"/>
                    </a:cubicBezTo>
                    <a:cubicBezTo>
                      <a:pt x="29" y="208"/>
                      <a:pt x="28" y="206"/>
                      <a:pt x="27" y="206"/>
                    </a:cubicBezTo>
                    <a:cubicBezTo>
                      <a:pt x="27" y="206"/>
                      <a:pt x="27" y="206"/>
                      <a:pt x="27" y="206"/>
                    </a:cubicBezTo>
                    <a:cubicBezTo>
                      <a:pt x="12" y="206"/>
                      <a:pt x="1" y="195"/>
                      <a:pt x="1" y="181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11"/>
                      <a:pt x="11" y="0"/>
                      <a:pt x="26" y="0"/>
                    </a:cubicBezTo>
                    <a:cubicBezTo>
                      <a:pt x="27" y="0"/>
                      <a:pt x="29" y="0"/>
                      <a:pt x="29" y="0"/>
                    </a:cubicBezTo>
                  </a:path>
                </a:pathLst>
              </a:custGeom>
              <a:solidFill>
                <a:srgbClr val="5A6374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7" name="AutoShape 207"/>
              <p:cNvSpPr/>
              <p:nvPr/>
            </p:nvSpPr>
            <p:spPr>
              <a:xfrm>
                <a:off x="-1330884" y="9692649"/>
                <a:ext cx="1262978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8"/>
                      <a:pt x="822" y="146"/>
                      <a:pt x="608" y="152"/>
                    </a:cubicBezTo>
                    <a:cubicBezTo>
                      <a:pt x="570" y="153"/>
                      <a:pt x="531" y="153"/>
                      <a:pt x="490" y="153"/>
                    </a:cubicBezTo>
                    <a:cubicBezTo>
                      <a:pt x="220" y="153"/>
                      <a:pt x="0" y="132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8" name="AutoShape 208"/>
              <p:cNvSpPr/>
              <p:nvPr/>
            </p:nvSpPr>
            <p:spPr>
              <a:xfrm>
                <a:off x="-1330884" y="9692649"/>
                <a:ext cx="1262978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2"/>
                      <a:pt x="220" y="153"/>
                      <a:pt x="490" y="153"/>
                    </a:cubicBezTo>
                    <a:cubicBezTo>
                      <a:pt x="761" y="153"/>
                      <a:pt x="981" y="132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9" name="AutoShape 209"/>
              <p:cNvSpPr/>
              <p:nvPr/>
            </p:nvSpPr>
            <p:spPr>
              <a:xfrm>
                <a:off x="-1330884" y="9635759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0" name="AutoShape 210"/>
              <p:cNvSpPr/>
              <p:nvPr/>
            </p:nvSpPr>
            <p:spPr>
              <a:xfrm>
                <a:off x="-1330884" y="9630068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1" name="AutoShape 211"/>
              <p:cNvSpPr/>
              <p:nvPr/>
            </p:nvSpPr>
            <p:spPr>
              <a:xfrm>
                <a:off x="-932649" y="9675580"/>
                <a:ext cx="813542" cy="68269"/>
              </a:xfrm>
              <a:custGeom>
                <a:avLst/>
                <a:gdLst/>
                <a:ahLst/>
                <a:cxnLst/>
                <a:rect l="l" t="t" r="r" b="b"/>
                <a:pathLst>
                  <a:path w="630" h="51">
                    <a:moveTo>
                      <a:pt x="630" y="11"/>
                    </a:moveTo>
                    <a:cubicBezTo>
                      <a:pt x="630" y="11"/>
                      <a:pt x="630" y="11"/>
                      <a:pt x="630" y="11"/>
                    </a:cubicBezTo>
                    <a:cubicBezTo>
                      <a:pt x="630" y="11"/>
                      <a:pt x="630" y="11"/>
                      <a:pt x="630" y="11"/>
                    </a:cubicBezTo>
                    <a:moveTo>
                      <a:pt x="619" y="0"/>
                    </a:moveTo>
                    <a:cubicBezTo>
                      <a:pt x="617" y="2"/>
                      <a:pt x="613" y="3"/>
                      <a:pt x="609" y="5"/>
                    </a:cubicBezTo>
                    <a:cubicBezTo>
                      <a:pt x="611" y="6"/>
                      <a:pt x="613" y="6"/>
                      <a:pt x="615" y="7"/>
                    </a:cubicBezTo>
                    <a:cubicBezTo>
                      <a:pt x="618" y="8"/>
                      <a:pt x="620" y="9"/>
                      <a:pt x="621" y="10"/>
                    </a:cubicBezTo>
                    <a:cubicBezTo>
                      <a:pt x="621" y="10"/>
                      <a:pt x="621" y="10"/>
                      <a:pt x="622" y="11"/>
                    </a:cubicBezTo>
                    <a:cubicBezTo>
                      <a:pt x="621" y="11"/>
                      <a:pt x="620" y="12"/>
                      <a:pt x="619" y="12"/>
                    </a:cubicBezTo>
                    <a:cubicBezTo>
                      <a:pt x="616" y="14"/>
                      <a:pt x="609" y="16"/>
                      <a:pt x="601" y="18"/>
                    </a:cubicBezTo>
                    <a:cubicBezTo>
                      <a:pt x="572" y="25"/>
                      <a:pt x="516" y="32"/>
                      <a:pt x="443" y="36"/>
                    </a:cubicBezTo>
                    <a:cubicBezTo>
                      <a:pt x="370" y="40"/>
                      <a:pt x="280" y="43"/>
                      <a:pt x="182" y="43"/>
                    </a:cubicBezTo>
                    <a:cubicBezTo>
                      <a:pt x="118" y="43"/>
                      <a:pt x="56" y="42"/>
                      <a:pt x="0" y="40"/>
                    </a:cubicBezTo>
                    <a:cubicBezTo>
                      <a:pt x="1" y="42"/>
                      <a:pt x="1" y="45"/>
                      <a:pt x="1" y="48"/>
                    </a:cubicBezTo>
                    <a:cubicBezTo>
                      <a:pt x="57" y="50"/>
                      <a:pt x="118" y="51"/>
                      <a:pt x="182" y="51"/>
                    </a:cubicBezTo>
                    <a:cubicBezTo>
                      <a:pt x="305" y="51"/>
                      <a:pt x="416" y="47"/>
                      <a:pt x="496" y="40"/>
                    </a:cubicBezTo>
                    <a:cubicBezTo>
                      <a:pt x="536" y="37"/>
                      <a:pt x="569" y="33"/>
                      <a:pt x="592" y="29"/>
                    </a:cubicBezTo>
                    <a:cubicBezTo>
                      <a:pt x="603" y="26"/>
                      <a:pt x="612" y="24"/>
                      <a:pt x="618" y="22"/>
                    </a:cubicBezTo>
                    <a:cubicBezTo>
                      <a:pt x="621" y="20"/>
                      <a:pt x="624" y="19"/>
                      <a:pt x="626" y="17"/>
                    </a:cubicBezTo>
                    <a:cubicBezTo>
                      <a:pt x="627" y="17"/>
                      <a:pt x="628" y="16"/>
                      <a:pt x="629" y="15"/>
                    </a:cubicBezTo>
                    <a:cubicBezTo>
                      <a:pt x="629" y="13"/>
                      <a:pt x="630" y="12"/>
                      <a:pt x="630" y="11"/>
                    </a:cubicBezTo>
                    <a:cubicBezTo>
                      <a:pt x="626" y="11"/>
                      <a:pt x="626" y="11"/>
                      <a:pt x="626" y="11"/>
                    </a:cubicBezTo>
                    <a:cubicBezTo>
                      <a:pt x="623" y="11"/>
                      <a:pt x="623" y="11"/>
                      <a:pt x="623" y="11"/>
                    </a:cubicBezTo>
                    <a:cubicBezTo>
                      <a:pt x="626" y="11"/>
                      <a:pt x="626" y="11"/>
                      <a:pt x="626" y="11"/>
                    </a:cubicBezTo>
                    <a:cubicBezTo>
                      <a:pt x="630" y="11"/>
                      <a:pt x="630" y="11"/>
                      <a:pt x="630" y="11"/>
                    </a:cubicBezTo>
                    <a:cubicBezTo>
                      <a:pt x="630" y="11"/>
                      <a:pt x="630" y="11"/>
                      <a:pt x="630" y="11"/>
                    </a:cubicBezTo>
                    <a:cubicBezTo>
                      <a:pt x="630" y="9"/>
                      <a:pt x="629" y="8"/>
                      <a:pt x="629" y="7"/>
                    </a:cubicBezTo>
                    <a:cubicBezTo>
                      <a:pt x="627" y="4"/>
                      <a:pt x="625" y="3"/>
                      <a:pt x="623" y="2"/>
                    </a:cubicBezTo>
                    <a:cubicBezTo>
                      <a:pt x="622" y="1"/>
                      <a:pt x="621" y="1"/>
                      <a:pt x="619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2" name="AutoShape 212"/>
              <p:cNvSpPr/>
              <p:nvPr/>
            </p:nvSpPr>
            <p:spPr>
              <a:xfrm>
                <a:off x="-1387775" y="9527665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8"/>
                      <a:pt x="822" y="147"/>
                      <a:pt x="608" y="152"/>
                    </a:cubicBezTo>
                    <a:cubicBezTo>
                      <a:pt x="570" y="153"/>
                      <a:pt x="531" y="153"/>
                      <a:pt x="490" y="153"/>
                    </a:cubicBezTo>
                    <a:cubicBezTo>
                      <a:pt x="219" y="153"/>
                      <a:pt x="0" y="132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3" name="AutoShape 213"/>
              <p:cNvSpPr/>
              <p:nvPr/>
            </p:nvSpPr>
            <p:spPr>
              <a:xfrm>
                <a:off x="-1387775" y="9527665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2"/>
                      <a:pt x="219" y="153"/>
                      <a:pt x="490" y="153"/>
                    </a:cubicBezTo>
                    <a:cubicBezTo>
                      <a:pt x="761" y="153"/>
                      <a:pt x="981" y="132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4" name="AutoShape 214"/>
              <p:cNvSpPr/>
              <p:nvPr/>
            </p:nvSpPr>
            <p:spPr>
              <a:xfrm>
                <a:off x="-961092" y="9556111"/>
                <a:ext cx="807851" cy="39826"/>
              </a:xfrm>
              <a:custGeom>
                <a:avLst/>
                <a:gdLst/>
                <a:ahLst/>
                <a:cxnLst/>
                <a:rect l="l" t="t" r="r" b="b"/>
                <a:pathLst>
                  <a:path w="627" h="33">
                    <a:moveTo>
                      <a:pt x="627" y="0"/>
                    </a:moveTo>
                    <a:cubicBezTo>
                      <a:pt x="618" y="0"/>
                      <a:pt x="608" y="1"/>
                      <a:pt x="598" y="1"/>
                    </a:cubicBezTo>
                    <a:cubicBezTo>
                      <a:pt x="518" y="17"/>
                      <a:pt x="351" y="28"/>
                      <a:pt x="158" y="28"/>
                    </a:cubicBezTo>
                    <a:cubicBezTo>
                      <a:pt x="103" y="28"/>
                      <a:pt x="49" y="27"/>
                      <a:pt x="0" y="25"/>
                    </a:cubicBezTo>
                    <a:cubicBezTo>
                      <a:pt x="0" y="27"/>
                      <a:pt x="1" y="29"/>
                      <a:pt x="2" y="31"/>
                    </a:cubicBezTo>
                    <a:cubicBezTo>
                      <a:pt x="51" y="32"/>
                      <a:pt x="104" y="33"/>
                      <a:pt x="158" y="33"/>
                    </a:cubicBezTo>
                    <a:cubicBezTo>
                      <a:pt x="379" y="33"/>
                      <a:pt x="566" y="19"/>
                      <a:pt x="627" y="0"/>
                    </a:cubicBezTo>
                  </a:path>
                </a:pathLst>
              </a:custGeom>
              <a:solidFill>
                <a:srgbClr val="E5B76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5" name="AutoShape 215"/>
              <p:cNvSpPr/>
              <p:nvPr/>
            </p:nvSpPr>
            <p:spPr>
              <a:xfrm>
                <a:off x="-1387775" y="9470773"/>
                <a:ext cx="1262978" cy="119473"/>
              </a:xfrm>
              <a:prstGeom prst="ellipse">
                <a:avLst/>
              </a:pr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6" name="AutoShape 216"/>
              <p:cNvSpPr/>
              <p:nvPr/>
            </p:nvSpPr>
            <p:spPr>
              <a:xfrm>
                <a:off x="-1330884" y="9482151"/>
                <a:ext cx="1143509" cy="91026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7" name="AutoShape 217"/>
              <p:cNvSpPr/>
              <p:nvPr/>
            </p:nvSpPr>
            <p:spPr>
              <a:xfrm>
                <a:off x="-1103321" y="9368370"/>
                <a:ext cx="1262978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8"/>
                      <a:pt x="822" y="147"/>
                      <a:pt x="609" y="152"/>
                    </a:cubicBezTo>
                    <a:cubicBezTo>
                      <a:pt x="571" y="153"/>
                      <a:pt x="531" y="153"/>
                      <a:pt x="491" y="153"/>
                    </a:cubicBezTo>
                    <a:cubicBezTo>
                      <a:pt x="220" y="153"/>
                      <a:pt x="0" y="132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8" name="AutoShape 218"/>
              <p:cNvSpPr/>
              <p:nvPr/>
            </p:nvSpPr>
            <p:spPr>
              <a:xfrm>
                <a:off x="-1103321" y="9368370"/>
                <a:ext cx="1262978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2"/>
                      <a:pt x="220" y="153"/>
                      <a:pt x="491" y="153"/>
                    </a:cubicBezTo>
                    <a:cubicBezTo>
                      <a:pt x="761" y="153"/>
                      <a:pt x="981" y="132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9" name="AutoShape 219"/>
              <p:cNvSpPr/>
              <p:nvPr/>
            </p:nvSpPr>
            <p:spPr>
              <a:xfrm>
                <a:off x="-978160" y="9368370"/>
                <a:ext cx="1137817" cy="68269"/>
              </a:xfrm>
              <a:custGeom>
                <a:avLst/>
                <a:gdLst/>
                <a:ahLst/>
                <a:cxnLst/>
                <a:rect l="l" t="t" r="r" b="b"/>
                <a:pathLst>
                  <a:path w="882" h="50">
                    <a:moveTo>
                      <a:pt x="881" y="0"/>
                    </a:moveTo>
                    <a:cubicBezTo>
                      <a:pt x="866" y="25"/>
                      <a:pt x="653" y="45"/>
                      <a:pt x="392" y="45"/>
                    </a:cubicBezTo>
                    <a:cubicBezTo>
                      <a:pt x="265" y="45"/>
                      <a:pt x="150" y="40"/>
                      <a:pt x="63" y="32"/>
                    </a:cubicBezTo>
                    <a:cubicBezTo>
                      <a:pt x="41" y="32"/>
                      <a:pt x="20" y="32"/>
                      <a:pt x="0" y="31"/>
                    </a:cubicBezTo>
                    <a:cubicBezTo>
                      <a:pt x="89" y="43"/>
                      <a:pt x="231" y="50"/>
                      <a:pt x="392" y="50"/>
                    </a:cubicBezTo>
                    <a:cubicBezTo>
                      <a:pt x="662" y="50"/>
                      <a:pt x="882" y="29"/>
                      <a:pt x="882" y="3"/>
                    </a:cubicBezTo>
                    <a:cubicBezTo>
                      <a:pt x="882" y="3"/>
                      <a:pt x="882" y="3"/>
                      <a:pt x="882" y="3"/>
                    </a:cubicBezTo>
                    <a:cubicBezTo>
                      <a:pt x="882" y="2"/>
                      <a:pt x="882" y="1"/>
                      <a:pt x="881" y="0"/>
                    </a:cubicBezTo>
                  </a:path>
                </a:pathLst>
              </a:custGeom>
              <a:solidFill>
                <a:srgbClr val="E5B76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0" name="AutoShape 220"/>
              <p:cNvSpPr/>
              <p:nvPr/>
            </p:nvSpPr>
            <p:spPr>
              <a:xfrm>
                <a:off x="-1103321" y="9305792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1" name="AutoShape 221"/>
              <p:cNvSpPr/>
              <p:nvPr/>
            </p:nvSpPr>
            <p:spPr>
              <a:xfrm>
                <a:off x="-716463" y="9317170"/>
                <a:ext cx="819229" cy="10240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76">
                    <a:moveTo>
                      <a:pt x="639" y="36"/>
                    </a:moveTo>
                    <a:cubicBezTo>
                      <a:pt x="639" y="36"/>
                      <a:pt x="639" y="36"/>
                      <a:pt x="639" y="36"/>
                    </a:cubicBezTo>
                    <a:cubicBezTo>
                      <a:pt x="639" y="36"/>
                      <a:pt x="639" y="36"/>
                      <a:pt x="639" y="36"/>
                    </a:cubicBezTo>
                    <a:moveTo>
                      <a:pt x="413" y="0"/>
                    </a:moveTo>
                    <a:cubicBezTo>
                      <a:pt x="413" y="8"/>
                      <a:pt x="413" y="8"/>
                      <a:pt x="413" y="8"/>
                    </a:cubicBezTo>
                    <a:cubicBezTo>
                      <a:pt x="446" y="10"/>
                      <a:pt x="477" y="12"/>
                      <a:pt x="505" y="14"/>
                    </a:cubicBezTo>
                    <a:cubicBezTo>
                      <a:pt x="545" y="17"/>
                      <a:pt x="577" y="21"/>
                      <a:pt x="599" y="26"/>
                    </a:cubicBezTo>
                    <a:cubicBezTo>
                      <a:pt x="610" y="28"/>
                      <a:pt x="619" y="30"/>
                      <a:pt x="624" y="32"/>
                    </a:cubicBezTo>
                    <a:cubicBezTo>
                      <a:pt x="627" y="33"/>
                      <a:pt x="629" y="34"/>
                      <a:pt x="630" y="35"/>
                    </a:cubicBezTo>
                    <a:cubicBezTo>
                      <a:pt x="630" y="35"/>
                      <a:pt x="631" y="35"/>
                      <a:pt x="631" y="36"/>
                    </a:cubicBezTo>
                    <a:cubicBezTo>
                      <a:pt x="630" y="36"/>
                      <a:pt x="630" y="37"/>
                      <a:pt x="628" y="37"/>
                    </a:cubicBezTo>
                    <a:cubicBezTo>
                      <a:pt x="625" y="39"/>
                      <a:pt x="619" y="41"/>
                      <a:pt x="610" y="43"/>
                    </a:cubicBezTo>
                    <a:cubicBezTo>
                      <a:pt x="581" y="50"/>
                      <a:pt x="525" y="57"/>
                      <a:pt x="452" y="61"/>
                    </a:cubicBezTo>
                    <a:cubicBezTo>
                      <a:pt x="379" y="65"/>
                      <a:pt x="289" y="68"/>
                      <a:pt x="192" y="68"/>
                    </a:cubicBezTo>
                    <a:cubicBezTo>
                      <a:pt x="176" y="68"/>
                      <a:pt x="161" y="68"/>
                      <a:pt x="146" y="68"/>
                    </a:cubicBezTo>
                    <a:cubicBezTo>
                      <a:pt x="101" y="70"/>
                      <a:pt x="52" y="71"/>
                      <a:pt x="0" y="72"/>
                    </a:cubicBezTo>
                    <a:cubicBezTo>
                      <a:pt x="58" y="74"/>
                      <a:pt x="123" y="76"/>
                      <a:pt x="192" y="76"/>
                    </a:cubicBezTo>
                    <a:cubicBezTo>
                      <a:pt x="314" y="76"/>
                      <a:pt x="425" y="72"/>
                      <a:pt x="505" y="65"/>
                    </a:cubicBezTo>
                    <a:cubicBezTo>
                      <a:pt x="546" y="62"/>
                      <a:pt x="578" y="58"/>
                      <a:pt x="601" y="54"/>
                    </a:cubicBezTo>
                    <a:cubicBezTo>
                      <a:pt x="612" y="51"/>
                      <a:pt x="621" y="49"/>
                      <a:pt x="627" y="47"/>
                    </a:cubicBezTo>
                    <a:cubicBezTo>
                      <a:pt x="631" y="45"/>
                      <a:pt x="633" y="44"/>
                      <a:pt x="635" y="42"/>
                    </a:cubicBezTo>
                    <a:cubicBezTo>
                      <a:pt x="636" y="42"/>
                      <a:pt x="637" y="41"/>
                      <a:pt x="638" y="40"/>
                    </a:cubicBezTo>
                    <a:cubicBezTo>
                      <a:pt x="638" y="38"/>
                      <a:pt x="639" y="37"/>
                      <a:pt x="639" y="36"/>
                    </a:cubicBezTo>
                    <a:cubicBezTo>
                      <a:pt x="635" y="36"/>
                      <a:pt x="635" y="36"/>
                      <a:pt x="635" y="36"/>
                    </a:cubicBezTo>
                    <a:cubicBezTo>
                      <a:pt x="632" y="36"/>
                      <a:pt x="632" y="36"/>
                      <a:pt x="632" y="36"/>
                    </a:cubicBezTo>
                    <a:cubicBezTo>
                      <a:pt x="635" y="36"/>
                      <a:pt x="635" y="36"/>
                      <a:pt x="635" y="36"/>
                    </a:cubicBezTo>
                    <a:cubicBezTo>
                      <a:pt x="639" y="36"/>
                      <a:pt x="639" y="36"/>
                      <a:pt x="639" y="36"/>
                    </a:cubicBezTo>
                    <a:cubicBezTo>
                      <a:pt x="639" y="36"/>
                      <a:pt x="639" y="36"/>
                      <a:pt x="639" y="36"/>
                    </a:cubicBezTo>
                    <a:cubicBezTo>
                      <a:pt x="639" y="34"/>
                      <a:pt x="638" y="33"/>
                      <a:pt x="638" y="32"/>
                    </a:cubicBezTo>
                    <a:cubicBezTo>
                      <a:pt x="636" y="30"/>
                      <a:pt x="634" y="28"/>
                      <a:pt x="632" y="27"/>
                    </a:cubicBezTo>
                    <a:cubicBezTo>
                      <a:pt x="627" y="24"/>
                      <a:pt x="621" y="22"/>
                      <a:pt x="612" y="20"/>
                    </a:cubicBezTo>
                    <a:cubicBezTo>
                      <a:pt x="582" y="13"/>
                      <a:pt x="525" y="7"/>
                      <a:pt x="452" y="2"/>
                    </a:cubicBezTo>
                    <a:cubicBezTo>
                      <a:pt x="440" y="2"/>
                      <a:pt x="426" y="1"/>
                      <a:pt x="413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2" name="AutoShape 222"/>
              <p:cNvSpPr/>
              <p:nvPr/>
            </p:nvSpPr>
            <p:spPr>
              <a:xfrm>
                <a:off x="-1450354" y="9214766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7"/>
                      <a:pt x="822" y="146"/>
                      <a:pt x="608" y="151"/>
                    </a:cubicBezTo>
                    <a:cubicBezTo>
                      <a:pt x="570" y="152"/>
                      <a:pt x="531" y="153"/>
                      <a:pt x="490" y="153"/>
                    </a:cubicBezTo>
                    <a:cubicBezTo>
                      <a:pt x="219" y="153"/>
                      <a:pt x="0" y="131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3" name="AutoShape 223"/>
              <p:cNvSpPr/>
              <p:nvPr/>
            </p:nvSpPr>
            <p:spPr>
              <a:xfrm>
                <a:off x="-1450354" y="9214766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1"/>
                      <a:pt x="219" y="153"/>
                      <a:pt x="490" y="153"/>
                    </a:cubicBezTo>
                    <a:cubicBezTo>
                      <a:pt x="761" y="153"/>
                      <a:pt x="981" y="131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4" name="AutoShape 224"/>
              <p:cNvSpPr/>
              <p:nvPr/>
            </p:nvSpPr>
            <p:spPr>
              <a:xfrm>
                <a:off x="-1200034" y="9220453"/>
                <a:ext cx="1012658" cy="62582"/>
              </a:xfrm>
              <a:custGeom>
                <a:avLst/>
                <a:gdLst/>
                <a:ahLst/>
                <a:cxnLst/>
                <a:rect l="l" t="t" r="r" b="b"/>
                <a:pathLst>
                  <a:path w="788" h="50">
                    <a:moveTo>
                      <a:pt x="787" y="0"/>
                    </a:moveTo>
                    <a:cubicBezTo>
                      <a:pt x="772" y="25"/>
                      <a:pt x="558" y="44"/>
                      <a:pt x="297" y="44"/>
                    </a:cubicBezTo>
                    <a:cubicBezTo>
                      <a:pt x="185" y="44"/>
                      <a:pt x="82" y="41"/>
                      <a:pt x="0" y="35"/>
                    </a:cubicBezTo>
                    <a:cubicBezTo>
                      <a:pt x="2" y="37"/>
                      <a:pt x="5" y="39"/>
                      <a:pt x="8" y="41"/>
                    </a:cubicBezTo>
                    <a:cubicBezTo>
                      <a:pt x="89" y="47"/>
                      <a:pt x="189" y="50"/>
                      <a:pt x="297" y="50"/>
                    </a:cubicBezTo>
                    <a:cubicBezTo>
                      <a:pt x="568" y="50"/>
                      <a:pt x="788" y="29"/>
                      <a:pt x="788" y="2"/>
                    </a:cubicBezTo>
                    <a:cubicBezTo>
                      <a:pt x="788" y="2"/>
                      <a:pt x="788" y="2"/>
                      <a:pt x="788" y="2"/>
                    </a:cubicBezTo>
                    <a:cubicBezTo>
                      <a:pt x="788" y="1"/>
                      <a:pt x="787" y="1"/>
                      <a:pt x="787" y="0"/>
                    </a:cubicBezTo>
                  </a:path>
                </a:pathLst>
              </a:custGeom>
              <a:solidFill>
                <a:srgbClr val="E5B76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5" name="AutoShape 225"/>
              <p:cNvSpPr/>
              <p:nvPr/>
            </p:nvSpPr>
            <p:spPr>
              <a:xfrm>
                <a:off x="-1450354" y="9152184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6" name="AutoShape 226"/>
              <p:cNvSpPr/>
              <p:nvPr/>
            </p:nvSpPr>
            <p:spPr>
              <a:xfrm>
                <a:off x="-1336572" y="9186319"/>
                <a:ext cx="1086618" cy="79648"/>
              </a:xfrm>
              <a:custGeom>
                <a:avLst/>
                <a:gdLst/>
                <a:ahLst/>
                <a:cxnLst/>
                <a:rect l="l" t="t" r="r" b="b"/>
                <a:pathLst>
                  <a:path w="844" h="60">
                    <a:moveTo>
                      <a:pt x="844" y="29"/>
                    </a:moveTo>
                    <a:cubicBezTo>
                      <a:pt x="828" y="31"/>
                      <a:pt x="811" y="32"/>
                      <a:pt x="793" y="34"/>
                    </a:cubicBezTo>
                    <a:cubicBezTo>
                      <a:pt x="761" y="38"/>
                      <a:pt x="717" y="42"/>
                      <a:pt x="663" y="46"/>
                    </a:cubicBezTo>
                    <a:cubicBezTo>
                      <a:pt x="590" y="50"/>
                      <a:pt x="500" y="52"/>
                      <a:pt x="403" y="52"/>
                    </a:cubicBezTo>
                    <a:cubicBezTo>
                      <a:pt x="281" y="52"/>
                      <a:pt x="170" y="48"/>
                      <a:pt x="90" y="42"/>
                    </a:cubicBezTo>
                    <a:cubicBezTo>
                      <a:pt x="86" y="42"/>
                      <a:pt x="82" y="41"/>
                      <a:pt x="77" y="41"/>
                    </a:cubicBezTo>
                    <a:cubicBezTo>
                      <a:pt x="82" y="44"/>
                      <a:pt x="87" y="47"/>
                      <a:pt x="92" y="50"/>
                    </a:cubicBezTo>
                    <a:cubicBezTo>
                      <a:pt x="108" y="51"/>
                      <a:pt x="125" y="53"/>
                      <a:pt x="143" y="54"/>
                    </a:cubicBezTo>
                    <a:cubicBezTo>
                      <a:pt x="216" y="58"/>
                      <a:pt x="306" y="60"/>
                      <a:pt x="403" y="60"/>
                    </a:cubicBezTo>
                    <a:cubicBezTo>
                      <a:pt x="526" y="60"/>
                      <a:pt x="637" y="56"/>
                      <a:pt x="717" y="50"/>
                    </a:cubicBezTo>
                    <a:cubicBezTo>
                      <a:pt x="757" y="47"/>
                      <a:pt x="790" y="43"/>
                      <a:pt x="812" y="38"/>
                    </a:cubicBezTo>
                    <a:cubicBezTo>
                      <a:pt x="824" y="36"/>
                      <a:pt x="833" y="34"/>
                      <a:pt x="839" y="31"/>
                    </a:cubicBezTo>
                    <a:cubicBezTo>
                      <a:pt x="841" y="31"/>
                      <a:pt x="842" y="30"/>
                      <a:pt x="844" y="29"/>
                    </a:cubicBezTo>
                    <a:moveTo>
                      <a:pt x="9" y="0"/>
                    </a:moveTo>
                    <a:cubicBezTo>
                      <a:pt x="6" y="0"/>
                      <a:pt x="3" y="1"/>
                      <a:pt x="0" y="1"/>
                    </a:cubicBezTo>
                    <a:cubicBezTo>
                      <a:pt x="5" y="3"/>
                      <a:pt x="9" y="5"/>
                      <a:pt x="14" y="7"/>
                    </a:cubicBezTo>
                    <a:cubicBezTo>
                      <a:pt x="16" y="7"/>
                      <a:pt x="18" y="7"/>
                      <a:pt x="20" y="6"/>
                    </a:cubicBezTo>
                    <a:cubicBezTo>
                      <a:pt x="17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3"/>
                      <a:pt x="13" y="3"/>
                      <a:pt x="13" y="3"/>
                    </a:cubicBezTo>
                    <a:cubicBezTo>
                      <a:pt x="12" y="2"/>
                      <a:pt x="10" y="1"/>
                      <a:pt x="9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7" name="AutoShape 227"/>
              <p:cNvSpPr/>
              <p:nvPr/>
            </p:nvSpPr>
            <p:spPr>
              <a:xfrm>
                <a:off x="-1330884" y="9044093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6"/>
                      <a:pt x="981" y="106"/>
                      <a:pt x="981" y="106"/>
                    </a:cubicBezTo>
                    <a:cubicBezTo>
                      <a:pt x="981" y="128"/>
                      <a:pt x="822" y="147"/>
                      <a:pt x="608" y="152"/>
                    </a:cubicBezTo>
                    <a:cubicBezTo>
                      <a:pt x="570" y="153"/>
                      <a:pt x="531" y="153"/>
                      <a:pt x="490" y="153"/>
                    </a:cubicBezTo>
                    <a:cubicBezTo>
                      <a:pt x="220" y="153"/>
                      <a:pt x="0" y="132"/>
                      <a:pt x="0" y="10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8" name="AutoShape 228"/>
              <p:cNvSpPr/>
              <p:nvPr/>
            </p:nvSpPr>
            <p:spPr>
              <a:xfrm>
                <a:off x="-1330884" y="9044093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32"/>
                      <a:pt x="220" y="153"/>
                      <a:pt x="490" y="153"/>
                    </a:cubicBezTo>
                    <a:cubicBezTo>
                      <a:pt x="761" y="153"/>
                      <a:pt x="981" y="132"/>
                      <a:pt x="981" y="106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9" name="AutoShape 229"/>
              <p:cNvSpPr/>
              <p:nvPr/>
            </p:nvSpPr>
            <p:spPr>
              <a:xfrm>
                <a:off x="-1330884" y="8992889"/>
                <a:ext cx="1262978" cy="119473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0" name="AutoShape 230"/>
              <p:cNvSpPr/>
              <p:nvPr/>
            </p:nvSpPr>
            <p:spPr>
              <a:xfrm>
                <a:off x="-249958" y="8998580"/>
                <a:ext cx="187741" cy="56891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5">
                    <a:moveTo>
                      <a:pt x="145" y="37"/>
                    </a:moveTo>
                    <a:cubicBezTo>
                      <a:pt x="141" y="37"/>
                      <a:pt x="141" y="37"/>
                      <a:pt x="141" y="37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141" y="37"/>
                      <a:pt x="141" y="37"/>
                      <a:pt x="141" y="37"/>
                    </a:cubicBezTo>
                    <a:cubicBezTo>
                      <a:pt x="141" y="43"/>
                      <a:pt x="141" y="43"/>
                      <a:pt x="141" y="43"/>
                    </a:cubicBezTo>
                    <a:cubicBezTo>
                      <a:pt x="141" y="43"/>
                      <a:pt x="141" y="43"/>
                      <a:pt x="141" y="43"/>
                    </a:cubicBezTo>
                    <a:cubicBezTo>
                      <a:pt x="141" y="43"/>
                      <a:pt x="141" y="43"/>
                      <a:pt x="141" y="43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2" y="44"/>
                      <a:pt x="143" y="43"/>
                      <a:pt x="144" y="42"/>
                    </a:cubicBezTo>
                    <a:cubicBezTo>
                      <a:pt x="144" y="40"/>
                      <a:pt x="145" y="39"/>
                      <a:pt x="145" y="37"/>
                    </a:cubicBezTo>
                    <a:moveTo>
                      <a:pt x="145" y="37"/>
                    </a:moveTo>
                    <a:cubicBezTo>
                      <a:pt x="145" y="37"/>
                      <a:pt x="145" y="37"/>
                      <a:pt x="145" y="37"/>
                    </a:cubicBezTo>
                    <a:cubicBezTo>
                      <a:pt x="145" y="37"/>
                      <a:pt x="145" y="37"/>
                      <a:pt x="145" y="37"/>
                    </a:cubicBezTo>
                    <a:moveTo>
                      <a:pt x="0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43" y="12"/>
                      <a:pt x="77" y="17"/>
                      <a:pt x="101" y="23"/>
                    </a:cubicBezTo>
                    <a:cubicBezTo>
                      <a:pt x="114" y="25"/>
                      <a:pt x="123" y="28"/>
                      <a:pt x="129" y="31"/>
                    </a:cubicBezTo>
                    <a:cubicBezTo>
                      <a:pt x="132" y="33"/>
                      <a:pt x="134" y="34"/>
                      <a:pt x="135" y="35"/>
                    </a:cubicBezTo>
                    <a:cubicBezTo>
                      <a:pt x="136" y="36"/>
                      <a:pt x="136" y="36"/>
                      <a:pt x="137" y="36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141" y="37"/>
                      <a:pt x="141" y="37"/>
                      <a:pt x="141" y="37"/>
                    </a:cubicBezTo>
                    <a:cubicBezTo>
                      <a:pt x="145" y="37"/>
                      <a:pt x="145" y="37"/>
                      <a:pt x="145" y="37"/>
                    </a:cubicBezTo>
                    <a:cubicBezTo>
                      <a:pt x="145" y="37"/>
                      <a:pt x="145" y="37"/>
                      <a:pt x="145" y="37"/>
                    </a:cubicBezTo>
                    <a:cubicBezTo>
                      <a:pt x="145" y="36"/>
                      <a:pt x="144" y="34"/>
                      <a:pt x="144" y="33"/>
                    </a:cubicBezTo>
                    <a:cubicBezTo>
                      <a:pt x="142" y="30"/>
                      <a:pt x="140" y="28"/>
                      <a:pt x="138" y="27"/>
                    </a:cubicBezTo>
                    <a:cubicBezTo>
                      <a:pt x="132" y="23"/>
                      <a:pt x="125" y="21"/>
                      <a:pt x="116" y="18"/>
                    </a:cubicBezTo>
                    <a:cubicBezTo>
                      <a:pt x="99" y="13"/>
                      <a:pt x="75" y="9"/>
                      <a:pt x="45" y="5"/>
                    </a:cubicBezTo>
                    <a:cubicBezTo>
                      <a:pt x="31" y="3"/>
                      <a:pt x="16" y="1"/>
                      <a:pt x="0" y="0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1" name="AutoShape 231"/>
              <p:cNvSpPr/>
              <p:nvPr/>
            </p:nvSpPr>
            <p:spPr>
              <a:xfrm>
                <a:off x="-73594" y="9044093"/>
                <a:ext cx="5691" cy="11378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4" y="6"/>
                    </a:moveTo>
                    <a:cubicBezTo>
                      <a:pt x="4" y="7"/>
                      <a:pt x="3" y="8"/>
                      <a:pt x="2" y="9"/>
                    </a:cubicBezTo>
                    <a:cubicBezTo>
                      <a:pt x="3" y="9"/>
                      <a:pt x="3" y="9"/>
                      <a:pt x="4" y="8"/>
                    </a:cubicBezTo>
                    <a:cubicBezTo>
                      <a:pt x="4" y="6"/>
                      <a:pt x="4" y="6"/>
                      <a:pt x="4" y="6"/>
                    </a:cubicBezTo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2"/>
                      <a:pt x="4" y="4"/>
                      <a:pt x="4" y="6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EDCC9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2" name="AutoShape 232"/>
              <p:cNvSpPr/>
              <p:nvPr/>
            </p:nvSpPr>
            <p:spPr>
              <a:xfrm>
                <a:off x="-1285372" y="9044093"/>
                <a:ext cx="1217465" cy="68269"/>
              </a:xfrm>
              <a:custGeom>
                <a:avLst/>
                <a:gdLst/>
                <a:ahLst/>
                <a:cxnLst/>
                <a:rect l="l" t="t" r="r" b="b"/>
                <a:pathLst>
                  <a:path w="946" h="52">
                    <a:moveTo>
                      <a:pt x="943" y="1"/>
                    </a:moveTo>
                    <a:cubicBezTo>
                      <a:pt x="943" y="1"/>
                      <a:pt x="943" y="1"/>
                      <a:pt x="943" y="1"/>
                    </a:cubicBezTo>
                    <a:cubicBezTo>
                      <a:pt x="943" y="2"/>
                      <a:pt x="943" y="2"/>
                      <a:pt x="943" y="2"/>
                    </a:cubicBezTo>
                    <a:cubicBezTo>
                      <a:pt x="942" y="2"/>
                      <a:pt x="941" y="4"/>
                      <a:pt x="939" y="5"/>
                    </a:cubicBezTo>
                    <a:cubicBezTo>
                      <a:pt x="935" y="7"/>
                      <a:pt x="929" y="10"/>
                      <a:pt x="919" y="13"/>
                    </a:cubicBezTo>
                    <a:cubicBezTo>
                      <a:pt x="903" y="17"/>
                      <a:pt x="880" y="22"/>
                      <a:pt x="850" y="26"/>
                    </a:cubicBezTo>
                    <a:cubicBezTo>
                      <a:pt x="761" y="37"/>
                      <a:pt x="618" y="45"/>
                      <a:pt x="456" y="45"/>
                    </a:cubicBezTo>
                    <a:cubicBezTo>
                      <a:pt x="321" y="45"/>
                      <a:pt x="199" y="40"/>
                      <a:pt x="110" y="31"/>
                    </a:cubicBezTo>
                    <a:cubicBezTo>
                      <a:pt x="102" y="30"/>
                      <a:pt x="94" y="29"/>
                      <a:pt x="87" y="29"/>
                    </a:cubicBezTo>
                    <a:cubicBezTo>
                      <a:pt x="56" y="27"/>
                      <a:pt x="27" y="25"/>
                      <a:pt x="0" y="23"/>
                    </a:cubicBezTo>
                    <a:cubicBezTo>
                      <a:pt x="16" y="27"/>
                      <a:pt x="37" y="30"/>
                      <a:pt x="62" y="34"/>
                    </a:cubicBezTo>
                    <a:cubicBezTo>
                      <a:pt x="152" y="45"/>
                      <a:pt x="295" y="53"/>
                      <a:pt x="456" y="53"/>
                    </a:cubicBezTo>
                    <a:cubicBezTo>
                      <a:pt x="592" y="53"/>
                      <a:pt x="715" y="48"/>
                      <a:pt x="804" y="39"/>
                    </a:cubicBezTo>
                    <a:cubicBezTo>
                      <a:pt x="848" y="35"/>
                      <a:pt x="884" y="29"/>
                      <a:pt x="909" y="24"/>
                    </a:cubicBezTo>
                    <a:cubicBezTo>
                      <a:pt x="922" y="21"/>
                      <a:pt x="932" y="18"/>
                      <a:pt x="939" y="14"/>
                    </a:cubicBezTo>
                    <a:cubicBezTo>
                      <a:pt x="941" y="13"/>
                      <a:pt x="944" y="12"/>
                      <a:pt x="945" y="10"/>
                    </a:cubicBezTo>
                    <a:cubicBezTo>
                      <a:pt x="946" y="9"/>
                      <a:pt x="947" y="8"/>
                      <a:pt x="947" y="7"/>
                    </a:cubicBezTo>
                    <a:cubicBezTo>
                      <a:pt x="947" y="7"/>
                      <a:pt x="947" y="7"/>
                      <a:pt x="947" y="7"/>
                    </a:cubicBezTo>
                    <a:cubicBezTo>
                      <a:pt x="947" y="7"/>
                      <a:pt x="947" y="7"/>
                      <a:pt x="947" y="7"/>
                    </a:cubicBezTo>
                    <a:cubicBezTo>
                      <a:pt x="947" y="5"/>
                      <a:pt x="946" y="3"/>
                      <a:pt x="943" y="1"/>
                    </a:cubicBezTo>
                    <a:cubicBezTo>
                      <a:pt x="943" y="1"/>
                      <a:pt x="943" y="1"/>
                      <a:pt x="943" y="1"/>
                    </a:cubicBezTo>
                    <a:moveTo>
                      <a:pt x="943" y="0"/>
                    </a:moveTo>
                    <a:cubicBezTo>
                      <a:pt x="943" y="1"/>
                      <a:pt x="943" y="1"/>
                      <a:pt x="943" y="1"/>
                    </a:cubicBezTo>
                    <a:cubicBezTo>
                      <a:pt x="943" y="1"/>
                      <a:pt x="943" y="1"/>
                      <a:pt x="943" y="1"/>
                    </a:cubicBezTo>
                    <a:cubicBezTo>
                      <a:pt x="943" y="1"/>
                      <a:pt x="943" y="1"/>
                      <a:pt x="943" y="1"/>
                    </a:cubicBezTo>
                    <a:cubicBezTo>
                      <a:pt x="943" y="1"/>
                      <a:pt x="943" y="1"/>
                      <a:pt x="943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3" name="AutoShape 233"/>
              <p:cNvSpPr/>
              <p:nvPr/>
            </p:nvSpPr>
            <p:spPr>
              <a:xfrm>
                <a:off x="-1268302" y="8998580"/>
                <a:ext cx="1143509" cy="91026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4" name="AutoShape 234"/>
              <p:cNvSpPr/>
              <p:nvPr/>
            </p:nvSpPr>
            <p:spPr>
              <a:xfrm>
                <a:off x="-1512935" y="8890486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8"/>
                      <a:pt x="822" y="147"/>
                      <a:pt x="608" y="152"/>
                    </a:cubicBezTo>
                    <a:cubicBezTo>
                      <a:pt x="570" y="153"/>
                      <a:pt x="531" y="153"/>
                      <a:pt x="490" y="153"/>
                    </a:cubicBezTo>
                    <a:cubicBezTo>
                      <a:pt x="219" y="153"/>
                      <a:pt x="0" y="132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5" name="AutoShape 235"/>
              <p:cNvSpPr/>
              <p:nvPr/>
            </p:nvSpPr>
            <p:spPr>
              <a:xfrm>
                <a:off x="-1512935" y="8890486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2"/>
                      <a:pt x="219" y="153"/>
                      <a:pt x="490" y="153"/>
                    </a:cubicBezTo>
                    <a:cubicBezTo>
                      <a:pt x="761" y="153"/>
                      <a:pt x="981" y="132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6" name="AutoShape 236"/>
              <p:cNvSpPr/>
              <p:nvPr/>
            </p:nvSpPr>
            <p:spPr>
              <a:xfrm>
                <a:off x="-1512935" y="8896177"/>
                <a:ext cx="1262978" cy="62582"/>
              </a:xfrm>
              <a:custGeom>
                <a:avLst/>
                <a:gdLst/>
                <a:ahLst/>
                <a:cxnLst/>
                <a:rect l="l" t="t" r="r" b="b"/>
                <a:pathLst>
                  <a:path w="981" h="50">
                    <a:moveTo>
                      <a:pt x="980" y="0"/>
                    </a:moveTo>
                    <a:cubicBezTo>
                      <a:pt x="965" y="25"/>
                      <a:pt x="751" y="45"/>
                      <a:pt x="490" y="45"/>
                    </a:cubicBezTo>
                    <a:cubicBezTo>
                      <a:pt x="229" y="45"/>
                      <a:pt x="15" y="25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29"/>
                      <a:pt x="219" y="50"/>
                      <a:pt x="490" y="50"/>
                    </a:cubicBezTo>
                    <a:cubicBezTo>
                      <a:pt x="761" y="50"/>
                      <a:pt x="981" y="29"/>
                      <a:pt x="981" y="3"/>
                    </a:cubicBezTo>
                    <a:cubicBezTo>
                      <a:pt x="981" y="3"/>
                      <a:pt x="981" y="3"/>
                      <a:pt x="981" y="3"/>
                    </a:cubicBezTo>
                    <a:cubicBezTo>
                      <a:pt x="981" y="2"/>
                      <a:pt x="980" y="1"/>
                      <a:pt x="980" y="0"/>
                    </a:cubicBezTo>
                  </a:path>
                </a:pathLst>
              </a:custGeom>
              <a:solidFill>
                <a:srgbClr val="E5B76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7" name="AutoShape 237"/>
              <p:cNvSpPr/>
              <p:nvPr/>
            </p:nvSpPr>
            <p:spPr>
              <a:xfrm>
                <a:off x="-1512935" y="8827907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8" name="AutoShape 238"/>
              <p:cNvSpPr/>
              <p:nvPr/>
            </p:nvSpPr>
            <p:spPr>
              <a:xfrm>
                <a:off x="-1456045" y="8839286"/>
                <a:ext cx="1149196" cy="102404"/>
              </a:xfrm>
              <a:custGeom>
                <a:avLst/>
                <a:gdLst/>
                <a:ahLst/>
                <a:cxnLst/>
                <a:rect l="l" t="t" r="r" b="b"/>
                <a:pathLst>
                  <a:path w="894" h="80">
                    <a:moveTo>
                      <a:pt x="894" y="40"/>
                    </a:moveTo>
                    <a:cubicBezTo>
                      <a:pt x="894" y="40"/>
                      <a:pt x="894" y="40"/>
                      <a:pt x="894" y="40"/>
                    </a:cubicBezTo>
                    <a:cubicBezTo>
                      <a:pt x="894" y="40"/>
                      <a:pt x="894" y="40"/>
                      <a:pt x="894" y="40"/>
                    </a:cubicBezTo>
                    <a:moveTo>
                      <a:pt x="8" y="40"/>
                    </a:moveTo>
                    <a:cubicBezTo>
                      <a:pt x="8" y="39"/>
                      <a:pt x="9" y="38"/>
                      <a:pt x="11" y="38"/>
                    </a:cubicBezTo>
                    <a:cubicBezTo>
                      <a:pt x="14" y="36"/>
                      <a:pt x="20" y="34"/>
                      <a:pt x="28" y="32"/>
                    </a:cubicBezTo>
                    <a:cubicBezTo>
                      <a:pt x="58" y="25"/>
                      <a:pt x="114" y="19"/>
                      <a:pt x="187" y="14"/>
                    </a:cubicBezTo>
                    <a:cubicBezTo>
                      <a:pt x="260" y="10"/>
                      <a:pt x="350" y="8"/>
                      <a:pt x="447" y="8"/>
                    </a:cubicBezTo>
                    <a:cubicBezTo>
                      <a:pt x="569" y="8"/>
                      <a:pt x="680" y="12"/>
                      <a:pt x="760" y="18"/>
                    </a:cubicBezTo>
                    <a:cubicBezTo>
                      <a:pt x="800" y="21"/>
                      <a:pt x="833" y="25"/>
                      <a:pt x="855" y="29"/>
                    </a:cubicBezTo>
                    <a:cubicBezTo>
                      <a:pt x="866" y="32"/>
                      <a:pt x="875" y="34"/>
                      <a:pt x="880" y="36"/>
                    </a:cubicBezTo>
                    <a:cubicBezTo>
                      <a:pt x="883" y="37"/>
                      <a:pt x="885" y="38"/>
                      <a:pt x="886" y="39"/>
                    </a:cubicBezTo>
                    <a:cubicBezTo>
                      <a:pt x="886" y="39"/>
                      <a:pt x="886" y="39"/>
                      <a:pt x="886" y="40"/>
                    </a:cubicBezTo>
                    <a:cubicBezTo>
                      <a:pt x="886" y="40"/>
                      <a:pt x="885" y="41"/>
                      <a:pt x="884" y="41"/>
                    </a:cubicBezTo>
                    <a:cubicBezTo>
                      <a:pt x="880" y="43"/>
                      <a:pt x="874" y="45"/>
                      <a:pt x="866" y="47"/>
                    </a:cubicBezTo>
                    <a:cubicBezTo>
                      <a:pt x="837" y="54"/>
                      <a:pt x="780" y="61"/>
                      <a:pt x="707" y="65"/>
                    </a:cubicBezTo>
                    <a:cubicBezTo>
                      <a:pt x="634" y="69"/>
                      <a:pt x="544" y="72"/>
                      <a:pt x="447" y="72"/>
                    </a:cubicBezTo>
                    <a:cubicBezTo>
                      <a:pt x="325" y="72"/>
                      <a:pt x="214" y="68"/>
                      <a:pt x="134" y="61"/>
                    </a:cubicBezTo>
                    <a:cubicBezTo>
                      <a:pt x="94" y="58"/>
                      <a:pt x="62" y="54"/>
                      <a:pt x="39" y="50"/>
                    </a:cubicBezTo>
                    <a:cubicBezTo>
                      <a:pt x="28" y="48"/>
                      <a:pt x="20" y="45"/>
                      <a:pt x="14" y="43"/>
                    </a:cubicBezTo>
                    <a:cubicBezTo>
                      <a:pt x="12" y="42"/>
                      <a:pt x="10" y="41"/>
                      <a:pt x="9" y="40"/>
                    </a:cubicBezTo>
                    <a:cubicBezTo>
                      <a:pt x="8" y="40"/>
                      <a:pt x="8" y="40"/>
                      <a:pt x="8" y="40"/>
                    </a:cubicBezTo>
                    <a:moveTo>
                      <a:pt x="447" y="0"/>
                    </a:moveTo>
                    <a:cubicBezTo>
                      <a:pt x="325" y="0"/>
                      <a:pt x="214" y="4"/>
                      <a:pt x="133" y="10"/>
                    </a:cubicBezTo>
                    <a:cubicBezTo>
                      <a:pt x="93" y="13"/>
                      <a:pt x="61" y="17"/>
                      <a:pt x="38" y="22"/>
                    </a:cubicBezTo>
                    <a:cubicBezTo>
                      <a:pt x="27" y="24"/>
                      <a:pt x="18" y="26"/>
                      <a:pt x="11" y="29"/>
                    </a:cubicBezTo>
                    <a:cubicBezTo>
                      <a:pt x="8" y="30"/>
                      <a:pt x="6" y="31"/>
                      <a:pt x="4" y="33"/>
                    </a:cubicBezTo>
                    <a:cubicBezTo>
                      <a:pt x="3" y="34"/>
                      <a:pt x="2" y="35"/>
                      <a:pt x="1" y="36"/>
                    </a:cubicBezTo>
                    <a:cubicBezTo>
                      <a:pt x="0" y="37"/>
                      <a:pt x="0" y="38"/>
                      <a:pt x="0" y="40"/>
                    </a:cubicBezTo>
                    <a:cubicBezTo>
                      <a:pt x="0" y="41"/>
                      <a:pt x="0" y="42"/>
                      <a:pt x="1" y="44"/>
                    </a:cubicBezTo>
                    <a:cubicBezTo>
                      <a:pt x="2" y="46"/>
                      <a:pt x="4" y="47"/>
                      <a:pt x="7" y="49"/>
                    </a:cubicBezTo>
                    <a:cubicBezTo>
                      <a:pt x="11" y="51"/>
                      <a:pt x="18" y="53"/>
                      <a:pt x="27" y="55"/>
                    </a:cubicBezTo>
                    <a:cubicBezTo>
                      <a:pt x="57" y="62"/>
                      <a:pt x="113" y="68"/>
                      <a:pt x="187" y="73"/>
                    </a:cubicBezTo>
                    <a:cubicBezTo>
                      <a:pt x="260" y="77"/>
                      <a:pt x="350" y="80"/>
                      <a:pt x="447" y="80"/>
                    </a:cubicBezTo>
                    <a:cubicBezTo>
                      <a:pt x="570" y="80"/>
                      <a:pt x="681" y="76"/>
                      <a:pt x="761" y="69"/>
                    </a:cubicBezTo>
                    <a:cubicBezTo>
                      <a:pt x="801" y="66"/>
                      <a:pt x="834" y="62"/>
                      <a:pt x="856" y="58"/>
                    </a:cubicBezTo>
                    <a:cubicBezTo>
                      <a:pt x="868" y="55"/>
                      <a:pt x="877" y="53"/>
                      <a:pt x="883" y="51"/>
                    </a:cubicBezTo>
                    <a:cubicBezTo>
                      <a:pt x="886" y="49"/>
                      <a:pt x="889" y="48"/>
                      <a:pt x="891" y="46"/>
                    </a:cubicBezTo>
                    <a:cubicBezTo>
                      <a:pt x="892" y="46"/>
                      <a:pt x="893" y="45"/>
                      <a:pt x="893" y="44"/>
                    </a:cubicBezTo>
                    <a:cubicBezTo>
                      <a:pt x="894" y="42"/>
                      <a:pt x="894" y="41"/>
                      <a:pt x="894" y="40"/>
                    </a:cubicBezTo>
                    <a:cubicBezTo>
                      <a:pt x="890" y="40"/>
                      <a:pt x="890" y="40"/>
                      <a:pt x="890" y="40"/>
                    </a:cubicBezTo>
                    <a:cubicBezTo>
                      <a:pt x="887" y="40"/>
                      <a:pt x="887" y="40"/>
                      <a:pt x="887" y="40"/>
                    </a:cubicBezTo>
                    <a:cubicBezTo>
                      <a:pt x="887" y="40"/>
                      <a:pt x="887" y="40"/>
                      <a:pt x="887" y="40"/>
                    </a:cubicBezTo>
                    <a:cubicBezTo>
                      <a:pt x="890" y="40"/>
                      <a:pt x="890" y="40"/>
                      <a:pt x="890" y="40"/>
                    </a:cubicBezTo>
                    <a:cubicBezTo>
                      <a:pt x="894" y="40"/>
                      <a:pt x="894" y="40"/>
                      <a:pt x="894" y="40"/>
                    </a:cubicBezTo>
                    <a:cubicBezTo>
                      <a:pt x="894" y="40"/>
                      <a:pt x="894" y="40"/>
                      <a:pt x="894" y="40"/>
                    </a:cubicBezTo>
                    <a:cubicBezTo>
                      <a:pt x="894" y="38"/>
                      <a:pt x="894" y="37"/>
                      <a:pt x="893" y="36"/>
                    </a:cubicBezTo>
                    <a:cubicBezTo>
                      <a:pt x="892" y="33"/>
                      <a:pt x="890" y="32"/>
                      <a:pt x="887" y="31"/>
                    </a:cubicBezTo>
                    <a:cubicBezTo>
                      <a:pt x="883" y="28"/>
                      <a:pt x="876" y="26"/>
                      <a:pt x="868" y="24"/>
                    </a:cubicBezTo>
                    <a:cubicBezTo>
                      <a:pt x="837" y="17"/>
                      <a:pt x="781" y="11"/>
                      <a:pt x="708" y="6"/>
                    </a:cubicBezTo>
                    <a:cubicBezTo>
                      <a:pt x="635" y="2"/>
                      <a:pt x="544" y="0"/>
                      <a:pt x="447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9" name="AutoShape 239"/>
              <p:cNvSpPr/>
              <p:nvPr/>
            </p:nvSpPr>
            <p:spPr>
              <a:xfrm>
                <a:off x="-2212691" y="9721093"/>
                <a:ext cx="1280047" cy="73389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571">
                    <a:moveTo>
                      <a:pt x="686" y="0"/>
                    </a:moveTo>
                    <a:cubicBezTo>
                      <a:pt x="673" y="9"/>
                      <a:pt x="660" y="18"/>
                      <a:pt x="647" y="27"/>
                    </a:cubicBezTo>
                    <a:cubicBezTo>
                      <a:pt x="587" y="68"/>
                      <a:pt x="523" y="102"/>
                      <a:pt x="457" y="130"/>
                    </a:cubicBezTo>
                    <a:cubicBezTo>
                      <a:pt x="390" y="159"/>
                      <a:pt x="319" y="181"/>
                      <a:pt x="247" y="195"/>
                    </a:cubicBezTo>
                    <a:cubicBezTo>
                      <a:pt x="181" y="209"/>
                      <a:pt x="112" y="217"/>
                      <a:pt x="44" y="218"/>
                    </a:cubicBezTo>
                    <a:cubicBezTo>
                      <a:pt x="44" y="218"/>
                      <a:pt x="44" y="218"/>
                      <a:pt x="44" y="218"/>
                    </a:cubicBezTo>
                    <a:cubicBezTo>
                      <a:pt x="36" y="218"/>
                      <a:pt x="28" y="219"/>
                      <a:pt x="21" y="219"/>
                    </a:cubicBezTo>
                    <a:cubicBezTo>
                      <a:pt x="14" y="219"/>
                      <a:pt x="7" y="218"/>
                      <a:pt x="0" y="218"/>
                    </a:cubicBezTo>
                    <a:cubicBezTo>
                      <a:pt x="67" y="423"/>
                      <a:pt x="259" y="571"/>
                      <a:pt x="486" y="571"/>
                    </a:cubicBezTo>
                    <a:cubicBezTo>
                      <a:pt x="746" y="571"/>
                      <a:pt x="961" y="376"/>
                      <a:pt x="993" y="125"/>
                    </a:cubicBezTo>
                    <a:cubicBezTo>
                      <a:pt x="878" y="120"/>
                      <a:pt x="784" y="111"/>
                      <a:pt x="732" y="100"/>
                    </a:cubicBezTo>
                    <a:cubicBezTo>
                      <a:pt x="711" y="96"/>
                      <a:pt x="696" y="91"/>
                      <a:pt x="690" y="86"/>
                    </a:cubicBezTo>
                    <a:cubicBezTo>
                      <a:pt x="687" y="84"/>
                      <a:pt x="686" y="82"/>
                      <a:pt x="686" y="80"/>
                    </a:cubicBezTo>
                    <a:cubicBezTo>
                      <a:pt x="686" y="0"/>
                      <a:pt x="686" y="0"/>
                      <a:pt x="686" y="0"/>
                    </a:cubicBezTo>
                  </a:path>
                </a:pathLst>
              </a:custGeom>
              <a:solidFill>
                <a:srgbClr val="E2E0E0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0" name="AutoShape 240"/>
              <p:cNvSpPr/>
              <p:nvPr/>
            </p:nvSpPr>
            <p:spPr>
              <a:xfrm>
                <a:off x="-2161492" y="9140806"/>
                <a:ext cx="1001280" cy="745273"/>
              </a:xfrm>
              <a:custGeom>
                <a:avLst/>
                <a:gdLst/>
                <a:ahLst/>
                <a:cxnLst/>
                <a:rect l="l" t="t" r="r" b="b"/>
                <a:pathLst>
                  <a:path w="775" h="580">
                    <a:moveTo>
                      <a:pt x="444" y="0"/>
                    </a:moveTo>
                    <a:cubicBezTo>
                      <a:pt x="382" y="0"/>
                      <a:pt x="322" y="11"/>
                      <a:pt x="266" y="31"/>
                    </a:cubicBezTo>
                    <a:cubicBezTo>
                      <a:pt x="290" y="74"/>
                      <a:pt x="290" y="74"/>
                      <a:pt x="290" y="74"/>
                    </a:cubicBezTo>
                    <a:cubicBezTo>
                      <a:pt x="251" y="97"/>
                      <a:pt x="251" y="97"/>
                      <a:pt x="251" y="97"/>
                    </a:cubicBezTo>
                    <a:cubicBezTo>
                      <a:pt x="223" y="50"/>
                      <a:pt x="223" y="50"/>
                      <a:pt x="223" y="50"/>
                    </a:cubicBezTo>
                    <a:cubicBezTo>
                      <a:pt x="130" y="95"/>
                      <a:pt x="52" y="167"/>
                      <a:pt x="0" y="257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14" y="284"/>
                      <a:pt x="25" y="295"/>
                      <a:pt x="25" y="309"/>
                    </a:cubicBezTo>
                    <a:cubicBezTo>
                      <a:pt x="25" y="465"/>
                      <a:pt x="25" y="465"/>
                      <a:pt x="25" y="465"/>
                    </a:cubicBezTo>
                    <a:cubicBezTo>
                      <a:pt x="25" y="479"/>
                      <a:pt x="14" y="491"/>
                      <a:pt x="0" y="491"/>
                    </a:cubicBezTo>
                    <a:cubicBezTo>
                      <a:pt x="0" y="491"/>
                      <a:pt x="0" y="491"/>
                      <a:pt x="0" y="491"/>
                    </a:cubicBezTo>
                    <a:cubicBezTo>
                      <a:pt x="0" y="491"/>
                      <a:pt x="0" y="491"/>
                      <a:pt x="0" y="491"/>
                    </a:cubicBezTo>
                    <a:cubicBezTo>
                      <a:pt x="0" y="580"/>
                      <a:pt x="0" y="580"/>
                      <a:pt x="0" y="580"/>
                    </a:cubicBezTo>
                    <a:cubicBezTo>
                      <a:pt x="224" y="575"/>
                      <a:pt x="430" y="500"/>
                      <a:pt x="597" y="374"/>
                    </a:cubicBezTo>
                    <a:cubicBezTo>
                      <a:pt x="597" y="302"/>
                      <a:pt x="597" y="302"/>
                      <a:pt x="597" y="302"/>
                    </a:cubicBezTo>
                    <a:cubicBezTo>
                      <a:pt x="597" y="302"/>
                      <a:pt x="597" y="302"/>
                      <a:pt x="597" y="302"/>
                    </a:cubicBezTo>
                    <a:cubicBezTo>
                      <a:pt x="597" y="290"/>
                      <a:pt x="641" y="279"/>
                      <a:pt x="714" y="271"/>
                    </a:cubicBezTo>
                    <a:cubicBezTo>
                      <a:pt x="735" y="249"/>
                      <a:pt x="756" y="227"/>
                      <a:pt x="775" y="203"/>
                    </a:cubicBezTo>
                    <a:cubicBezTo>
                      <a:pt x="729" y="200"/>
                      <a:pt x="688" y="197"/>
                      <a:pt x="654" y="192"/>
                    </a:cubicBezTo>
                    <a:cubicBezTo>
                      <a:pt x="654" y="199"/>
                      <a:pt x="651" y="206"/>
                      <a:pt x="646" y="212"/>
                    </a:cubicBezTo>
                    <a:cubicBezTo>
                      <a:pt x="641" y="217"/>
                      <a:pt x="634" y="219"/>
                      <a:pt x="627" y="219"/>
                    </a:cubicBezTo>
                    <a:cubicBezTo>
                      <a:pt x="621" y="219"/>
                      <a:pt x="614" y="217"/>
                      <a:pt x="609" y="212"/>
                    </a:cubicBezTo>
                    <a:cubicBezTo>
                      <a:pt x="575" y="178"/>
                      <a:pt x="575" y="178"/>
                      <a:pt x="575" y="178"/>
                    </a:cubicBezTo>
                    <a:cubicBezTo>
                      <a:pt x="575" y="178"/>
                      <a:pt x="575" y="178"/>
                      <a:pt x="574" y="178"/>
                    </a:cubicBezTo>
                    <a:cubicBezTo>
                      <a:pt x="565" y="175"/>
                      <a:pt x="558" y="172"/>
                      <a:pt x="554" y="170"/>
                    </a:cubicBezTo>
                    <a:cubicBezTo>
                      <a:pt x="554" y="170"/>
                      <a:pt x="554" y="170"/>
                      <a:pt x="554" y="169"/>
                    </a:cubicBezTo>
                    <a:cubicBezTo>
                      <a:pt x="554" y="169"/>
                      <a:pt x="554" y="169"/>
                      <a:pt x="554" y="169"/>
                    </a:cubicBezTo>
                    <a:cubicBezTo>
                      <a:pt x="551" y="167"/>
                      <a:pt x="550" y="165"/>
                      <a:pt x="550" y="163"/>
                    </a:cubicBezTo>
                    <a:cubicBezTo>
                      <a:pt x="550" y="153"/>
                      <a:pt x="550" y="153"/>
                      <a:pt x="550" y="153"/>
                    </a:cubicBezTo>
                    <a:cubicBezTo>
                      <a:pt x="499" y="102"/>
                      <a:pt x="499" y="102"/>
                      <a:pt x="499" y="102"/>
                    </a:cubicBezTo>
                    <a:cubicBezTo>
                      <a:pt x="489" y="92"/>
                      <a:pt x="489" y="75"/>
                      <a:pt x="499" y="65"/>
                    </a:cubicBezTo>
                    <a:cubicBezTo>
                      <a:pt x="504" y="60"/>
                      <a:pt x="511" y="57"/>
                      <a:pt x="517" y="57"/>
                    </a:cubicBezTo>
                    <a:cubicBezTo>
                      <a:pt x="524" y="57"/>
                      <a:pt x="531" y="60"/>
                      <a:pt x="536" y="65"/>
                    </a:cubicBezTo>
                    <a:cubicBezTo>
                      <a:pt x="550" y="79"/>
                      <a:pt x="550" y="79"/>
                      <a:pt x="550" y="79"/>
                    </a:cubicBezTo>
                    <a:cubicBezTo>
                      <a:pt x="550" y="58"/>
                      <a:pt x="550" y="58"/>
                      <a:pt x="550" y="58"/>
                    </a:cubicBezTo>
                    <a:cubicBezTo>
                      <a:pt x="550" y="58"/>
                      <a:pt x="550" y="58"/>
                      <a:pt x="550" y="58"/>
                    </a:cubicBezTo>
                    <a:cubicBezTo>
                      <a:pt x="550" y="48"/>
                      <a:pt x="577" y="40"/>
                      <a:pt x="625" y="32"/>
                    </a:cubicBezTo>
                    <a:cubicBezTo>
                      <a:pt x="569" y="11"/>
                      <a:pt x="508" y="0"/>
                      <a:pt x="444" y="0"/>
                    </a:cubicBezTo>
                  </a:path>
                </a:pathLst>
              </a:custGeom>
              <a:solidFill>
                <a:srgbClr val="CECDC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1" name="AutoShape 241"/>
              <p:cNvSpPr/>
              <p:nvPr/>
            </p:nvSpPr>
            <p:spPr>
              <a:xfrm>
                <a:off x="-2161492" y="9402504"/>
                <a:ext cx="1058171" cy="603044"/>
              </a:xfrm>
              <a:custGeom>
                <a:avLst/>
                <a:gdLst/>
                <a:ahLst/>
                <a:cxnLst/>
                <a:rect l="l" t="t" r="r" b="b"/>
                <a:pathLst>
                  <a:path w="820" h="467">
                    <a:moveTo>
                      <a:pt x="598" y="171"/>
                    </a:moveTo>
                    <a:cubicBezTo>
                      <a:pt x="431" y="297"/>
                      <a:pt x="225" y="372"/>
                      <a:pt x="1" y="377"/>
                    </a:cubicBezTo>
                    <a:cubicBezTo>
                      <a:pt x="1" y="377"/>
                      <a:pt x="1" y="377"/>
                      <a:pt x="1" y="377"/>
                    </a:cubicBezTo>
                    <a:cubicBezTo>
                      <a:pt x="0" y="377"/>
                      <a:pt x="0" y="377"/>
                      <a:pt x="0" y="377"/>
                    </a:cubicBezTo>
                    <a:cubicBezTo>
                      <a:pt x="1" y="377"/>
                      <a:pt x="2" y="377"/>
                      <a:pt x="3" y="377"/>
                    </a:cubicBezTo>
                    <a:cubicBezTo>
                      <a:pt x="3" y="467"/>
                      <a:pt x="3" y="467"/>
                      <a:pt x="3" y="467"/>
                    </a:cubicBezTo>
                    <a:cubicBezTo>
                      <a:pt x="71" y="466"/>
                      <a:pt x="140" y="458"/>
                      <a:pt x="206" y="444"/>
                    </a:cubicBezTo>
                    <a:cubicBezTo>
                      <a:pt x="278" y="430"/>
                      <a:pt x="349" y="408"/>
                      <a:pt x="416" y="379"/>
                    </a:cubicBezTo>
                    <a:cubicBezTo>
                      <a:pt x="482" y="351"/>
                      <a:pt x="546" y="317"/>
                      <a:pt x="606" y="276"/>
                    </a:cubicBezTo>
                    <a:cubicBezTo>
                      <a:pt x="619" y="267"/>
                      <a:pt x="632" y="258"/>
                      <a:pt x="645" y="249"/>
                    </a:cubicBezTo>
                    <a:cubicBezTo>
                      <a:pt x="645" y="225"/>
                      <a:pt x="645" y="225"/>
                      <a:pt x="645" y="225"/>
                    </a:cubicBezTo>
                    <a:cubicBezTo>
                      <a:pt x="645" y="225"/>
                      <a:pt x="644" y="225"/>
                      <a:pt x="644" y="225"/>
                    </a:cubicBezTo>
                    <a:cubicBezTo>
                      <a:pt x="623" y="220"/>
                      <a:pt x="608" y="215"/>
                      <a:pt x="602" y="210"/>
                    </a:cubicBezTo>
                    <a:cubicBezTo>
                      <a:pt x="599" y="208"/>
                      <a:pt x="598" y="206"/>
                      <a:pt x="598" y="204"/>
                    </a:cubicBezTo>
                    <a:cubicBezTo>
                      <a:pt x="598" y="171"/>
                      <a:pt x="598" y="171"/>
                      <a:pt x="598" y="171"/>
                    </a:cubicBezTo>
                    <a:moveTo>
                      <a:pt x="776" y="0"/>
                    </a:moveTo>
                    <a:cubicBezTo>
                      <a:pt x="757" y="24"/>
                      <a:pt x="736" y="46"/>
                      <a:pt x="715" y="68"/>
                    </a:cubicBezTo>
                    <a:cubicBezTo>
                      <a:pt x="746" y="65"/>
                      <a:pt x="781" y="62"/>
                      <a:pt x="820" y="59"/>
                    </a:cubicBezTo>
                    <a:cubicBezTo>
                      <a:pt x="820" y="3"/>
                      <a:pt x="820" y="3"/>
                      <a:pt x="820" y="3"/>
                    </a:cubicBezTo>
                    <a:cubicBezTo>
                      <a:pt x="805" y="2"/>
                      <a:pt x="790" y="1"/>
                      <a:pt x="776" y="0"/>
                    </a:cubicBezTo>
                  </a:path>
                </a:pathLst>
              </a:custGeom>
              <a:solidFill>
                <a:srgbClr val="2E353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2" name="AutoShape 242"/>
              <p:cNvSpPr/>
              <p:nvPr/>
            </p:nvSpPr>
            <p:spPr>
              <a:xfrm>
                <a:off x="-1871347" y="9180631"/>
                <a:ext cx="85338" cy="85338"/>
              </a:xfrm>
              <a:custGeom>
                <a:avLst/>
                <a:gdLst/>
                <a:ahLst/>
                <a:cxnLst/>
                <a:rect l="l" t="t" r="r" b="b"/>
                <a:pathLst>
                  <a:path w="67" h="66">
                    <a:moveTo>
                      <a:pt x="43" y="0"/>
                    </a:moveTo>
                    <a:cubicBezTo>
                      <a:pt x="29" y="6"/>
                      <a:pt x="14" y="12"/>
                      <a:pt x="0" y="19"/>
                    </a:cubicBezTo>
                    <a:cubicBezTo>
                      <a:pt x="28" y="66"/>
                      <a:pt x="28" y="66"/>
                      <a:pt x="28" y="66"/>
                    </a:cubicBezTo>
                    <a:cubicBezTo>
                      <a:pt x="67" y="43"/>
                      <a:pt x="67" y="43"/>
                      <a:pt x="67" y="4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D77B53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3" name="AutoShape 243"/>
              <p:cNvSpPr/>
              <p:nvPr/>
            </p:nvSpPr>
            <p:spPr>
              <a:xfrm>
                <a:off x="-1530001" y="9214766"/>
                <a:ext cx="210498" cy="210498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62">
                    <a:moveTo>
                      <a:pt x="86" y="121"/>
                    </a:moveTo>
                    <a:cubicBezTo>
                      <a:pt x="120" y="155"/>
                      <a:pt x="120" y="155"/>
                      <a:pt x="120" y="155"/>
                    </a:cubicBezTo>
                    <a:cubicBezTo>
                      <a:pt x="125" y="160"/>
                      <a:pt x="132" y="162"/>
                      <a:pt x="138" y="162"/>
                    </a:cubicBezTo>
                    <a:cubicBezTo>
                      <a:pt x="145" y="162"/>
                      <a:pt x="152" y="160"/>
                      <a:pt x="157" y="155"/>
                    </a:cubicBezTo>
                    <a:cubicBezTo>
                      <a:pt x="162" y="149"/>
                      <a:pt x="165" y="142"/>
                      <a:pt x="165" y="135"/>
                    </a:cubicBezTo>
                    <a:cubicBezTo>
                      <a:pt x="131" y="131"/>
                      <a:pt x="104" y="126"/>
                      <a:pt x="86" y="121"/>
                    </a:cubicBezTo>
                    <a:moveTo>
                      <a:pt x="28" y="0"/>
                    </a:moveTo>
                    <a:cubicBezTo>
                      <a:pt x="22" y="0"/>
                      <a:pt x="15" y="3"/>
                      <a:pt x="10" y="8"/>
                    </a:cubicBezTo>
                    <a:cubicBezTo>
                      <a:pt x="0" y="18"/>
                      <a:pt x="0" y="35"/>
                      <a:pt x="10" y="45"/>
                    </a:cubicBezTo>
                    <a:cubicBezTo>
                      <a:pt x="61" y="96"/>
                      <a:pt x="61" y="96"/>
                      <a:pt x="61" y="96"/>
                    </a:cubicBezTo>
                    <a:cubicBezTo>
                      <a:pt x="61" y="22"/>
                      <a:pt x="61" y="22"/>
                      <a:pt x="61" y="22"/>
                    </a:cubicBezTo>
                    <a:cubicBezTo>
                      <a:pt x="47" y="8"/>
                      <a:pt x="47" y="8"/>
                      <a:pt x="47" y="8"/>
                    </a:cubicBezTo>
                    <a:cubicBezTo>
                      <a:pt x="42" y="3"/>
                      <a:pt x="35" y="0"/>
                      <a:pt x="28" y="0"/>
                    </a:cubicBezTo>
                  </a:path>
                </a:pathLst>
              </a:custGeom>
              <a:solidFill>
                <a:srgbClr val="2E353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4" name="AutoShape 244"/>
              <p:cNvSpPr/>
              <p:nvPr/>
            </p:nvSpPr>
            <p:spPr>
              <a:xfrm>
                <a:off x="-2161492" y="9504908"/>
                <a:ext cx="34134" cy="267389"/>
              </a:xfrm>
              <a:custGeom>
                <a:avLst/>
                <a:gdLst/>
                <a:ahLst/>
                <a:cxnLst/>
                <a:rect l="l" t="t" r="r" b="b"/>
                <a:pathLst>
                  <a:path w="25" h="208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08"/>
                      <a:pt x="0" y="208"/>
                      <a:pt x="0" y="208"/>
                    </a:cubicBezTo>
                    <a:cubicBezTo>
                      <a:pt x="14" y="208"/>
                      <a:pt x="25" y="196"/>
                      <a:pt x="25" y="182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12"/>
                      <a:pt x="14" y="1"/>
                      <a:pt x="0" y="0"/>
                    </a:cubicBezTo>
                  </a:path>
                </a:pathLst>
              </a:custGeom>
              <a:solidFill>
                <a:srgbClr val="2E353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5" name="AutoShape 245"/>
              <p:cNvSpPr/>
              <p:nvPr/>
            </p:nvSpPr>
            <p:spPr>
              <a:xfrm>
                <a:off x="-2246826" y="9470773"/>
                <a:ext cx="85338" cy="415306"/>
              </a:xfrm>
              <a:custGeom>
                <a:avLst/>
                <a:gdLst/>
                <a:ahLst/>
                <a:cxnLst/>
                <a:rect l="l" t="t" r="r" b="b"/>
                <a:pathLst>
                  <a:path w="67" h="323">
                    <a:moveTo>
                      <a:pt x="38" y="59"/>
                    </a:moveTo>
                    <a:cubicBezTo>
                      <a:pt x="13" y="119"/>
                      <a:pt x="0" y="185"/>
                      <a:pt x="0" y="254"/>
                    </a:cubicBezTo>
                    <a:cubicBezTo>
                      <a:pt x="0" y="277"/>
                      <a:pt x="1" y="300"/>
                      <a:pt x="4" y="322"/>
                    </a:cubicBezTo>
                    <a:cubicBezTo>
                      <a:pt x="9" y="323"/>
                      <a:pt x="14" y="323"/>
                      <a:pt x="19" y="323"/>
                    </a:cubicBezTo>
                    <a:cubicBezTo>
                      <a:pt x="28" y="323"/>
                      <a:pt x="37" y="323"/>
                      <a:pt x="46" y="323"/>
                    </a:cubicBezTo>
                    <a:cubicBezTo>
                      <a:pt x="51" y="323"/>
                      <a:pt x="55" y="323"/>
                      <a:pt x="60" y="323"/>
                    </a:cubicBezTo>
                    <a:cubicBezTo>
                      <a:pt x="62" y="323"/>
                      <a:pt x="63" y="323"/>
                      <a:pt x="64" y="323"/>
                    </a:cubicBezTo>
                    <a:cubicBezTo>
                      <a:pt x="65" y="323"/>
                      <a:pt x="65" y="323"/>
                      <a:pt x="66" y="323"/>
                    </a:cubicBezTo>
                    <a:cubicBezTo>
                      <a:pt x="66" y="323"/>
                      <a:pt x="66" y="323"/>
                      <a:pt x="66" y="323"/>
                    </a:cubicBezTo>
                    <a:cubicBezTo>
                      <a:pt x="67" y="323"/>
                      <a:pt x="67" y="323"/>
                      <a:pt x="67" y="323"/>
                    </a:cubicBezTo>
                    <a:cubicBezTo>
                      <a:pt x="67" y="323"/>
                      <a:pt x="67" y="323"/>
                      <a:pt x="67" y="323"/>
                    </a:cubicBezTo>
                    <a:cubicBezTo>
                      <a:pt x="67" y="234"/>
                      <a:pt x="67" y="234"/>
                      <a:pt x="67" y="234"/>
                    </a:cubicBezTo>
                    <a:cubicBezTo>
                      <a:pt x="67" y="234"/>
                      <a:pt x="67" y="234"/>
                      <a:pt x="67" y="234"/>
                    </a:cubicBezTo>
                    <a:cubicBezTo>
                      <a:pt x="67" y="234"/>
                      <a:pt x="66" y="233"/>
                      <a:pt x="65" y="233"/>
                    </a:cubicBezTo>
                    <a:cubicBezTo>
                      <a:pt x="65" y="233"/>
                      <a:pt x="65" y="233"/>
                      <a:pt x="65" y="233"/>
                    </a:cubicBezTo>
                    <a:cubicBezTo>
                      <a:pt x="50" y="233"/>
                      <a:pt x="39" y="222"/>
                      <a:pt x="39" y="208"/>
                    </a:cubicBezTo>
                    <a:cubicBezTo>
                      <a:pt x="38" y="59"/>
                      <a:pt x="38" y="59"/>
                      <a:pt x="38" y="59"/>
                    </a:cubicBezTo>
                    <a:moveTo>
                      <a:pt x="67" y="0"/>
                    </a:moveTo>
                    <a:cubicBezTo>
                      <a:pt x="62" y="10"/>
                      <a:pt x="56" y="20"/>
                      <a:pt x="51" y="30"/>
                    </a:cubicBezTo>
                    <a:cubicBezTo>
                      <a:pt x="55" y="28"/>
                      <a:pt x="59" y="27"/>
                      <a:pt x="64" y="27"/>
                    </a:cubicBezTo>
                    <a:cubicBezTo>
                      <a:pt x="65" y="27"/>
                      <a:pt x="67" y="27"/>
                      <a:pt x="67" y="27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E3E0E0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6" name="AutoShape 246"/>
              <p:cNvSpPr/>
              <p:nvPr/>
            </p:nvSpPr>
            <p:spPr>
              <a:xfrm>
                <a:off x="-2241138" y="9886079"/>
                <a:ext cx="85338" cy="119473"/>
              </a:xfrm>
              <a:custGeom>
                <a:avLst/>
                <a:gdLst/>
                <a:ahLst/>
                <a:cxnLst/>
                <a:rect l="l" t="t" r="r" b="b"/>
                <a:pathLst>
                  <a:path w="65" h="92">
                    <a:moveTo>
                      <a:pt x="0" y="0"/>
                    </a:moveTo>
                    <a:cubicBezTo>
                      <a:pt x="4" y="32"/>
                      <a:pt x="11" y="62"/>
                      <a:pt x="21" y="91"/>
                    </a:cubicBezTo>
                    <a:cubicBezTo>
                      <a:pt x="28" y="91"/>
                      <a:pt x="35" y="92"/>
                      <a:pt x="42" y="92"/>
                    </a:cubicBezTo>
                    <a:cubicBezTo>
                      <a:pt x="49" y="92"/>
                      <a:pt x="57" y="91"/>
                      <a:pt x="65" y="91"/>
                    </a:cubicBezTo>
                    <a:cubicBezTo>
                      <a:pt x="65" y="91"/>
                      <a:pt x="65" y="91"/>
                      <a:pt x="65" y="9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4" y="1"/>
                      <a:pt x="63" y="1"/>
                      <a:pt x="62" y="1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1" y="1"/>
                      <a:pt x="61" y="1"/>
                      <a:pt x="60" y="1"/>
                    </a:cubicBezTo>
                    <a:cubicBezTo>
                      <a:pt x="59" y="1"/>
                      <a:pt x="58" y="1"/>
                      <a:pt x="56" y="1"/>
                    </a:cubicBezTo>
                    <a:cubicBezTo>
                      <a:pt x="51" y="1"/>
                      <a:pt x="47" y="1"/>
                      <a:pt x="42" y="1"/>
                    </a:cubicBezTo>
                    <a:cubicBezTo>
                      <a:pt x="33" y="1"/>
                      <a:pt x="24" y="1"/>
                      <a:pt x="15" y="1"/>
                    </a:cubicBezTo>
                    <a:cubicBezTo>
                      <a:pt x="10" y="1"/>
                      <a:pt x="5" y="1"/>
                      <a:pt x="0" y="0"/>
                    </a:cubicBezTo>
                  </a:path>
                </a:pathLst>
              </a:custGeom>
              <a:solidFill>
                <a:srgbClr val="575E6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7" name="AutoShape 247"/>
              <p:cNvSpPr/>
              <p:nvPr/>
            </p:nvSpPr>
            <p:spPr>
              <a:xfrm>
                <a:off x="-2195627" y="9504908"/>
                <a:ext cx="34134" cy="267389"/>
              </a:xfrm>
              <a:custGeom>
                <a:avLst/>
                <a:gdLst/>
                <a:ahLst/>
                <a:cxnLst/>
                <a:rect l="l" t="t" r="r" b="b"/>
                <a:pathLst>
                  <a:path w="28" h="206">
                    <a:moveTo>
                      <a:pt x="26" y="0"/>
                    </a:moveTo>
                    <a:cubicBezTo>
                      <a:pt x="21" y="0"/>
                      <a:pt x="17" y="1"/>
                      <a:pt x="13" y="3"/>
                    </a:cubicBezTo>
                    <a:cubicBezTo>
                      <a:pt x="9" y="12"/>
                      <a:pt x="4" y="22"/>
                      <a:pt x="0" y="32"/>
                    </a:cubicBezTo>
                    <a:cubicBezTo>
                      <a:pt x="1" y="181"/>
                      <a:pt x="1" y="181"/>
                      <a:pt x="1" y="181"/>
                    </a:cubicBezTo>
                    <a:cubicBezTo>
                      <a:pt x="1" y="195"/>
                      <a:pt x="12" y="206"/>
                      <a:pt x="27" y="206"/>
                    </a:cubicBezTo>
                    <a:cubicBezTo>
                      <a:pt x="27" y="206"/>
                      <a:pt x="27" y="206"/>
                      <a:pt x="27" y="206"/>
                    </a:cubicBezTo>
                    <a:cubicBezTo>
                      <a:pt x="28" y="206"/>
                      <a:pt x="29" y="207"/>
                      <a:pt x="29" y="207"/>
                    </a:cubicBezTo>
                    <a:cubicBezTo>
                      <a:pt x="29" y="207"/>
                      <a:pt x="29" y="207"/>
                      <a:pt x="29" y="207"/>
                    </a:cubicBezTo>
                    <a:cubicBezTo>
                      <a:pt x="29" y="207"/>
                      <a:pt x="29" y="207"/>
                      <a:pt x="29" y="207"/>
                    </a:cubicBezTo>
                    <a:cubicBezTo>
                      <a:pt x="29" y="207"/>
                      <a:pt x="29" y="207"/>
                      <a:pt x="29" y="207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7" y="0"/>
                      <a:pt x="26" y="0"/>
                    </a:cubicBezTo>
                  </a:path>
                </a:pathLst>
              </a:custGeom>
              <a:solidFill>
                <a:srgbClr val="575E6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8" name="AutoShape 248"/>
              <p:cNvSpPr/>
              <p:nvPr/>
            </p:nvSpPr>
            <p:spPr>
              <a:xfrm>
                <a:off x="-1325194" y="9834875"/>
                <a:ext cx="56891" cy="17069"/>
              </a:xfrm>
              <a:custGeom>
                <a:avLst/>
                <a:gdLst/>
                <a:ahLst/>
                <a:cxnLst/>
                <a:rect l="l" t="t" r="r" b="b"/>
                <a:pathLst>
                  <a:path w="42" h="14">
                    <a:moveTo>
                      <a:pt x="0" y="0"/>
                    </a:moveTo>
                    <a:cubicBezTo>
                      <a:pt x="6" y="5"/>
                      <a:pt x="21" y="10"/>
                      <a:pt x="42" y="14"/>
                    </a:cubicBezTo>
                    <a:cubicBezTo>
                      <a:pt x="21" y="10"/>
                      <a:pt x="6" y="5"/>
                      <a:pt x="0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9" name="AutoShape 249"/>
              <p:cNvSpPr/>
              <p:nvPr/>
            </p:nvSpPr>
            <p:spPr>
              <a:xfrm>
                <a:off x="-1330884" y="9692649"/>
                <a:ext cx="403927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49">
                    <a:moveTo>
                      <a:pt x="0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0" y="106"/>
                      <a:pt x="1" y="108"/>
                      <a:pt x="4" y="110"/>
                    </a:cubicBezTo>
                    <a:cubicBezTo>
                      <a:pt x="10" y="115"/>
                      <a:pt x="25" y="120"/>
                      <a:pt x="46" y="124"/>
                    </a:cubicBezTo>
                    <a:cubicBezTo>
                      <a:pt x="98" y="135"/>
                      <a:pt x="192" y="144"/>
                      <a:pt x="307" y="149"/>
                    </a:cubicBezTo>
                    <a:cubicBezTo>
                      <a:pt x="310" y="127"/>
                      <a:pt x="312" y="105"/>
                      <a:pt x="312" y="83"/>
                    </a:cubicBezTo>
                    <a:cubicBezTo>
                      <a:pt x="312" y="72"/>
                      <a:pt x="311" y="60"/>
                      <a:pt x="310" y="49"/>
                    </a:cubicBezTo>
                    <a:cubicBezTo>
                      <a:pt x="129" y="42"/>
                      <a:pt x="0" y="2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EA05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0" name="AutoShape 250"/>
              <p:cNvSpPr/>
              <p:nvPr/>
            </p:nvSpPr>
            <p:spPr>
              <a:xfrm>
                <a:off x="-1330884" y="9692649"/>
                <a:ext cx="398236" cy="62582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7">
                    <a:moveTo>
                      <a:pt x="1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23"/>
                      <a:pt x="129" y="40"/>
                      <a:pt x="310" y="47"/>
                    </a:cubicBezTo>
                    <a:cubicBezTo>
                      <a:pt x="310" y="45"/>
                      <a:pt x="310" y="43"/>
                      <a:pt x="310" y="41"/>
                    </a:cubicBezTo>
                    <a:cubicBezTo>
                      <a:pt x="137" y="35"/>
                      <a:pt x="12" y="19"/>
                      <a:pt x="1" y="0"/>
                    </a:cubicBezTo>
                  </a:path>
                </a:pathLst>
              </a:custGeom>
              <a:solidFill>
                <a:srgbClr val="E1AD3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1" name="AutoShape 251"/>
              <p:cNvSpPr/>
              <p:nvPr/>
            </p:nvSpPr>
            <p:spPr>
              <a:xfrm>
                <a:off x="-1330884" y="9692649"/>
                <a:ext cx="398236" cy="56891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3">
                    <a:moveTo>
                      <a:pt x="193" y="20"/>
                    </a:moveTo>
                    <a:cubicBezTo>
                      <a:pt x="227" y="23"/>
                      <a:pt x="266" y="25"/>
                      <a:pt x="308" y="27"/>
                    </a:cubicBezTo>
                    <a:cubicBezTo>
                      <a:pt x="308" y="26"/>
                      <a:pt x="308" y="26"/>
                      <a:pt x="308" y="25"/>
                    </a:cubicBezTo>
                    <a:cubicBezTo>
                      <a:pt x="268" y="24"/>
                      <a:pt x="229" y="22"/>
                      <a:pt x="193" y="20"/>
                    </a:cubicBezTo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cubicBezTo>
                      <a:pt x="12" y="21"/>
                      <a:pt x="137" y="37"/>
                      <a:pt x="310" y="43"/>
                    </a:cubicBezTo>
                    <a:cubicBezTo>
                      <a:pt x="310" y="40"/>
                      <a:pt x="310" y="38"/>
                      <a:pt x="309" y="35"/>
                    </a:cubicBezTo>
                    <a:cubicBezTo>
                      <a:pt x="281" y="34"/>
                      <a:pt x="254" y="32"/>
                      <a:pt x="230" y="31"/>
                    </a:cubicBezTo>
                    <a:cubicBezTo>
                      <a:pt x="157" y="26"/>
                      <a:pt x="100" y="20"/>
                      <a:pt x="70" y="13"/>
                    </a:cubicBezTo>
                    <a:cubicBezTo>
                      <a:pt x="63" y="12"/>
                      <a:pt x="58" y="10"/>
                      <a:pt x="54" y="8"/>
                    </a:cubicBezTo>
                    <a:cubicBezTo>
                      <a:pt x="33" y="6"/>
                      <a:pt x="15" y="3"/>
                      <a:pt x="0" y="0"/>
                    </a:cubicBezTo>
                  </a:path>
                </a:pathLst>
              </a:custGeom>
              <a:solidFill>
                <a:srgbClr val="E1AD3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2" name="AutoShape 252"/>
              <p:cNvSpPr/>
              <p:nvPr/>
            </p:nvSpPr>
            <p:spPr>
              <a:xfrm>
                <a:off x="-1262616" y="9704028"/>
                <a:ext cx="329968" cy="34134"/>
              </a:xfrm>
              <a:custGeom>
                <a:avLst/>
                <a:gdLst/>
                <a:ahLst/>
                <a:cxnLst/>
                <a:rect l="l" t="t" r="r" b="b"/>
                <a:pathLst>
                  <a:path w="255" h="27">
                    <a:moveTo>
                      <a:pt x="0" y="0"/>
                    </a:moveTo>
                    <a:cubicBezTo>
                      <a:pt x="4" y="2"/>
                      <a:pt x="9" y="4"/>
                      <a:pt x="16" y="5"/>
                    </a:cubicBezTo>
                    <a:cubicBezTo>
                      <a:pt x="46" y="12"/>
                      <a:pt x="103" y="18"/>
                      <a:pt x="176" y="23"/>
                    </a:cubicBezTo>
                    <a:cubicBezTo>
                      <a:pt x="200" y="24"/>
                      <a:pt x="227" y="26"/>
                      <a:pt x="255" y="27"/>
                    </a:cubicBezTo>
                    <a:cubicBezTo>
                      <a:pt x="255" y="24"/>
                      <a:pt x="255" y="21"/>
                      <a:pt x="254" y="19"/>
                    </a:cubicBezTo>
                    <a:cubicBezTo>
                      <a:pt x="212" y="17"/>
                      <a:pt x="173" y="15"/>
                      <a:pt x="139" y="12"/>
                    </a:cubicBezTo>
                    <a:cubicBezTo>
                      <a:pt x="85" y="9"/>
                      <a:pt x="38" y="5"/>
                      <a:pt x="0" y="0"/>
                    </a:cubicBezTo>
                  </a:path>
                </a:pathLst>
              </a:custGeom>
              <a:solidFill>
                <a:srgbClr val="E3C28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3" name="AutoShape 253"/>
              <p:cNvSpPr/>
              <p:nvPr/>
            </p:nvSpPr>
            <p:spPr>
              <a:xfrm>
                <a:off x="-1387775" y="9675580"/>
                <a:ext cx="56891" cy="17069"/>
              </a:xfrm>
              <a:custGeom>
                <a:avLst/>
                <a:gdLst/>
                <a:ahLst/>
                <a:cxnLst/>
                <a:rect l="l" t="t" r="r" b="b"/>
                <a:pathLst>
                  <a:path w="42" h="15">
                    <a:moveTo>
                      <a:pt x="0" y="0"/>
                    </a:moveTo>
                    <a:cubicBezTo>
                      <a:pt x="6" y="5"/>
                      <a:pt x="21" y="10"/>
                      <a:pt x="42" y="15"/>
                    </a:cubicBezTo>
                    <a:cubicBezTo>
                      <a:pt x="21" y="10"/>
                      <a:pt x="6" y="5"/>
                      <a:pt x="0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4" name="AutoShape 254"/>
              <p:cNvSpPr/>
              <p:nvPr/>
            </p:nvSpPr>
            <p:spPr>
              <a:xfrm>
                <a:off x="-1387775" y="9527665"/>
                <a:ext cx="455127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15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7"/>
                      <a:pt x="1" y="109"/>
                      <a:pt x="4" y="111"/>
                    </a:cubicBezTo>
                    <a:cubicBezTo>
                      <a:pt x="10" y="116"/>
                      <a:pt x="25" y="121"/>
                      <a:pt x="46" y="126"/>
                    </a:cubicBezTo>
                    <a:cubicBezTo>
                      <a:pt x="46" y="126"/>
                      <a:pt x="47" y="126"/>
                      <a:pt x="47" y="126"/>
                    </a:cubicBezTo>
                    <a:cubicBezTo>
                      <a:pt x="47" y="126"/>
                      <a:pt x="47" y="126"/>
                      <a:pt x="47" y="126"/>
                    </a:cubicBezTo>
                    <a:cubicBezTo>
                      <a:pt x="62" y="129"/>
                      <a:pt x="80" y="132"/>
                      <a:pt x="101" y="134"/>
                    </a:cubicBezTo>
                    <a:cubicBezTo>
                      <a:pt x="139" y="139"/>
                      <a:pt x="186" y="143"/>
                      <a:pt x="240" y="146"/>
                    </a:cubicBezTo>
                    <a:cubicBezTo>
                      <a:pt x="276" y="148"/>
                      <a:pt x="315" y="150"/>
                      <a:pt x="355" y="151"/>
                    </a:cubicBezTo>
                    <a:cubicBezTo>
                      <a:pt x="351" y="117"/>
                      <a:pt x="344" y="83"/>
                      <a:pt x="334" y="51"/>
                    </a:cubicBezTo>
                    <a:cubicBezTo>
                      <a:pt x="140" y="44"/>
                      <a:pt x="0" y="27"/>
                      <a:pt x="0" y="6"/>
                    </a:cubicBezTo>
                    <a:cubicBezTo>
                      <a:pt x="0" y="5"/>
                      <a:pt x="0" y="4"/>
                      <a:pt x="1" y="3"/>
                    </a:cubicBez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CEA05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5" name="AutoShape 255"/>
              <p:cNvSpPr/>
              <p:nvPr/>
            </p:nvSpPr>
            <p:spPr>
              <a:xfrm>
                <a:off x="-1387775" y="9533355"/>
                <a:ext cx="426684" cy="6258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48">
                    <a:moveTo>
                      <a:pt x="1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24"/>
                      <a:pt x="140" y="41"/>
                      <a:pt x="334" y="48"/>
                    </a:cubicBezTo>
                    <a:cubicBezTo>
                      <a:pt x="333" y="46"/>
                      <a:pt x="332" y="44"/>
                      <a:pt x="332" y="42"/>
                    </a:cubicBezTo>
                    <a:cubicBezTo>
                      <a:pt x="147" y="36"/>
                      <a:pt x="12" y="20"/>
                      <a:pt x="1" y="0"/>
                    </a:cubicBezTo>
                  </a:path>
                </a:pathLst>
              </a:custGeom>
              <a:solidFill>
                <a:srgbClr val="CFA667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6" name="AutoShape 256"/>
              <p:cNvSpPr/>
              <p:nvPr/>
            </p:nvSpPr>
            <p:spPr>
              <a:xfrm>
                <a:off x="-1387775" y="9476464"/>
                <a:ext cx="426684" cy="113782"/>
              </a:xfrm>
              <a:custGeom>
                <a:avLst/>
                <a:gdLst/>
                <a:ahLst/>
                <a:cxnLst/>
                <a:rect l="l" t="t" r="r" b="b"/>
                <a:pathLst>
                  <a:path w="332" h="85">
                    <a:moveTo>
                      <a:pt x="222" y="0"/>
                    </a:moveTo>
                    <a:cubicBezTo>
                      <a:pt x="183" y="3"/>
                      <a:pt x="148" y="6"/>
                      <a:pt x="117" y="9"/>
                    </a:cubicBezTo>
                    <a:cubicBezTo>
                      <a:pt x="44" y="17"/>
                      <a:pt x="0" y="28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1"/>
                      <a:pt x="0" y="42"/>
                      <a:pt x="1" y="43"/>
                    </a:cubicBezTo>
                    <a:cubicBezTo>
                      <a:pt x="12" y="63"/>
                      <a:pt x="147" y="79"/>
                      <a:pt x="332" y="85"/>
                    </a:cubicBezTo>
                    <a:cubicBezTo>
                      <a:pt x="330" y="81"/>
                      <a:pt x="329" y="77"/>
                      <a:pt x="327" y="72"/>
                    </a:cubicBezTo>
                    <a:cubicBezTo>
                      <a:pt x="163" y="67"/>
                      <a:pt x="47" y="54"/>
                      <a:pt x="47" y="39"/>
                    </a:cubicBezTo>
                    <a:cubicBezTo>
                      <a:pt x="47" y="27"/>
                      <a:pt x="116" y="16"/>
                      <a:pt x="222" y="10"/>
                    </a:cubicBezTo>
                    <a:cubicBezTo>
                      <a:pt x="222" y="0"/>
                      <a:pt x="222" y="0"/>
                      <a:pt x="222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7" name="AutoShape 257"/>
              <p:cNvSpPr/>
              <p:nvPr/>
            </p:nvSpPr>
            <p:spPr>
              <a:xfrm>
                <a:off x="-1330884" y="9493530"/>
                <a:ext cx="364102" cy="79648"/>
              </a:xfrm>
              <a:custGeom>
                <a:avLst/>
                <a:gdLst/>
                <a:ahLst/>
                <a:cxnLst/>
                <a:rect l="l" t="t" r="r" b="b"/>
                <a:pathLst>
                  <a:path w="280" h="62">
                    <a:moveTo>
                      <a:pt x="175" y="0"/>
                    </a:moveTo>
                    <a:cubicBezTo>
                      <a:pt x="69" y="6"/>
                      <a:pt x="0" y="17"/>
                      <a:pt x="0" y="29"/>
                    </a:cubicBezTo>
                    <a:cubicBezTo>
                      <a:pt x="0" y="44"/>
                      <a:pt x="116" y="57"/>
                      <a:pt x="280" y="62"/>
                    </a:cubicBezTo>
                    <a:cubicBezTo>
                      <a:pt x="277" y="54"/>
                      <a:pt x="274" y="45"/>
                      <a:pt x="270" y="37"/>
                    </a:cubicBezTo>
                    <a:cubicBezTo>
                      <a:pt x="237" y="32"/>
                      <a:pt x="212" y="27"/>
                      <a:pt x="196" y="22"/>
                    </a:cubicBezTo>
                    <a:cubicBezTo>
                      <a:pt x="196" y="22"/>
                      <a:pt x="196" y="22"/>
                      <a:pt x="196" y="22"/>
                    </a:cubicBezTo>
                    <a:cubicBezTo>
                      <a:pt x="196" y="22"/>
                      <a:pt x="196" y="22"/>
                      <a:pt x="196" y="22"/>
                    </a:cubicBezTo>
                    <a:cubicBezTo>
                      <a:pt x="190" y="20"/>
                      <a:pt x="185" y="18"/>
                      <a:pt x="182" y="16"/>
                    </a:cubicBezTo>
                    <a:cubicBezTo>
                      <a:pt x="182" y="16"/>
                      <a:pt x="182" y="16"/>
                      <a:pt x="182" y="16"/>
                    </a:cubicBezTo>
                    <a:cubicBezTo>
                      <a:pt x="182" y="16"/>
                      <a:pt x="182" y="16"/>
                      <a:pt x="182" y="16"/>
                    </a:cubicBezTo>
                    <a:cubicBezTo>
                      <a:pt x="182" y="16"/>
                      <a:pt x="182" y="16"/>
                      <a:pt x="182" y="16"/>
                    </a:cubicBezTo>
                    <a:cubicBezTo>
                      <a:pt x="182" y="16"/>
                      <a:pt x="182" y="16"/>
                      <a:pt x="182" y="16"/>
                    </a:cubicBezTo>
                    <a:cubicBezTo>
                      <a:pt x="177" y="14"/>
                      <a:pt x="175" y="11"/>
                      <a:pt x="175" y="8"/>
                    </a:cubicBezTo>
                    <a:cubicBezTo>
                      <a:pt x="175" y="0"/>
                      <a:pt x="175" y="0"/>
                      <a:pt x="175" y="0"/>
                    </a:cubicBezTo>
                  </a:path>
                </a:pathLst>
              </a:custGeom>
              <a:solidFill>
                <a:srgbClr val="E1AD3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8" name="AutoShape 258"/>
              <p:cNvSpPr/>
              <p:nvPr/>
            </p:nvSpPr>
            <p:spPr>
              <a:xfrm>
                <a:off x="-1097630" y="9510599"/>
                <a:ext cx="22756" cy="11378"/>
              </a:xfrm>
              <a:custGeom>
                <a:avLst/>
                <a:gdLst/>
                <a:ahLst/>
                <a:cxnLst/>
                <a:rect l="l" t="t" r="r" b="b"/>
                <a:pathLst>
                  <a:path w="14" h="6">
                    <a:moveTo>
                      <a:pt x="14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moveTo>
                      <a:pt x="0" y="0"/>
                    </a:moveTo>
                    <a:cubicBezTo>
                      <a:pt x="3" y="2"/>
                      <a:pt x="8" y="4"/>
                      <a:pt x="14" y="6"/>
                    </a:cubicBezTo>
                    <a:cubicBezTo>
                      <a:pt x="8" y="4"/>
                      <a:pt x="3" y="2"/>
                      <a:pt x="0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9" name="AutoShape 259"/>
              <p:cNvSpPr/>
              <p:nvPr/>
            </p:nvSpPr>
            <p:spPr>
              <a:xfrm>
                <a:off x="-1103321" y="9408195"/>
                <a:ext cx="119473" cy="130851"/>
              </a:xfrm>
              <a:custGeom>
                <a:avLst/>
                <a:gdLst/>
                <a:ahLst/>
                <a:cxnLst/>
                <a:rect l="l" t="t" r="r" b="b"/>
                <a:pathLst>
                  <a:path w="95" h="103">
                    <a:moveTo>
                      <a:pt x="0" y="0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7"/>
                      <a:pt x="2" y="80"/>
                      <a:pt x="7" y="82"/>
                    </a:cubicBezTo>
                    <a:cubicBezTo>
                      <a:pt x="7" y="82"/>
                      <a:pt x="7" y="82"/>
                      <a:pt x="7" y="82"/>
                    </a:cubicBezTo>
                    <a:cubicBezTo>
                      <a:pt x="7" y="82"/>
                      <a:pt x="7" y="82"/>
                      <a:pt x="7" y="82"/>
                    </a:cubicBezTo>
                    <a:cubicBezTo>
                      <a:pt x="7" y="82"/>
                      <a:pt x="7" y="82"/>
                      <a:pt x="7" y="82"/>
                    </a:cubicBezTo>
                    <a:cubicBezTo>
                      <a:pt x="7" y="82"/>
                      <a:pt x="7" y="82"/>
                      <a:pt x="7" y="82"/>
                    </a:cubicBezTo>
                    <a:cubicBezTo>
                      <a:pt x="10" y="84"/>
                      <a:pt x="15" y="86"/>
                      <a:pt x="21" y="88"/>
                    </a:cubicBezTo>
                    <a:cubicBezTo>
                      <a:pt x="21" y="88"/>
                      <a:pt x="21" y="88"/>
                      <a:pt x="21" y="88"/>
                    </a:cubicBezTo>
                    <a:cubicBezTo>
                      <a:pt x="21" y="88"/>
                      <a:pt x="21" y="88"/>
                      <a:pt x="21" y="88"/>
                    </a:cubicBezTo>
                    <a:cubicBezTo>
                      <a:pt x="37" y="93"/>
                      <a:pt x="62" y="98"/>
                      <a:pt x="95" y="103"/>
                    </a:cubicBezTo>
                    <a:cubicBezTo>
                      <a:pt x="79" y="66"/>
                      <a:pt x="60" y="33"/>
                      <a:pt x="37" y="1"/>
                    </a:cubicBezTo>
                    <a:cubicBezTo>
                      <a:pt x="24" y="1"/>
                      <a:pt x="12" y="0"/>
                      <a:pt x="0" y="0"/>
                    </a:cubicBezTo>
                  </a:path>
                </a:pathLst>
              </a:custGeom>
              <a:solidFill>
                <a:srgbClr val="CEA05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0" name="AutoShape 260"/>
              <p:cNvSpPr/>
              <p:nvPr/>
            </p:nvSpPr>
            <p:spPr>
              <a:xfrm>
                <a:off x="-1444667" y="9356991"/>
                <a:ext cx="22756" cy="11378"/>
              </a:xfrm>
              <a:custGeom>
                <a:avLst/>
                <a:gdLst/>
                <a:ahLst/>
                <a:cxnLst/>
                <a:rect l="l" t="t" r="r" b="b"/>
                <a:pathLst>
                  <a:path w="20" h="9">
                    <a:moveTo>
                      <a:pt x="0" y="1"/>
                    </a:moveTo>
                    <a:cubicBezTo>
                      <a:pt x="4" y="3"/>
                      <a:pt x="11" y="6"/>
                      <a:pt x="20" y="9"/>
                    </a:cubicBezTo>
                    <a:cubicBezTo>
                      <a:pt x="11" y="6"/>
                      <a:pt x="4" y="3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1" name="AutoShape 261"/>
              <p:cNvSpPr/>
              <p:nvPr/>
            </p:nvSpPr>
            <p:spPr>
              <a:xfrm>
                <a:off x="-1450354" y="9214766"/>
                <a:ext cx="392549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306" h="14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7"/>
                      <a:pt x="1" y="109"/>
                      <a:pt x="4" y="111"/>
                    </a:cubicBezTo>
                    <a:cubicBezTo>
                      <a:pt x="4" y="111"/>
                      <a:pt x="4" y="111"/>
                      <a:pt x="4" y="111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8" y="114"/>
                      <a:pt x="15" y="117"/>
                      <a:pt x="24" y="120"/>
                    </a:cubicBezTo>
                    <a:cubicBezTo>
                      <a:pt x="25" y="120"/>
                      <a:pt x="25" y="120"/>
                      <a:pt x="25" y="120"/>
                    </a:cubicBezTo>
                    <a:cubicBezTo>
                      <a:pt x="43" y="125"/>
                      <a:pt x="70" y="130"/>
                      <a:pt x="104" y="134"/>
                    </a:cubicBezTo>
                    <a:cubicBezTo>
                      <a:pt x="138" y="139"/>
                      <a:pt x="179" y="142"/>
                      <a:pt x="225" y="145"/>
                    </a:cubicBezTo>
                    <a:cubicBezTo>
                      <a:pt x="239" y="146"/>
                      <a:pt x="254" y="147"/>
                      <a:pt x="269" y="148"/>
                    </a:cubicBezTo>
                    <a:cubicBezTo>
                      <a:pt x="281" y="148"/>
                      <a:pt x="293" y="149"/>
                      <a:pt x="306" y="149"/>
                    </a:cubicBezTo>
                    <a:cubicBezTo>
                      <a:pt x="276" y="109"/>
                      <a:pt x="241" y="74"/>
                      <a:pt x="201" y="44"/>
                    </a:cubicBezTo>
                    <a:cubicBezTo>
                      <a:pt x="79" y="35"/>
                      <a:pt x="0" y="21"/>
                      <a:pt x="0" y="5"/>
                    </a:cubicBezTo>
                    <a:cubicBezTo>
                      <a:pt x="0" y="4"/>
                      <a:pt x="0" y="4"/>
                      <a:pt x="1" y="3"/>
                    </a:cubicBez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CEA05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2" name="AutoShape 262"/>
              <p:cNvSpPr/>
              <p:nvPr/>
            </p:nvSpPr>
            <p:spPr>
              <a:xfrm>
                <a:off x="-1450354" y="9220453"/>
                <a:ext cx="256010" cy="51204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1">
                    <a:moveTo>
                      <a:pt x="1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18"/>
                      <a:pt x="79" y="32"/>
                      <a:pt x="201" y="41"/>
                    </a:cubicBezTo>
                    <a:cubicBezTo>
                      <a:pt x="198" y="39"/>
                      <a:pt x="195" y="37"/>
                      <a:pt x="193" y="35"/>
                    </a:cubicBezTo>
                    <a:cubicBezTo>
                      <a:pt x="83" y="27"/>
                      <a:pt x="9" y="14"/>
                      <a:pt x="1" y="0"/>
                    </a:cubicBezTo>
                  </a:path>
                </a:pathLst>
              </a:custGeom>
              <a:solidFill>
                <a:srgbClr val="CFA667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3" name="AutoShape 263"/>
              <p:cNvSpPr/>
              <p:nvPr/>
            </p:nvSpPr>
            <p:spPr>
              <a:xfrm>
                <a:off x="-1450354" y="9180631"/>
                <a:ext cx="250320" cy="85338"/>
              </a:xfrm>
              <a:custGeom>
                <a:avLst/>
                <a:gdLst/>
                <a:ahLst/>
                <a:cxnLst/>
                <a:rect l="l" t="t" r="r" b="b"/>
                <a:pathLst>
                  <a:path w="193" h="64">
                    <a:moveTo>
                      <a:pt x="101" y="11"/>
                    </a:moveTo>
                    <a:cubicBezTo>
                      <a:pt x="89" y="13"/>
                      <a:pt x="79" y="15"/>
                      <a:pt x="72" y="17"/>
                    </a:cubicBezTo>
                    <a:cubicBezTo>
                      <a:pt x="63" y="19"/>
                      <a:pt x="57" y="21"/>
                      <a:pt x="54" y="23"/>
                    </a:cubicBezTo>
                    <a:cubicBezTo>
                      <a:pt x="52" y="23"/>
                      <a:pt x="51" y="24"/>
                      <a:pt x="51" y="24"/>
                    </a:cubicBezTo>
                    <a:cubicBezTo>
                      <a:pt x="51" y="25"/>
                      <a:pt x="51" y="25"/>
                      <a:pt x="52" y="25"/>
                    </a:cubicBezTo>
                    <a:cubicBezTo>
                      <a:pt x="53" y="26"/>
                      <a:pt x="55" y="27"/>
                      <a:pt x="57" y="28"/>
                    </a:cubicBezTo>
                    <a:cubicBezTo>
                      <a:pt x="63" y="30"/>
                      <a:pt x="71" y="32"/>
                      <a:pt x="82" y="35"/>
                    </a:cubicBezTo>
                    <a:cubicBezTo>
                      <a:pt x="102" y="38"/>
                      <a:pt x="130" y="42"/>
                      <a:pt x="164" y="45"/>
                    </a:cubicBezTo>
                    <a:cubicBezTo>
                      <a:pt x="144" y="32"/>
                      <a:pt x="123" y="21"/>
                      <a:pt x="101" y="11"/>
                    </a:cubicBezTo>
                    <a:moveTo>
                      <a:pt x="75" y="0"/>
                    </a:moveTo>
                    <a:cubicBezTo>
                      <a:pt x="27" y="8"/>
                      <a:pt x="0" y="16"/>
                      <a:pt x="0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7"/>
                      <a:pt x="0" y="28"/>
                      <a:pt x="1" y="29"/>
                    </a:cubicBezTo>
                    <a:cubicBezTo>
                      <a:pt x="9" y="43"/>
                      <a:pt x="83" y="56"/>
                      <a:pt x="193" y="64"/>
                    </a:cubicBezTo>
                    <a:cubicBezTo>
                      <a:pt x="188" y="60"/>
                      <a:pt x="183" y="57"/>
                      <a:pt x="179" y="54"/>
                    </a:cubicBezTo>
                    <a:cubicBezTo>
                      <a:pt x="130" y="50"/>
                      <a:pt x="93" y="45"/>
                      <a:pt x="70" y="40"/>
                    </a:cubicBezTo>
                    <a:cubicBezTo>
                      <a:pt x="61" y="38"/>
                      <a:pt x="54" y="36"/>
                      <a:pt x="50" y="33"/>
                    </a:cubicBezTo>
                    <a:cubicBezTo>
                      <a:pt x="47" y="32"/>
                      <a:pt x="45" y="31"/>
                      <a:pt x="44" y="28"/>
                    </a:cubicBezTo>
                    <a:cubicBezTo>
                      <a:pt x="43" y="27"/>
                      <a:pt x="43" y="26"/>
                      <a:pt x="43" y="24"/>
                    </a:cubicBezTo>
                    <a:cubicBezTo>
                      <a:pt x="43" y="23"/>
                      <a:pt x="43" y="22"/>
                      <a:pt x="44" y="20"/>
                    </a:cubicBezTo>
                    <a:cubicBezTo>
                      <a:pt x="45" y="19"/>
                      <a:pt x="46" y="18"/>
                      <a:pt x="47" y="18"/>
                    </a:cubicBezTo>
                    <a:cubicBezTo>
                      <a:pt x="49" y="16"/>
                      <a:pt x="51" y="15"/>
                      <a:pt x="54" y="13"/>
                    </a:cubicBezTo>
                    <a:cubicBezTo>
                      <a:pt x="61" y="11"/>
                      <a:pt x="70" y="9"/>
                      <a:pt x="81" y="6"/>
                    </a:cubicBezTo>
                    <a:cubicBezTo>
                      <a:pt x="83" y="6"/>
                      <a:pt x="85" y="6"/>
                      <a:pt x="87" y="5"/>
                    </a:cubicBezTo>
                    <a:cubicBezTo>
                      <a:pt x="83" y="4"/>
                      <a:pt x="79" y="2"/>
                      <a:pt x="75" y="0"/>
                    </a:cubicBezTo>
                  </a:path>
                </a:pathLst>
              </a:custGeom>
              <a:solidFill>
                <a:srgbClr val="E1AD3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4" name="AutoShape 264"/>
              <p:cNvSpPr/>
              <p:nvPr/>
            </p:nvSpPr>
            <p:spPr>
              <a:xfrm>
                <a:off x="-1393463" y="9186319"/>
                <a:ext cx="170672" cy="68269"/>
              </a:xfrm>
              <a:custGeom>
                <a:avLst/>
                <a:gdLst/>
                <a:ahLst/>
                <a:cxnLst/>
                <a:rect l="l" t="t" r="r" b="b"/>
                <a:pathLst>
                  <a:path w="136" h="49">
                    <a:moveTo>
                      <a:pt x="44" y="0"/>
                    </a:moveTo>
                    <a:cubicBezTo>
                      <a:pt x="42" y="1"/>
                      <a:pt x="40" y="1"/>
                      <a:pt x="38" y="1"/>
                    </a:cubicBezTo>
                    <a:cubicBezTo>
                      <a:pt x="27" y="4"/>
                      <a:pt x="18" y="6"/>
                      <a:pt x="11" y="8"/>
                    </a:cubicBezTo>
                    <a:cubicBezTo>
                      <a:pt x="8" y="10"/>
                      <a:pt x="6" y="11"/>
                      <a:pt x="4" y="13"/>
                    </a:cubicBezTo>
                    <a:cubicBezTo>
                      <a:pt x="3" y="13"/>
                      <a:pt x="2" y="14"/>
                      <a:pt x="1" y="15"/>
                    </a:cubicBezTo>
                    <a:cubicBezTo>
                      <a:pt x="0" y="17"/>
                      <a:pt x="0" y="18"/>
                      <a:pt x="0" y="19"/>
                    </a:cubicBezTo>
                    <a:cubicBezTo>
                      <a:pt x="0" y="21"/>
                      <a:pt x="0" y="22"/>
                      <a:pt x="1" y="23"/>
                    </a:cubicBezTo>
                    <a:cubicBezTo>
                      <a:pt x="2" y="26"/>
                      <a:pt x="4" y="27"/>
                      <a:pt x="7" y="28"/>
                    </a:cubicBezTo>
                    <a:cubicBezTo>
                      <a:pt x="11" y="31"/>
                      <a:pt x="18" y="33"/>
                      <a:pt x="27" y="35"/>
                    </a:cubicBezTo>
                    <a:cubicBezTo>
                      <a:pt x="50" y="40"/>
                      <a:pt x="87" y="45"/>
                      <a:pt x="136" y="49"/>
                    </a:cubicBezTo>
                    <a:cubicBezTo>
                      <a:pt x="131" y="46"/>
                      <a:pt x="126" y="43"/>
                      <a:pt x="121" y="40"/>
                    </a:cubicBezTo>
                    <a:cubicBezTo>
                      <a:pt x="87" y="37"/>
                      <a:pt x="59" y="33"/>
                      <a:pt x="39" y="30"/>
                    </a:cubicBezTo>
                    <a:cubicBezTo>
                      <a:pt x="28" y="27"/>
                      <a:pt x="20" y="25"/>
                      <a:pt x="14" y="23"/>
                    </a:cubicBezTo>
                    <a:cubicBezTo>
                      <a:pt x="12" y="22"/>
                      <a:pt x="10" y="21"/>
                      <a:pt x="9" y="20"/>
                    </a:cubicBezTo>
                    <a:cubicBezTo>
                      <a:pt x="8" y="20"/>
                      <a:pt x="8" y="20"/>
                      <a:pt x="8" y="19"/>
                    </a:cubicBezTo>
                    <a:cubicBezTo>
                      <a:pt x="8" y="19"/>
                      <a:pt x="9" y="18"/>
                      <a:pt x="11" y="18"/>
                    </a:cubicBezTo>
                    <a:cubicBezTo>
                      <a:pt x="14" y="16"/>
                      <a:pt x="20" y="14"/>
                      <a:pt x="29" y="12"/>
                    </a:cubicBezTo>
                    <a:cubicBezTo>
                      <a:pt x="36" y="10"/>
                      <a:pt x="46" y="8"/>
                      <a:pt x="58" y="6"/>
                    </a:cubicBezTo>
                    <a:cubicBezTo>
                      <a:pt x="53" y="4"/>
                      <a:pt x="49" y="2"/>
                      <a:pt x="44" y="0"/>
                    </a:cubicBezTo>
                  </a:path>
                </a:pathLst>
              </a:custGeom>
              <a:solidFill>
                <a:srgbClr val="E3C28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5" name="AutoShape 265"/>
              <p:cNvSpPr/>
              <p:nvPr/>
            </p:nvSpPr>
            <p:spPr>
              <a:xfrm>
                <a:off x="-2269582" y="9140806"/>
                <a:ext cx="1319869" cy="1314182"/>
              </a:xfrm>
              <a:prstGeom prst="ellipse">
                <a:avLst/>
              </a:prstGeom>
              <a:solidFill>
                <a:srgbClr val="E2AF5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6" name="AutoShape 266"/>
              <p:cNvSpPr/>
              <p:nvPr/>
            </p:nvSpPr>
            <p:spPr>
              <a:xfrm>
                <a:off x="-2332164" y="9157875"/>
                <a:ext cx="1319869" cy="1314182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7" name="AutoShape 267"/>
              <p:cNvSpPr/>
              <p:nvPr/>
            </p:nvSpPr>
            <p:spPr>
              <a:xfrm>
                <a:off x="-2292338" y="9192009"/>
                <a:ext cx="1245912" cy="125160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970">
                    <a:moveTo>
                      <a:pt x="485" y="0"/>
                    </a:moveTo>
                    <a:cubicBezTo>
                      <a:pt x="217" y="0"/>
                      <a:pt x="0" y="217"/>
                      <a:pt x="0" y="485"/>
                    </a:cubicBezTo>
                    <a:cubicBezTo>
                      <a:pt x="0" y="753"/>
                      <a:pt x="217" y="970"/>
                      <a:pt x="485" y="970"/>
                    </a:cubicBezTo>
                    <a:cubicBezTo>
                      <a:pt x="753" y="970"/>
                      <a:pt x="970" y="753"/>
                      <a:pt x="970" y="485"/>
                    </a:cubicBezTo>
                    <a:cubicBezTo>
                      <a:pt x="970" y="217"/>
                      <a:pt x="753" y="0"/>
                      <a:pt x="485" y="0"/>
                    </a:cubicBezTo>
                    <a:close/>
                    <a:moveTo>
                      <a:pt x="485" y="952"/>
                    </a:moveTo>
                    <a:cubicBezTo>
                      <a:pt x="227" y="952"/>
                      <a:pt x="17" y="743"/>
                      <a:pt x="17" y="485"/>
                    </a:cubicBezTo>
                    <a:cubicBezTo>
                      <a:pt x="17" y="227"/>
                      <a:pt x="227" y="18"/>
                      <a:pt x="485" y="18"/>
                    </a:cubicBezTo>
                    <a:cubicBezTo>
                      <a:pt x="743" y="18"/>
                      <a:pt x="952" y="227"/>
                      <a:pt x="952" y="485"/>
                    </a:cubicBezTo>
                    <a:cubicBezTo>
                      <a:pt x="952" y="743"/>
                      <a:pt x="743" y="952"/>
                      <a:pt x="485" y="952"/>
                    </a:cubicBezTo>
                    <a:close/>
                  </a:path>
                </a:pathLst>
              </a:custGeom>
              <a:solidFill>
                <a:srgbClr val="FDEE99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8" name="AutoShape 268"/>
              <p:cNvSpPr/>
              <p:nvPr/>
            </p:nvSpPr>
            <p:spPr>
              <a:xfrm>
                <a:off x="-2121667" y="9368370"/>
                <a:ext cx="898876" cy="898876"/>
              </a:xfrm>
              <a:prstGeom prst="ellipse">
                <a:avLst/>
              </a:prstGeom>
              <a:solidFill>
                <a:srgbClr val="E2AF5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9" name="AutoShape 269"/>
              <p:cNvSpPr/>
              <p:nvPr/>
            </p:nvSpPr>
            <p:spPr>
              <a:xfrm>
                <a:off x="-2076154" y="9396817"/>
                <a:ext cx="847676" cy="841985"/>
              </a:xfrm>
              <a:prstGeom prst="ellipse">
                <a:avLst/>
              </a:prstGeom>
              <a:solidFill>
                <a:srgbClr val="FDEE99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70" name="AutoShape 270"/>
              <p:cNvSpPr/>
              <p:nvPr/>
            </p:nvSpPr>
            <p:spPr>
              <a:xfrm>
                <a:off x="-1848591" y="9504908"/>
                <a:ext cx="369793" cy="6258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486">
                    <a:moveTo>
                      <a:pt x="110" y="414"/>
                    </a:moveTo>
                    <a:cubicBezTo>
                      <a:pt x="72" y="411"/>
                      <a:pt x="35" y="400"/>
                      <a:pt x="0" y="383"/>
                    </a:cubicBezTo>
                    <a:cubicBezTo>
                      <a:pt x="4" y="296"/>
                      <a:pt x="4" y="296"/>
                      <a:pt x="4" y="296"/>
                    </a:cubicBezTo>
                    <a:cubicBezTo>
                      <a:pt x="24" y="307"/>
                      <a:pt x="46" y="317"/>
                      <a:pt x="69" y="325"/>
                    </a:cubicBezTo>
                    <a:cubicBezTo>
                      <a:pt x="93" y="333"/>
                      <a:pt x="114" y="337"/>
                      <a:pt x="132" y="338"/>
                    </a:cubicBezTo>
                    <a:cubicBezTo>
                      <a:pt x="147" y="339"/>
                      <a:pt x="158" y="337"/>
                      <a:pt x="165" y="334"/>
                    </a:cubicBezTo>
                    <a:cubicBezTo>
                      <a:pt x="172" y="331"/>
                      <a:pt x="176" y="325"/>
                      <a:pt x="176" y="317"/>
                    </a:cubicBezTo>
                    <a:cubicBezTo>
                      <a:pt x="176" y="311"/>
                      <a:pt x="174" y="306"/>
                      <a:pt x="169" y="301"/>
                    </a:cubicBezTo>
                    <a:cubicBezTo>
                      <a:pt x="165" y="297"/>
                      <a:pt x="156" y="292"/>
                      <a:pt x="145" y="287"/>
                    </a:cubicBezTo>
                    <a:cubicBezTo>
                      <a:pt x="133" y="281"/>
                      <a:pt x="118" y="274"/>
                      <a:pt x="98" y="266"/>
                    </a:cubicBezTo>
                    <a:cubicBezTo>
                      <a:pt x="77" y="257"/>
                      <a:pt x="59" y="247"/>
                      <a:pt x="46" y="236"/>
                    </a:cubicBezTo>
                    <a:cubicBezTo>
                      <a:pt x="32" y="225"/>
                      <a:pt x="23" y="213"/>
                      <a:pt x="17" y="200"/>
                    </a:cubicBezTo>
                    <a:cubicBezTo>
                      <a:pt x="12" y="187"/>
                      <a:pt x="9" y="171"/>
                      <a:pt x="10" y="152"/>
                    </a:cubicBezTo>
                    <a:cubicBezTo>
                      <a:pt x="11" y="123"/>
                      <a:pt x="22" y="101"/>
                      <a:pt x="41" y="85"/>
                    </a:cubicBezTo>
                    <a:cubicBezTo>
                      <a:pt x="61" y="70"/>
                      <a:pt x="89" y="61"/>
                      <a:pt x="126" y="59"/>
                    </a:cubicBezTo>
                    <a:cubicBezTo>
                      <a:pt x="129" y="0"/>
                      <a:pt x="129" y="0"/>
                      <a:pt x="129" y="0"/>
                    </a:cubicBezTo>
                    <a:cubicBezTo>
                      <a:pt x="183" y="3"/>
                      <a:pt x="183" y="3"/>
                      <a:pt x="183" y="3"/>
                    </a:cubicBezTo>
                    <a:cubicBezTo>
                      <a:pt x="181" y="61"/>
                      <a:pt x="181" y="61"/>
                      <a:pt x="181" y="61"/>
                    </a:cubicBezTo>
                    <a:cubicBezTo>
                      <a:pt x="216" y="64"/>
                      <a:pt x="251" y="74"/>
                      <a:pt x="285" y="91"/>
                    </a:cubicBezTo>
                    <a:cubicBezTo>
                      <a:pt x="251" y="165"/>
                      <a:pt x="251" y="165"/>
                      <a:pt x="251" y="165"/>
                    </a:cubicBezTo>
                    <a:cubicBezTo>
                      <a:pt x="215" y="147"/>
                      <a:pt x="182" y="137"/>
                      <a:pt x="152" y="136"/>
                    </a:cubicBezTo>
                    <a:cubicBezTo>
                      <a:pt x="138" y="135"/>
                      <a:pt x="128" y="136"/>
                      <a:pt x="123" y="140"/>
                    </a:cubicBezTo>
                    <a:cubicBezTo>
                      <a:pt x="117" y="143"/>
                      <a:pt x="114" y="148"/>
                      <a:pt x="113" y="154"/>
                    </a:cubicBezTo>
                    <a:cubicBezTo>
                      <a:pt x="113" y="160"/>
                      <a:pt x="115" y="165"/>
                      <a:pt x="119" y="169"/>
                    </a:cubicBezTo>
                    <a:cubicBezTo>
                      <a:pt x="123" y="173"/>
                      <a:pt x="130" y="177"/>
                      <a:pt x="140" y="183"/>
                    </a:cubicBezTo>
                    <a:cubicBezTo>
                      <a:pt x="150" y="188"/>
                      <a:pt x="164" y="194"/>
                      <a:pt x="181" y="201"/>
                    </a:cubicBezTo>
                    <a:cubicBezTo>
                      <a:pt x="218" y="215"/>
                      <a:pt x="243" y="231"/>
                      <a:pt x="258" y="249"/>
                    </a:cubicBezTo>
                    <a:cubicBezTo>
                      <a:pt x="274" y="266"/>
                      <a:pt x="281" y="288"/>
                      <a:pt x="280" y="314"/>
                    </a:cubicBezTo>
                    <a:cubicBezTo>
                      <a:pt x="278" y="343"/>
                      <a:pt x="268" y="367"/>
                      <a:pt x="248" y="385"/>
                    </a:cubicBezTo>
                    <a:cubicBezTo>
                      <a:pt x="229" y="402"/>
                      <a:pt x="201" y="412"/>
                      <a:pt x="165" y="415"/>
                    </a:cubicBezTo>
                    <a:cubicBezTo>
                      <a:pt x="162" y="486"/>
                      <a:pt x="162" y="486"/>
                      <a:pt x="162" y="486"/>
                    </a:cubicBezTo>
                    <a:cubicBezTo>
                      <a:pt x="107" y="483"/>
                      <a:pt x="107" y="483"/>
                      <a:pt x="107" y="483"/>
                    </a:cubicBezTo>
                    <a:lnTo>
                      <a:pt x="110" y="414"/>
                    </a:lnTo>
                    <a:close/>
                  </a:path>
                </a:pathLst>
              </a:cu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2F6FFD">
                <a:alpha val="100000"/>
                <a:lumMod val="20000"/>
                <a:lumOff val="80000"/>
              </a:srgbClr>
            </a:gs>
            <a:gs pos="100000">
              <a:srgbClr val="1AC9FF">
                <a:alpha val="16862"/>
                <a:lumMod val="20000"/>
                <a:lumOff val="8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60348" y="165798"/>
            <a:ext cx="11931652" cy="6700515"/>
            <a:chOff x="260348" y="165798"/>
            <a:chExt cx="11931652" cy="6700515"/>
          </a:xfrm>
        </p:grpSpPr>
        <p:sp>
          <p:nvSpPr>
            <p:cNvPr id="3" name="AutoShape 3"/>
            <p:cNvSpPr/>
            <p:nvPr/>
          </p:nvSpPr>
          <p:spPr>
            <a:xfrm flipH="1">
              <a:off x="2215494" y="379932"/>
              <a:ext cx="9976506" cy="6486381"/>
            </a:xfrm>
            <a:custGeom>
              <a:avLst/>
              <a:gdLst/>
              <a:ahLst/>
              <a:cxnLst/>
              <a:rect l="l" t="t" r="r" b="b"/>
              <a:pathLst>
                <a:path w="6362699" h="6858000">
                  <a:moveTo>
                    <a:pt x="0" y="0"/>
                  </a:moveTo>
                  <a:lnTo>
                    <a:pt x="6362699" y="0"/>
                  </a:lnTo>
                  <a:lnTo>
                    <a:pt x="6362699" y="6858000"/>
                  </a:lnTo>
                  <a:lnTo>
                    <a:pt x="0" y="6858000"/>
                  </a:lnTo>
                  <a:close/>
                </a:path>
              </a:pathLst>
            </a:custGeom>
            <a:blipFill rotWithShape="1">
              <a:blip r:embed="rId2">
                <a:alphaModFix amt="4705"/>
                <a:alphaModFix amt="4705"/>
              </a:blip>
              <a:stretch>
                <a:fillRect l="-58570" t="-28505" r="-17063" b="-139067"/>
              </a:stretch>
            </a:blip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 rot="0">
              <a:off x="660399" y="165798"/>
              <a:ext cx="11322051" cy="1153943"/>
              <a:chOff x="660399" y="165798"/>
              <a:chExt cx="11322051" cy="1153943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399" y="370113"/>
                <a:ext cx="10871317" cy="745315"/>
              </a:xfrm>
              <a:prstGeom prst="roundRect">
                <a:avLst/>
              </a:prstGeom>
              <a:gradFill>
                <a:gsLst>
                  <a:gs pos="999">
                    <a:srgbClr val="2F6FFD">
                      <a:alpha val="50196"/>
                    </a:srgbClr>
                  </a:gs>
                  <a:gs pos="100000">
                    <a:srgbClr val="1AC9FF">
                      <a:alpha val="36862"/>
                      <a:lumMod val="40000"/>
                      <a:lumOff val="6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6" name="Group 6"/>
              <p:cNvGrpSpPr/>
              <p:nvPr/>
            </p:nvGrpSpPr>
            <p:grpSpPr>
              <a:xfrm rot="0">
                <a:off x="10696804" y="165798"/>
                <a:ext cx="1285646" cy="1153943"/>
                <a:chOff x="10569804" y="233388"/>
                <a:chExt cx="1285646" cy="1153943"/>
              </a:xfrm>
            </p:grpSpPr>
            <p:grpSp>
              <p:nvGrpSpPr>
                <p:cNvPr id="7" name="Group 7"/>
                <p:cNvGrpSpPr/>
                <p:nvPr/>
              </p:nvGrpSpPr>
              <p:grpSpPr>
                <a:xfrm rot="0">
                  <a:off x="10846920" y="233388"/>
                  <a:ext cx="1008530" cy="1127517"/>
                  <a:chOff x="10846920" y="233388"/>
                  <a:chExt cx="1008530" cy="1127517"/>
                </a:xfrm>
              </p:grpSpPr>
              <p:grpSp>
                <p:nvGrpSpPr>
                  <p:cNvPr id="8" name="Group 8"/>
                  <p:cNvGrpSpPr/>
                  <p:nvPr/>
                </p:nvGrpSpPr>
                <p:grpSpPr>
                  <a:xfrm rot="0">
                    <a:off x="10978772" y="269402"/>
                    <a:ext cx="750414" cy="1052878"/>
                    <a:chOff x="5308187" y="2209800"/>
                    <a:chExt cx="1587746" cy="2227707"/>
                  </a:xfrm>
                </p:grpSpPr>
                <p:sp>
                  <p:nvSpPr>
                    <p:cNvPr id="9" name="AutoShape 9"/>
                    <p:cNvSpPr/>
                    <p:nvPr/>
                  </p:nvSpPr>
                  <p:spPr>
                    <a:xfrm>
                      <a:off x="6521958" y="3753135"/>
                      <a:ext cx="1238" cy="112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8" h="11239">
                          <a:moveTo>
                            <a:pt x="1238" y="0"/>
                          </a:moveTo>
                          <a:cubicBezTo>
                            <a:pt x="857" y="3810"/>
                            <a:pt x="476" y="7525"/>
                            <a:pt x="0" y="11240"/>
                          </a:cubicBezTo>
                          <a:cubicBezTo>
                            <a:pt x="286" y="8858"/>
                            <a:pt x="667" y="6667"/>
                            <a:pt x="953" y="4191"/>
                          </a:cubicBezTo>
                          <a:cubicBezTo>
                            <a:pt x="1048" y="2762"/>
                            <a:pt x="1048" y="1333"/>
                            <a:pt x="1238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" name="AutoShape 10"/>
                    <p:cNvSpPr/>
                    <p:nvPr/>
                  </p:nvSpPr>
                  <p:spPr>
                    <a:xfrm>
                      <a:off x="6525767" y="3683412"/>
                      <a:ext cx="500" cy="3143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" h="31432">
                          <a:moveTo>
                            <a:pt x="476" y="0"/>
                          </a:moveTo>
                          <a:cubicBezTo>
                            <a:pt x="571" y="10668"/>
                            <a:pt x="381" y="21145"/>
                            <a:pt x="0" y="31432"/>
                          </a:cubicBezTo>
                          <a:cubicBezTo>
                            <a:pt x="0" y="31242"/>
                            <a:pt x="0" y="31051"/>
                            <a:pt x="0" y="30861"/>
                          </a:cubicBezTo>
                          <a:cubicBezTo>
                            <a:pt x="381" y="20764"/>
                            <a:pt x="476" y="10477"/>
                            <a:pt x="476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" name="AutoShape 11"/>
                    <p:cNvSpPr/>
                    <p:nvPr/>
                  </p:nvSpPr>
                  <p:spPr>
                    <a:xfrm>
                      <a:off x="6521862" y="3609212"/>
                      <a:ext cx="1428" cy="1400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28" h="14001">
                          <a:moveTo>
                            <a:pt x="0" y="0"/>
                          </a:moveTo>
                          <a:cubicBezTo>
                            <a:pt x="571" y="4572"/>
                            <a:pt x="1048" y="9334"/>
                            <a:pt x="1429" y="14002"/>
                          </a:cubicBezTo>
                          <a:cubicBezTo>
                            <a:pt x="1143" y="11335"/>
                            <a:pt x="1048" y="8477"/>
                            <a:pt x="762" y="5810"/>
                          </a:cubicBezTo>
                          <a:cubicBezTo>
                            <a:pt x="476" y="3905"/>
                            <a:pt x="190" y="2000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" name="AutoShape 12"/>
                    <p:cNvSpPr/>
                    <p:nvPr/>
                  </p:nvSpPr>
                  <p:spPr>
                    <a:xfrm>
                      <a:off x="6511004" y="3816858"/>
                      <a:ext cx="2476" cy="1133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6" h="11334">
                          <a:moveTo>
                            <a:pt x="2476" y="0"/>
                          </a:moveTo>
                          <a:cubicBezTo>
                            <a:pt x="1619" y="3810"/>
                            <a:pt x="857" y="7620"/>
                            <a:pt x="0" y="11335"/>
                          </a:cubicBezTo>
                          <a:cubicBezTo>
                            <a:pt x="286" y="10192"/>
                            <a:pt x="571" y="9144"/>
                            <a:pt x="857" y="8001"/>
                          </a:cubicBezTo>
                          <a:cubicBezTo>
                            <a:pt x="1429" y="5429"/>
                            <a:pt x="1905" y="2572"/>
                            <a:pt x="2476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" name="AutoShape 13"/>
                    <p:cNvSpPr/>
                    <p:nvPr/>
                  </p:nvSpPr>
                  <p:spPr>
                    <a:xfrm>
                      <a:off x="6525672" y="3659314"/>
                      <a:ext cx="571" cy="240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1" h="24098">
                          <a:moveTo>
                            <a:pt x="0" y="0"/>
                          </a:moveTo>
                          <a:cubicBezTo>
                            <a:pt x="286" y="7906"/>
                            <a:pt x="476" y="15907"/>
                            <a:pt x="571" y="24098"/>
                          </a:cubicBezTo>
                          <a:cubicBezTo>
                            <a:pt x="571" y="17145"/>
                            <a:pt x="381" y="10382"/>
                            <a:pt x="191" y="3620"/>
                          </a:cubicBezTo>
                          <a:cubicBezTo>
                            <a:pt x="95" y="2381"/>
                            <a:pt x="0" y="1143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4" name="AutoShape 14"/>
                    <p:cNvSpPr/>
                    <p:nvPr/>
                  </p:nvSpPr>
                  <p:spPr>
                    <a:xfrm>
                      <a:off x="6514528" y="3563683"/>
                      <a:ext cx="2381" cy="122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81" h="12287">
                          <a:moveTo>
                            <a:pt x="0" y="0"/>
                          </a:moveTo>
                          <a:cubicBezTo>
                            <a:pt x="857" y="4096"/>
                            <a:pt x="1619" y="8096"/>
                            <a:pt x="2381" y="12287"/>
                          </a:cubicBezTo>
                          <a:cubicBezTo>
                            <a:pt x="2096" y="10668"/>
                            <a:pt x="1905" y="8954"/>
                            <a:pt x="1524" y="7429"/>
                          </a:cubicBezTo>
                          <a:cubicBezTo>
                            <a:pt x="1143" y="4858"/>
                            <a:pt x="571" y="247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5" name="AutoShape 15"/>
                    <p:cNvSpPr/>
                    <p:nvPr/>
                  </p:nvSpPr>
                  <p:spPr>
                    <a:xfrm>
                      <a:off x="6517100" y="3786758"/>
                      <a:ext cx="1904" cy="1162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04" h="11620">
                          <a:moveTo>
                            <a:pt x="1905" y="0"/>
                          </a:moveTo>
                          <a:cubicBezTo>
                            <a:pt x="1333" y="3905"/>
                            <a:pt x="667" y="7811"/>
                            <a:pt x="0" y="11621"/>
                          </a:cubicBezTo>
                          <a:cubicBezTo>
                            <a:pt x="286" y="9906"/>
                            <a:pt x="667" y="8382"/>
                            <a:pt x="952" y="6667"/>
                          </a:cubicBezTo>
                          <a:cubicBezTo>
                            <a:pt x="1333" y="4477"/>
                            <a:pt x="1524" y="2191"/>
                            <a:pt x="1905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6" name="AutoShape 16"/>
                    <p:cNvSpPr/>
                    <p:nvPr/>
                  </p:nvSpPr>
                  <p:spPr>
                    <a:xfrm>
                      <a:off x="6503574" y="3844194"/>
                      <a:ext cx="3143" cy="111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43" h="11144">
                          <a:moveTo>
                            <a:pt x="3143" y="0"/>
                          </a:moveTo>
                          <a:cubicBezTo>
                            <a:pt x="2096" y="3715"/>
                            <a:pt x="1143" y="7525"/>
                            <a:pt x="0" y="11144"/>
                          </a:cubicBezTo>
                          <a:cubicBezTo>
                            <a:pt x="286" y="10382"/>
                            <a:pt x="572" y="9620"/>
                            <a:pt x="762" y="8858"/>
                          </a:cubicBezTo>
                          <a:cubicBezTo>
                            <a:pt x="1619" y="6001"/>
                            <a:pt x="2286" y="2953"/>
                            <a:pt x="3143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7" name="AutoShape 17"/>
                    <p:cNvSpPr/>
                    <p:nvPr/>
                  </p:nvSpPr>
                  <p:spPr>
                    <a:xfrm>
                      <a:off x="6376892" y="3334226"/>
                      <a:ext cx="6000" cy="50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000" h="5048">
                          <a:moveTo>
                            <a:pt x="6001" y="5048"/>
                          </a:moveTo>
                          <a:cubicBezTo>
                            <a:pt x="4000" y="3334"/>
                            <a:pt x="2000" y="1715"/>
                            <a:pt x="0" y="0"/>
                          </a:cubicBezTo>
                          <a:cubicBezTo>
                            <a:pt x="2000" y="1619"/>
                            <a:pt x="4000" y="3334"/>
                            <a:pt x="6001" y="5048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8" name="AutoShape 18"/>
                    <p:cNvSpPr/>
                    <p:nvPr/>
                  </p:nvSpPr>
                  <p:spPr>
                    <a:xfrm>
                      <a:off x="6504432" y="3523773"/>
                      <a:ext cx="2190" cy="714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90" h="7143">
                          <a:moveTo>
                            <a:pt x="0" y="0"/>
                          </a:moveTo>
                          <a:cubicBezTo>
                            <a:pt x="762" y="2381"/>
                            <a:pt x="1524" y="4763"/>
                            <a:pt x="2191" y="7144"/>
                          </a:cubicBezTo>
                          <a:cubicBezTo>
                            <a:pt x="1810" y="5906"/>
                            <a:pt x="1524" y="4667"/>
                            <a:pt x="1238" y="3429"/>
                          </a:cubicBezTo>
                          <a:cubicBezTo>
                            <a:pt x="762" y="2191"/>
                            <a:pt x="286" y="1143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9" name="AutoShape 19"/>
                    <p:cNvSpPr/>
                    <p:nvPr/>
                  </p:nvSpPr>
                  <p:spPr>
                    <a:xfrm>
                      <a:off x="6422516" y="3377850"/>
                      <a:ext cx="4095" cy="46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95" h="4667">
                          <a:moveTo>
                            <a:pt x="4096" y="4667"/>
                          </a:moveTo>
                          <a:cubicBezTo>
                            <a:pt x="2762" y="3143"/>
                            <a:pt x="1333" y="1524"/>
                            <a:pt x="0" y="0"/>
                          </a:cubicBezTo>
                          <a:cubicBezTo>
                            <a:pt x="1333" y="1524"/>
                            <a:pt x="2762" y="3143"/>
                            <a:pt x="4096" y="466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0" name="AutoShape 20"/>
                    <p:cNvSpPr/>
                    <p:nvPr/>
                  </p:nvSpPr>
                  <p:spPr>
                    <a:xfrm>
                      <a:off x="6494811" y="3870007"/>
                      <a:ext cx="3810" cy="107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10" h="10763">
                          <a:moveTo>
                            <a:pt x="3810" y="0"/>
                          </a:moveTo>
                          <a:cubicBezTo>
                            <a:pt x="2572" y="3619"/>
                            <a:pt x="1333" y="7239"/>
                            <a:pt x="0" y="10763"/>
                          </a:cubicBezTo>
                          <a:cubicBezTo>
                            <a:pt x="191" y="10192"/>
                            <a:pt x="476" y="9716"/>
                            <a:pt x="667" y="9144"/>
                          </a:cubicBezTo>
                          <a:cubicBezTo>
                            <a:pt x="1905" y="6096"/>
                            <a:pt x="2762" y="2953"/>
                            <a:pt x="381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1" name="AutoShape 21"/>
                    <p:cNvSpPr/>
                    <p:nvPr/>
                  </p:nvSpPr>
                  <p:spPr>
                    <a:xfrm>
                      <a:off x="6462617" y="3431476"/>
                      <a:ext cx="2095" cy="33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5" h="3332">
                          <a:moveTo>
                            <a:pt x="2096" y="3334"/>
                          </a:moveTo>
                          <a:cubicBezTo>
                            <a:pt x="1429" y="2191"/>
                            <a:pt x="667" y="1143"/>
                            <a:pt x="0" y="0"/>
                          </a:cubicBezTo>
                          <a:cubicBezTo>
                            <a:pt x="667" y="1143"/>
                            <a:pt x="1429" y="2191"/>
                            <a:pt x="2096" y="3334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2" name="AutoShape 22"/>
                    <p:cNvSpPr/>
                    <p:nvPr/>
                  </p:nvSpPr>
                  <p:spPr>
                    <a:xfrm>
                      <a:off x="6337268" y="3303746"/>
                      <a:ext cx="2381" cy="17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81" h="1714">
                          <a:moveTo>
                            <a:pt x="2381" y="1715"/>
                          </a:moveTo>
                          <a:cubicBezTo>
                            <a:pt x="1524" y="1143"/>
                            <a:pt x="762" y="572"/>
                            <a:pt x="0" y="0"/>
                          </a:cubicBezTo>
                          <a:cubicBezTo>
                            <a:pt x="762" y="572"/>
                            <a:pt x="1524" y="1143"/>
                            <a:pt x="2381" y="1715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3" name="AutoShape 23"/>
                    <p:cNvSpPr/>
                    <p:nvPr/>
                  </p:nvSpPr>
                  <p:spPr>
                    <a:xfrm>
                      <a:off x="6463760" y="3933539"/>
                      <a:ext cx="6286" cy="11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86" h="11049">
                          <a:moveTo>
                            <a:pt x="4572" y="3334"/>
                          </a:moveTo>
                          <a:cubicBezTo>
                            <a:pt x="5143" y="2286"/>
                            <a:pt x="5715" y="1048"/>
                            <a:pt x="6287" y="0"/>
                          </a:cubicBezTo>
                          <a:cubicBezTo>
                            <a:pt x="4191" y="3715"/>
                            <a:pt x="2191" y="7429"/>
                            <a:pt x="0" y="11049"/>
                          </a:cubicBezTo>
                          <a:cubicBezTo>
                            <a:pt x="1524" y="8477"/>
                            <a:pt x="3143" y="6001"/>
                            <a:pt x="4572" y="3334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4" name="AutoShape 24"/>
                    <p:cNvSpPr/>
                    <p:nvPr/>
                  </p:nvSpPr>
                  <p:spPr>
                    <a:xfrm>
                      <a:off x="6450711" y="3951446"/>
                      <a:ext cx="9048" cy="1419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48" h="14191">
                          <a:moveTo>
                            <a:pt x="9049" y="0"/>
                          </a:moveTo>
                          <a:cubicBezTo>
                            <a:pt x="6096" y="4858"/>
                            <a:pt x="3048" y="9525"/>
                            <a:pt x="0" y="14192"/>
                          </a:cubicBezTo>
                          <a:cubicBezTo>
                            <a:pt x="3143" y="9430"/>
                            <a:pt x="6096" y="4763"/>
                            <a:pt x="9049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5" name="AutoShape 25"/>
                    <p:cNvSpPr/>
                    <p:nvPr/>
                  </p:nvSpPr>
                  <p:spPr>
                    <a:xfrm>
                      <a:off x="6440900" y="3970020"/>
                      <a:ext cx="6857" cy="9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857" h="9525">
                          <a:moveTo>
                            <a:pt x="6286" y="857"/>
                          </a:moveTo>
                          <a:cubicBezTo>
                            <a:pt x="6477" y="571"/>
                            <a:pt x="6667" y="286"/>
                            <a:pt x="6858" y="0"/>
                          </a:cubicBezTo>
                          <a:cubicBezTo>
                            <a:pt x="4667" y="3238"/>
                            <a:pt x="2286" y="6382"/>
                            <a:pt x="0" y="9525"/>
                          </a:cubicBezTo>
                          <a:cubicBezTo>
                            <a:pt x="2095" y="6667"/>
                            <a:pt x="4286" y="3905"/>
                            <a:pt x="6286" y="85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6" name="AutoShape 26"/>
                    <p:cNvSpPr/>
                    <p:nvPr/>
                  </p:nvSpPr>
                  <p:spPr>
                    <a:xfrm>
                      <a:off x="6287642" y="3272408"/>
                      <a:ext cx="8096" cy="46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096" h="4667">
                          <a:moveTo>
                            <a:pt x="8096" y="4667"/>
                          </a:moveTo>
                          <a:cubicBezTo>
                            <a:pt x="5429" y="3048"/>
                            <a:pt x="2667" y="1524"/>
                            <a:pt x="0" y="0"/>
                          </a:cubicBezTo>
                          <a:cubicBezTo>
                            <a:pt x="2667" y="1524"/>
                            <a:pt x="5429" y="3048"/>
                            <a:pt x="8096" y="466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7" name="AutoShape 27"/>
                    <p:cNvSpPr/>
                    <p:nvPr/>
                  </p:nvSpPr>
                  <p:spPr>
                    <a:xfrm>
                      <a:off x="6509384" y="3541395"/>
                      <a:ext cx="2857" cy="114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57" h="11429">
                          <a:moveTo>
                            <a:pt x="2858" y="11430"/>
                          </a:moveTo>
                          <a:cubicBezTo>
                            <a:pt x="2000" y="7525"/>
                            <a:pt x="953" y="3715"/>
                            <a:pt x="0" y="0"/>
                          </a:cubicBezTo>
                          <a:cubicBezTo>
                            <a:pt x="953" y="3715"/>
                            <a:pt x="1905" y="7525"/>
                            <a:pt x="2858" y="1143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8" name="AutoShape 28"/>
                    <p:cNvSpPr/>
                    <p:nvPr/>
                  </p:nvSpPr>
                  <p:spPr>
                    <a:xfrm>
                      <a:off x="6426803" y="3989070"/>
                      <a:ext cx="7239" cy="89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238" h="8953">
                          <a:moveTo>
                            <a:pt x="7239" y="0"/>
                          </a:moveTo>
                          <a:cubicBezTo>
                            <a:pt x="4858" y="3048"/>
                            <a:pt x="2381" y="5905"/>
                            <a:pt x="0" y="8954"/>
                          </a:cubicBezTo>
                          <a:cubicBezTo>
                            <a:pt x="2381" y="5905"/>
                            <a:pt x="4858" y="3048"/>
                            <a:pt x="7239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29" name="AutoShape 29"/>
                    <p:cNvSpPr/>
                    <p:nvPr/>
                  </p:nvSpPr>
                  <p:spPr>
                    <a:xfrm>
                      <a:off x="6524148" y="3633882"/>
                      <a:ext cx="952" cy="147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" h="14763">
                          <a:moveTo>
                            <a:pt x="953" y="14764"/>
                          </a:moveTo>
                          <a:cubicBezTo>
                            <a:pt x="667" y="9811"/>
                            <a:pt x="381" y="4858"/>
                            <a:pt x="0" y="0"/>
                          </a:cubicBezTo>
                          <a:cubicBezTo>
                            <a:pt x="381" y="4858"/>
                            <a:pt x="667" y="9811"/>
                            <a:pt x="953" y="14764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0" name="AutoShape 30"/>
                    <p:cNvSpPr/>
                    <p:nvPr/>
                  </p:nvSpPr>
                  <p:spPr>
                    <a:xfrm>
                      <a:off x="6416897" y="4006976"/>
                      <a:ext cx="2476" cy="26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76" h="2667">
                          <a:moveTo>
                            <a:pt x="1905" y="667"/>
                          </a:moveTo>
                          <a:cubicBezTo>
                            <a:pt x="2096" y="476"/>
                            <a:pt x="2286" y="191"/>
                            <a:pt x="2476" y="0"/>
                          </a:cubicBezTo>
                          <a:cubicBezTo>
                            <a:pt x="1714" y="953"/>
                            <a:pt x="857" y="1715"/>
                            <a:pt x="0" y="2667"/>
                          </a:cubicBezTo>
                          <a:cubicBezTo>
                            <a:pt x="667" y="1905"/>
                            <a:pt x="1333" y="1334"/>
                            <a:pt x="1905" y="66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1" name="AutoShape 31"/>
                    <p:cNvSpPr/>
                    <p:nvPr/>
                  </p:nvSpPr>
                  <p:spPr>
                    <a:xfrm>
                      <a:off x="6518624" y="3585591"/>
                      <a:ext cx="2000" cy="13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00" h="13525">
                          <a:moveTo>
                            <a:pt x="2000" y="13525"/>
                          </a:moveTo>
                          <a:cubicBezTo>
                            <a:pt x="1429" y="8954"/>
                            <a:pt x="762" y="4477"/>
                            <a:pt x="0" y="0"/>
                          </a:cubicBezTo>
                          <a:cubicBezTo>
                            <a:pt x="667" y="4477"/>
                            <a:pt x="1333" y="9049"/>
                            <a:pt x="2000" y="13525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2" name="AutoShape 32"/>
                    <p:cNvSpPr/>
                    <p:nvPr/>
                  </p:nvSpPr>
                  <p:spPr>
                    <a:xfrm>
                      <a:off x="6484238" y="3895058"/>
                      <a:ext cx="4667" cy="10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67" h="10858">
                          <a:moveTo>
                            <a:pt x="0" y="10859"/>
                          </a:moveTo>
                          <a:cubicBezTo>
                            <a:pt x="381" y="10097"/>
                            <a:pt x="667" y="9430"/>
                            <a:pt x="1048" y="8668"/>
                          </a:cubicBezTo>
                          <a:cubicBezTo>
                            <a:pt x="2381" y="5810"/>
                            <a:pt x="3429" y="2858"/>
                            <a:pt x="4667" y="0"/>
                          </a:cubicBezTo>
                          <a:cubicBezTo>
                            <a:pt x="3143" y="3524"/>
                            <a:pt x="1715" y="7239"/>
                            <a:pt x="0" y="1085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3" name="AutoShape 33"/>
                    <p:cNvSpPr/>
                    <p:nvPr/>
                  </p:nvSpPr>
                  <p:spPr>
                    <a:xfrm>
                      <a:off x="6393275" y="4028694"/>
                      <a:ext cx="5524" cy="53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24" h="5333">
                          <a:moveTo>
                            <a:pt x="5524" y="0"/>
                          </a:moveTo>
                          <a:cubicBezTo>
                            <a:pt x="3715" y="1810"/>
                            <a:pt x="1810" y="3619"/>
                            <a:pt x="0" y="5334"/>
                          </a:cubicBezTo>
                          <a:cubicBezTo>
                            <a:pt x="1810" y="3619"/>
                            <a:pt x="3715" y="1810"/>
                            <a:pt x="5524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4" name="AutoShape 34"/>
                    <p:cNvSpPr/>
                    <p:nvPr/>
                  </p:nvSpPr>
                  <p:spPr>
                    <a:xfrm>
                      <a:off x="6362033" y="4053458"/>
                      <a:ext cx="9239" cy="70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39" h="7048">
                          <a:moveTo>
                            <a:pt x="0" y="7049"/>
                          </a:moveTo>
                          <a:cubicBezTo>
                            <a:pt x="3048" y="4667"/>
                            <a:pt x="6191" y="2381"/>
                            <a:pt x="9239" y="0"/>
                          </a:cubicBezTo>
                          <a:cubicBezTo>
                            <a:pt x="6191" y="2477"/>
                            <a:pt x="3048" y="4763"/>
                            <a:pt x="0" y="7049"/>
                          </a:cubicBezTo>
                          <a:lnTo>
                            <a:pt x="0" y="7049"/>
                          </a:ln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5" name="AutoShape 35"/>
                    <p:cNvSpPr/>
                    <p:nvPr/>
                  </p:nvSpPr>
                  <p:spPr>
                    <a:xfrm>
                      <a:off x="6220301" y="3237547"/>
                      <a:ext cx="39147" cy="1933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147" h="19335">
                          <a:moveTo>
                            <a:pt x="39148" y="19336"/>
                          </a:moveTo>
                          <a:cubicBezTo>
                            <a:pt x="26479" y="12763"/>
                            <a:pt x="13335" y="6382"/>
                            <a:pt x="0" y="0"/>
                          </a:cubicBezTo>
                          <a:cubicBezTo>
                            <a:pt x="13430" y="6382"/>
                            <a:pt x="26479" y="12763"/>
                            <a:pt x="39148" y="1933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6" name="AutoShape 36"/>
                    <p:cNvSpPr/>
                    <p:nvPr/>
                  </p:nvSpPr>
                  <p:spPr>
                    <a:xfrm>
                      <a:off x="5804058" y="2967227"/>
                      <a:ext cx="1619" cy="2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19" h="2476">
                          <a:moveTo>
                            <a:pt x="1619" y="0"/>
                          </a:moveTo>
                          <a:cubicBezTo>
                            <a:pt x="1619" y="0"/>
                            <a:pt x="1619" y="0"/>
                            <a:pt x="1619" y="0"/>
                          </a:cubicBezTo>
                          <a:cubicBezTo>
                            <a:pt x="1048" y="762"/>
                            <a:pt x="572" y="1715"/>
                            <a:pt x="0" y="2477"/>
                          </a:cubicBezTo>
                          <a:cubicBezTo>
                            <a:pt x="286" y="2096"/>
                            <a:pt x="476" y="1715"/>
                            <a:pt x="667" y="1334"/>
                          </a:cubicBezTo>
                          <a:cubicBezTo>
                            <a:pt x="1048" y="953"/>
                            <a:pt x="1238" y="476"/>
                            <a:pt x="1619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7" name="AutoShape 37"/>
                    <p:cNvSpPr/>
                    <p:nvPr/>
                  </p:nvSpPr>
                  <p:spPr>
                    <a:xfrm>
                      <a:off x="6049137" y="3168586"/>
                      <a:ext cx="23431" cy="8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431" h="8000">
                          <a:moveTo>
                            <a:pt x="23431" y="8001"/>
                          </a:moveTo>
                          <a:cubicBezTo>
                            <a:pt x="15430" y="5429"/>
                            <a:pt x="7620" y="2762"/>
                            <a:pt x="0" y="0"/>
                          </a:cubicBezTo>
                          <a:cubicBezTo>
                            <a:pt x="7620" y="2762"/>
                            <a:pt x="15430" y="5429"/>
                            <a:pt x="23431" y="8001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8" name="AutoShape 38"/>
                    <p:cNvSpPr/>
                    <p:nvPr/>
                  </p:nvSpPr>
                  <p:spPr>
                    <a:xfrm>
                      <a:off x="6305264" y="2649759"/>
                      <a:ext cx="2190" cy="10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190" h="1047">
                          <a:moveTo>
                            <a:pt x="0" y="0"/>
                          </a:moveTo>
                          <a:cubicBezTo>
                            <a:pt x="762" y="286"/>
                            <a:pt x="1429" y="667"/>
                            <a:pt x="2191" y="1048"/>
                          </a:cubicBezTo>
                          <a:cubicBezTo>
                            <a:pt x="1619" y="762"/>
                            <a:pt x="1048" y="476"/>
                            <a:pt x="476" y="286"/>
                          </a:cubicBezTo>
                          <a:cubicBezTo>
                            <a:pt x="286" y="191"/>
                            <a:pt x="191" y="95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39" name="AutoShape 39"/>
                    <p:cNvSpPr/>
                    <p:nvPr/>
                  </p:nvSpPr>
                  <p:spPr>
                    <a:xfrm>
                      <a:off x="5568029" y="3637883"/>
                      <a:ext cx="37433" cy="212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433" h="21240">
                          <a:moveTo>
                            <a:pt x="37433" y="21241"/>
                          </a:moveTo>
                          <a:cubicBezTo>
                            <a:pt x="24670" y="14288"/>
                            <a:pt x="12287" y="7144"/>
                            <a:pt x="0" y="0"/>
                          </a:cubicBezTo>
                          <a:cubicBezTo>
                            <a:pt x="12287" y="7239"/>
                            <a:pt x="24670" y="14288"/>
                            <a:pt x="37433" y="21241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0" name="AutoShape 40"/>
                    <p:cNvSpPr/>
                    <p:nvPr/>
                  </p:nvSpPr>
                  <p:spPr>
                    <a:xfrm>
                      <a:off x="6388131" y="2689764"/>
                      <a:ext cx="23907" cy="124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907" h="12477">
                          <a:moveTo>
                            <a:pt x="23908" y="12478"/>
                          </a:moveTo>
                          <a:cubicBezTo>
                            <a:pt x="16097" y="8382"/>
                            <a:pt x="8192" y="4191"/>
                            <a:pt x="0" y="0"/>
                          </a:cubicBezTo>
                          <a:cubicBezTo>
                            <a:pt x="8096" y="4191"/>
                            <a:pt x="16097" y="8287"/>
                            <a:pt x="23908" y="12478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1" name="AutoShape 41"/>
                    <p:cNvSpPr/>
                    <p:nvPr/>
                  </p:nvSpPr>
                  <p:spPr>
                    <a:xfrm>
                      <a:off x="5988177" y="3146774"/>
                      <a:ext cx="7810" cy="2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810" h="2476">
                          <a:moveTo>
                            <a:pt x="0" y="0"/>
                          </a:moveTo>
                          <a:cubicBezTo>
                            <a:pt x="2572" y="667"/>
                            <a:pt x="5239" y="1619"/>
                            <a:pt x="7810" y="2476"/>
                          </a:cubicBezTo>
                          <a:cubicBezTo>
                            <a:pt x="6286" y="2000"/>
                            <a:pt x="4572" y="1333"/>
                            <a:pt x="3048" y="952"/>
                          </a:cubicBezTo>
                          <a:cubicBezTo>
                            <a:pt x="2096" y="571"/>
                            <a:pt x="1048" y="28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2" name="AutoShape 42"/>
                    <p:cNvSpPr/>
                    <p:nvPr/>
                  </p:nvSpPr>
                  <p:spPr>
                    <a:xfrm>
                      <a:off x="6343078" y="2667285"/>
                      <a:ext cx="9334" cy="4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34" h="4476">
                          <a:moveTo>
                            <a:pt x="9334" y="4477"/>
                          </a:moveTo>
                          <a:cubicBezTo>
                            <a:pt x="6191" y="2953"/>
                            <a:pt x="3143" y="1429"/>
                            <a:pt x="0" y="0"/>
                          </a:cubicBezTo>
                          <a:cubicBezTo>
                            <a:pt x="3048" y="1524"/>
                            <a:pt x="6191" y="2953"/>
                            <a:pt x="9334" y="447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3" name="AutoShape 43"/>
                    <p:cNvSpPr/>
                    <p:nvPr/>
                  </p:nvSpPr>
                  <p:spPr>
                    <a:xfrm>
                      <a:off x="5631084" y="3673030"/>
                      <a:ext cx="5143" cy="26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43" h="2666">
                          <a:moveTo>
                            <a:pt x="5144" y="2667"/>
                          </a:moveTo>
                          <a:cubicBezTo>
                            <a:pt x="3429" y="1810"/>
                            <a:pt x="1715" y="857"/>
                            <a:pt x="0" y="0"/>
                          </a:cubicBezTo>
                          <a:cubicBezTo>
                            <a:pt x="1619" y="857"/>
                            <a:pt x="3334" y="1715"/>
                            <a:pt x="5144" y="266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4" name="AutoShape 44"/>
                    <p:cNvSpPr/>
                    <p:nvPr/>
                  </p:nvSpPr>
                  <p:spPr>
                    <a:xfrm>
                      <a:off x="5768244" y="3734180"/>
                      <a:ext cx="5143" cy="18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143" h="1809">
                          <a:moveTo>
                            <a:pt x="5144" y="1810"/>
                          </a:moveTo>
                          <a:cubicBezTo>
                            <a:pt x="3429" y="1238"/>
                            <a:pt x="1715" y="667"/>
                            <a:pt x="0" y="0"/>
                          </a:cubicBezTo>
                          <a:cubicBezTo>
                            <a:pt x="1715" y="667"/>
                            <a:pt x="3429" y="1238"/>
                            <a:pt x="5144" y="181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5" name="AutoShape 45"/>
                    <p:cNvSpPr/>
                    <p:nvPr/>
                  </p:nvSpPr>
                  <p:spPr>
                    <a:xfrm>
                      <a:off x="5696331" y="3704558"/>
                      <a:ext cx="2095" cy="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5" h="952">
                          <a:moveTo>
                            <a:pt x="2096" y="953"/>
                          </a:moveTo>
                          <a:cubicBezTo>
                            <a:pt x="1333" y="667"/>
                            <a:pt x="667" y="286"/>
                            <a:pt x="0" y="0"/>
                          </a:cubicBezTo>
                          <a:cubicBezTo>
                            <a:pt x="667" y="286"/>
                            <a:pt x="1333" y="667"/>
                            <a:pt x="2096" y="953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6" name="AutoShape 46"/>
                    <p:cNvSpPr/>
                    <p:nvPr/>
                  </p:nvSpPr>
                  <p:spPr>
                    <a:xfrm>
                      <a:off x="6091999" y="2575083"/>
                      <a:ext cx="16573" cy="41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573" h="4191">
                          <a:moveTo>
                            <a:pt x="16573" y="4191"/>
                          </a:moveTo>
                          <a:cubicBezTo>
                            <a:pt x="11049" y="2762"/>
                            <a:pt x="5525" y="1334"/>
                            <a:pt x="0" y="0"/>
                          </a:cubicBezTo>
                          <a:cubicBezTo>
                            <a:pt x="5525" y="1334"/>
                            <a:pt x="11049" y="2762"/>
                            <a:pt x="16573" y="4191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7" name="AutoShape 47"/>
                    <p:cNvSpPr/>
                    <p:nvPr/>
                  </p:nvSpPr>
                  <p:spPr>
                    <a:xfrm>
                      <a:off x="5531358" y="3615499"/>
                      <a:ext cx="25527" cy="1571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526" h="15716">
                          <a:moveTo>
                            <a:pt x="25527" y="15716"/>
                          </a:moveTo>
                          <a:cubicBezTo>
                            <a:pt x="16859" y="10573"/>
                            <a:pt x="8382" y="5334"/>
                            <a:pt x="0" y="0"/>
                          </a:cubicBezTo>
                          <a:cubicBezTo>
                            <a:pt x="8382" y="5334"/>
                            <a:pt x="16859" y="10573"/>
                            <a:pt x="25527" y="1571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8" name="AutoShape 48"/>
                    <p:cNvSpPr/>
                    <p:nvPr/>
                  </p:nvSpPr>
                  <p:spPr>
                    <a:xfrm>
                      <a:off x="5662993" y="3689032"/>
                      <a:ext cx="5238" cy="2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238" h="2476">
                          <a:moveTo>
                            <a:pt x="5239" y="2476"/>
                          </a:moveTo>
                          <a:cubicBezTo>
                            <a:pt x="3524" y="1619"/>
                            <a:pt x="1715" y="762"/>
                            <a:pt x="0" y="0"/>
                          </a:cubicBezTo>
                          <a:cubicBezTo>
                            <a:pt x="1715" y="857"/>
                            <a:pt x="3429" y="1714"/>
                            <a:pt x="5239" y="247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49" name="AutoShape 49"/>
                    <p:cNvSpPr/>
                    <p:nvPr/>
                  </p:nvSpPr>
                  <p:spPr>
                    <a:xfrm>
                      <a:off x="5482780" y="3583400"/>
                      <a:ext cx="37433" cy="250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433" h="25050">
                          <a:moveTo>
                            <a:pt x="0" y="0"/>
                          </a:moveTo>
                          <a:cubicBezTo>
                            <a:pt x="12192" y="8477"/>
                            <a:pt x="24670" y="16764"/>
                            <a:pt x="37433" y="25051"/>
                          </a:cubicBezTo>
                          <a:cubicBezTo>
                            <a:pt x="24670" y="16764"/>
                            <a:pt x="12097" y="8477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0" name="AutoShape 50"/>
                    <p:cNvSpPr/>
                    <p:nvPr/>
                  </p:nvSpPr>
                  <p:spPr>
                    <a:xfrm>
                      <a:off x="6443853" y="2719101"/>
                      <a:ext cx="13716" cy="72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716" h="7238">
                          <a:moveTo>
                            <a:pt x="13716" y="7239"/>
                          </a:moveTo>
                          <a:cubicBezTo>
                            <a:pt x="9239" y="4858"/>
                            <a:pt x="4667" y="2381"/>
                            <a:pt x="0" y="0"/>
                          </a:cubicBezTo>
                          <a:cubicBezTo>
                            <a:pt x="4667" y="2381"/>
                            <a:pt x="9239" y="4858"/>
                            <a:pt x="13716" y="723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1" name="AutoShape 51"/>
                    <p:cNvSpPr/>
                    <p:nvPr/>
                  </p:nvSpPr>
                  <p:spPr>
                    <a:xfrm>
                      <a:off x="5823489" y="3071526"/>
                      <a:ext cx="4667" cy="39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67" h="3905">
                          <a:moveTo>
                            <a:pt x="3334" y="2953"/>
                          </a:moveTo>
                          <a:cubicBezTo>
                            <a:pt x="3715" y="3334"/>
                            <a:pt x="4286" y="3619"/>
                            <a:pt x="4667" y="3905"/>
                          </a:cubicBezTo>
                          <a:cubicBezTo>
                            <a:pt x="3048" y="2572"/>
                            <a:pt x="1619" y="1238"/>
                            <a:pt x="0" y="0"/>
                          </a:cubicBezTo>
                          <a:cubicBezTo>
                            <a:pt x="1238" y="952"/>
                            <a:pt x="2191" y="2000"/>
                            <a:pt x="3334" y="2953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2" name="AutoShape 52"/>
                    <p:cNvSpPr/>
                    <p:nvPr/>
                  </p:nvSpPr>
                  <p:spPr>
                    <a:xfrm>
                      <a:off x="5794914" y="3023616"/>
                      <a:ext cx="95" cy="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" h="952">
                          <a:moveTo>
                            <a:pt x="95" y="952"/>
                          </a:moveTo>
                          <a:cubicBezTo>
                            <a:pt x="0" y="667"/>
                            <a:pt x="0" y="381"/>
                            <a:pt x="0" y="0"/>
                          </a:cubicBezTo>
                          <a:cubicBezTo>
                            <a:pt x="95" y="381"/>
                            <a:pt x="95" y="667"/>
                            <a:pt x="95" y="952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3" name="AutoShape 53"/>
                    <p:cNvSpPr/>
                    <p:nvPr/>
                  </p:nvSpPr>
                  <p:spPr>
                    <a:xfrm>
                      <a:off x="5804249" y="3049238"/>
                      <a:ext cx="2666" cy="4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66" h="4286">
                          <a:moveTo>
                            <a:pt x="2667" y="4286"/>
                          </a:moveTo>
                          <a:cubicBezTo>
                            <a:pt x="1715" y="2858"/>
                            <a:pt x="857" y="1429"/>
                            <a:pt x="0" y="0"/>
                          </a:cubicBezTo>
                          <a:cubicBezTo>
                            <a:pt x="857" y="1429"/>
                            <a:pt x="1715" y="2858"/>
                            <a:pt x="2667" y="428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4" name="AutoShape 54"/>
                    <p:cNvSpPr/>
                    <p:nvPr/>
                  </p:nvSpPr>
                  <p:spPr>
                    <a:xfrm>
                      <a:off x="6419754" y="2706338"/>
                      <a:ext cx="15335" cy="80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335" h="8096">
                          <a:moveTo>
                            <a:pt x="15335" y="8096"/>
                          </a:moveTo>
                          <a:cubicBezTo>
                            <a:pt x="10287" y="5429"/>
                            <a:pt x="5143" y="2762"/>
                            <a:pt x="0" y="0"/>
                          </a:cubicBezTo>
                          <a:cubicBezTo>
                            <a:pt x="5239" y="2667"/>
                            <a:pt x="10287" y="5429"/>
                            <a:pt x="15335" y="8096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5" name="AutoShape 55"/>
                    <p:cNvSpPr/>
                    <p:nvPr/>
                  </p:nvSpPr>
                  <p:spPr>
                    <a:xfrm>
                      <a:off x="5837872" y="3082385"/>
                      <a:ext cx="4286" cy="2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86" h="2952">
                          <a:moveTo>
                            <a:pt x="4286" y="2953"/>
                          </a:moveTo>
                          <a:cubicBezTo>
                            <a:pt x="2762" y="2000"/>
                            <a:pt x="1429" y="952"/>
                            <a:pt x="0" y="0"/>
                          </a:cubicBezTo>
                          <a:cubicBezTo>
                            <a:pt x="1429" y="952"/>
                            <a:pt x="2762" y="2000"/>
                            <a:pt x="4286" y="2953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6" name="AutoShape 56"/>
                    <p:cNvSpPr/>
                    <p:nvPr/>
                  </p:nvSpPr>
                  <p:spPr>
                    <a:xfrm>
                      <a:off x="6011608" y="3154299"/>
                      <a:ext cx="16668" cy="6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6668" h="6286">
                          <a:moveTo>
                            <a:pt x="0" y="0"/>
                          </a:moveTo>
                          <a:cubicBezTo>
                            <a:pt x="5429" y="1905"/>
                            <a:pt x="10954" y="3905"/>
                            <a:pt x="16669" y="6286"/>
                          </a:cubicBezTo>
                          <a:cubicBezTo>
                            <a:pt x="12097" y="4381"/>
                            <a:pt x="7715" y="2667"/>
                            <a:pt x="3334" y="1143"/>
                          </a:cubicBezTo>
                          <a:cubicBezTo>
                            <a:pt x="2191" y="667"/>
                            <a:pt x="1143" y="381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7" name="AutoShape 57"/>
                    <p:cNvSpPr/>
                    <p:nvPr/>
                  </p:nvSpPr>
                  <p:spPr>
                    <a:xfrm>
                      <a:off x="5852731" y="3091624"/>
                      <a:ext cx="6381" cy="37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381" h="3714">
                          <a:moveTo>
                            <a:pt x="6382" y="3715"/>
                          </a:moveTo>
                          <a:cubicBezTo>
                            <a:pt x="4096" y="2476"/>
                            <a:pt x="2191" y="1238"/>
                            <a:pt x="0" y="0"/>
                          </a:cubicBezTo>
                          <a:cubicBezTo>
                            <a:pt x="2191" y="1238"/>
                            <a:pt x="4096" y="2572"/>
                            <a:pt x="6382" y="3715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8" name="AutoShape 58"/>
                    <p:cNvSpPr/>
                    <p:nvPr/>
                  </p:nvSpPr>
                  <p:spPr>
                    <a:xfrm>
                      <a:off x="5813202" y="2956369"/>
                      <a:ext cx="3047" cy="26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47" h="2667">
                          <a:moveTo>
                            <a:pt x="3048" y="0"/>
                          </a:moveTo>
                          <a:cubicBezTo>
                            <a:pt x="2000" y="857"/>
                            <a:pt x="953" y="1715"/>
                            <a:pt x="0" y="2667"/>
                          </a:cubicBezTo>
                          <a:cubicBezTo>
                            <a:pt x="476" y="2286"/>
                            <a:pt x="857" y="1810"/>
                            <a:pt x="1333" y="1429"/>
                          </a:cubicBezTo>
                          <a:cubicBezTo>
                            <a:pt x="1810" y="953"/>
                            <a:pt x="2477" y="476"/>
                            <a:pt x="3048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59" name="AutoShape 59"/>
                    <p:cNvSpPr/>
                    <p:nvPr/>
                  </p:nvSpPr>
                  <p:spPr>
                    <a:xfrm>
                      <a:off x="5837967" y="2942653"/>
                      <a:ext cx="4381" cy="16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81" h="1619">
                          <a:moveTo>
                            <a:pt x="0" y="1619"/>
                          </a:moveTo>
                          <a:cubicBezTo>
                            <a:pt x="1429" y="1048"/>
                            <a:pt x="2857" y="476"/>
                            <a:pt x="4381" y="0"/>
                          </a:cubicBezTo>
                          <a:cubicBezTo>
                            <a:pt x="2857" y="476"/>
                            <a:pt x="1429" y="1048"/>
                            <a:pt x="0" y="161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0" name="AutoShape 60"/>
                    <p:cNvSpPr/>
                    <p:nvPr/>
                  </p:nvSpPr>
                  <p:spPr>
                    <a:xfrm>
                      <a:off x="5824632" y="2948368"/>
                      <a:ext cx="4000" cy="21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00" h="2190">
                          <a:moveTo>
                            <a:pt x="0" y="2191"/>
                          </a:moveTo>
                          <a:cubicBezTo>
                            <a:pt x="1238" y="1429"/>
                            <a:pt x="2667" y="762"/>
                            <a:pt x="4000" y="0"/>
                          </a:cubicBezTo>
                          <a:cubicBezTo>
                            <a:pt x="2667" y="762"/>
                            <a:pt x="1333" y="1429"/>
                            <a:pt x="0" y="2191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1" name="AutoShape 61"/>
                    <p:cNvSpPr/>
                    <p:nvPr/>
                  </p:nvSpPr>
                  <p:spPr>
                    <a:xfrm>
                      <a:off x="5798058" y="2977895"/>
                      <a:ext cx="1523" cy="38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23" h="3810">
                          <a:moveTo>
                            <a:pt x="1524" y="0"/>
                          </a:moveTo>
                          <a:cubicBezTo>
                            <a:pt x="952" y="1238"/>
                            <a:pt x="476" y="2572"/>
                            <a:pt x="0" y="3810"/>
                          </a:cubicBezTo>
                          <a:cubicBezTo>
                            <a:pt x="95" y="3619"/>
                            <a:pt x="190" y="3334"/>
                            <a:pt x="286" y="3143"/>
                          </a:cubicBezTo>
                          <a:cubicBezTo>
                            <a:pt x="667" y="2096"/>
                            <a:pt x="1048" y="1048"/>
                            <a:pt x="1524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2" name="AutoShape 62"/>
                    <p:cNvSpPr/>
                    <p:nvPr/>
                  </p:nvSpPr>
                  <p:spPr>
                    <a:xfrm>
                      <a:off x="6008370" y="3772852"/>
                      <a:ext cx="9810" cy="13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810" h="1333">
                          <a:moveTo>
                            <a:pt x="0" y="1333"/>
                          </a:moveTo>
                          <a:cubicBezTo>
                            <a:pt x="3334" y="952"/>
                            <a:pt x="6667" y="476"/>
                            <a:pt x="9811" y="0"/>
                          </a:cubicBezTo>
                          <a:cubicBezTo>
                            <a:pt x="8858" y="190"/>
                            <a:pt x="8001" y="286"/>
                            <a:pt x="7048" y="476"/>
                          </a:cubicBezTo>
                          <a:cubicBezTo>
                            <a:pt x="4763" y="762"/>
                            <a:pt x="2381" y="1048"/>
                            <a:pt x="0" y="1333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3" name="AutoShape 63"/>
                    <p:cNvSpPr/>
                    <p:nvPr/>
                  </p:nvSpPr>
                  <p:spPr>
                    <a:xfrm>
                      <a:off x="6466141" y="2730912"/>
                      <a:ext cx="19050" cy="102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050" h="10287">
                          <a:moveTo>
                            <a:pt x="0" y="0"/>
                          </a:moveTo>
                          <a:cubicBezTo>
                            <a:pt x="6477" y="3429"/>
                            <a:pt x="12859" y="6858"/>
                            <a:pt x="19050" y="10287"/>
                          </a:cubicBezTo>
                          <a:cubicBezTo>
                            <a:pt x="14288" y="7715"/>
                            <a:pt x="9525" y="5144"/>
                            <a:pt x="4667" y="2572"/>
                          </a:cubicBezTo>
                          <a:cubicBezTo>
                            <a:pt x="3238" y="1715"/>
                            <a:pt x="1619" y="857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4" name="AutoShape 64"/>
                    <p:cNvSpPr/>
                    <p:nvPr/>
                  </p:nvSpPr>
                  <p:spPr>
                    <a:xfrm>
                      <a:off x="6060947" y="2568035"/>
                      <a:ext cx="13811" cy="295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811" h="2952">
                          <a:moveTo>
                            <a:pt x="0" y="0"/>
                          </a:moveTo>
                          <a:cubicBezTo>
                            <a:pt x="4572" y="952"/>
                            <a:pt x="9239" y="2000"/>
                            <a:pt x="13811" y="2953"/>
                          </a:cubicBezTo>
                          <a:cubicBezTo>
                            <a:pt x="11144" y="2381"/>
                            <a:pt x="8477" y="1619"/>
                            <a:pt x="5810" y="1048"/>
                          </a:cubicBezTo>
                          <a:cubicBezTo>
                            <a:pt x="3905" y="762"/>
                            <a:pt x="1905" y="47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5" name="AutoShape 65"/>
                    <p:cNvSpPr/>
                    <p:nvPr/>
                  </p:nvSpPr>
                  <p:spPr>
                    <a:xfrm>
                      <a:off x="6125432" y="2583846"/>
                      <a:ext cx="24003" cy="69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003" h="6952">
                          <a:moveTo>
                            <a:pt x="0" y="0"/>
                          </a:moveTo>
                          <a:cubicBezTo>
                            <a:pt x="8001" y="2286"/>
                            <a:pt x="16097" y="4477"/>
                            <a:pt x="24003" y="6953"/>
                          </a:cubicBezTo>
                          <a:cubicBezTo>
                            <a:pt x="18955" y="5429"/>
                            <a:pt x="13907" y="3905"/>
                            <a:pt x="8858" y="2381"/>
                          </a:cubicBezTo>
                          <a:cubicBezTo>
                            <a:pt x="5906" y="1524"/>
                            <a:pt x="2953" y="857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6" name="AutoShape 66"/>
                    <p:cNvSpPr/>
                    <p:nvPr/>
                  </p:nvSpPr>
                  <p:spPr>
                    <a:xfrm>
                      <a:off x="6020562" y="3771042"/>
                      <a:ext cx="7048" cy="13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048" h="1333">
                          <a:moveTo>
                            <a:pt x="2667" y="857"/>
                          </a:moveTo>
                          <a:cubicBezTo>
                            <a:pt x="1810" y="1048"/>
                            <a:pt x="952" y="1238"/>
                            <a:pt x="0" y="1333"/>
                          </a:cubicBezTo>
                          <a:cubicBezTo>
                            <a:pt x="2381" y="952"/>
                            <a:pt x="4763" y="476"/>
                            <a:pt x="7048" y="0"/>
                          </a:cubicBezTo>
                          <a:cubicBezTo>
                            <a:pt x="6667" y="95"/>
                            <a:pt x="6382" y="190"/>
                            <a:pt x="6001" y="190"/>
                          </a:cubicBezTo>
                          <a:cubicBezTo>
                            <a:pt x="4953" y="476"/>
                            <a:pt x="3810" y="667"/>
                            <a:pt x="2667" y="857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7" name="AutoShape 67"/>
                    <p:cNvSpPr/>
                    <p:nvPr/>
                  </p:nvSpPr>
                  <p:spPr>
                    <a:xfrm>
                      <a:off x="5798343" y="3036189"/>
                      <a:ext cx="2000" cy="52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00" h="5238">
                          <a:moveTo>
                            <a:pt x="2000" y="5239"/>
                          </a:moveTo>
                          <a:cubicBezTo>
                            <a:pt x="1238" y="3524"/>
                            <a:pt x="571" y="1810"/>
                            <a:pt x="0" y="0"/>
                          </a:cubicBezTo>
                          <a:cubicBezTo>
                            <a:pt x="571" y="1810"/>
                            <a:pt x="1238" y="3619"/>
                            <a:pt x="2000" y="523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8" name="AutoShape 68"/>
                    <p:cNvSpPr/>
                    <p:nvPr/>
                  </p:nvSpPr>
                  <p:spPr>
                    <a:xfrm>
                      <a:off x="6031325" y="3768756"/>
                      <a:ext cx="5619" cy="15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9" h="1524">
                          <a:moveTo>
                            <a:pt x="5620" y="0"/>
                          </a:moveTo>
                          <a:cubicBezTo>
                            <a:pt x="3810" y="571"/>
                            <a:pt x="1905" y="1048"/>
                            <a:pt x="0" y="1524"/>
                          </a:cubicBezTo>
                          <a:cubicBezTo>
                            <a:pt x="1810" y="953"/>
                            <a:pt x="3715" y="476"/>
                            <a:pt x="562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69" name="AutoShape 69"/>
                    <p:cNvSpPr/>
                    <p:nvPr/>
                  </p:nvSpPr>
                  <p:spPr>
                    <a:xfrm>
                      <a:off x="6072568" y="3176587"/>
                      <a:ext cx="46767" cy="175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767" h="17525">
                          <a:moveTo>
                            <a:pt x="0" y="0"/>
                          </a:moveTo>
                          <a:cubicBezTo>
                            <a:pt x="16002" y="5715"/>
                            <a:pt x="31528" y="11621"/>
                            <a:pt x="46768" y="17526"/>
                          </a:cubicBezTo>
                          <a:cubicBezTo>
                            <a:pt x="34671" y="12859"/>
                            <a:pt x="22479" y="8192"/>
                            <a:pt x="10001" y="3619"/>
                          </a:cubicBezTo>
                          <a:cubicBezTo>
                            <a:pt x="6667" y="2381"/>
                            <a:pt x="3334" y="1238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0" name="AutoShape 70"/>
                    <p:cNvSpPr/>
                    <p:nvPr/>
                  </p:nvSpPr>
                  <p:spPr>
                    <a:xfrm>
                      <a:off x="6174581" y="3216878"/>
                      <a:ext cx="33147" cy="14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147" h="14858">
                          <a:moveTo>
                            <a:pt x="0" y="0"/>
                          </a:moveTo>
                          <a:cubicBezTo>
                            <a:pt x="11335" y="4858"/>
                            <a:pt x="22288" y="9906"/>
                            <a:pt x="33147" y="14859"/>
                          </a:cubicBezTo>
                          <a:cubicBezTo>
                            <a:pt x="27432" y="12192"/>
                            <a:pt x="21812" y="9525"/>
                            <a:pt x="16002" y="6953"/>
                          </a:cubicBezTo>
                          <a:cubicBezTo>
                            <a:pt x="10763" y="4572"/>
                            <a:pt x="5429" y="228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1" name="AutoShape 71"/>
                    <p:cNvSpPr/>
                    <p:nvPr/>
                  </p:nvSpPr>
                  <p:spPr>
                    <a:xfrm>
                      <a:off x="6126860" y="3197161"/>
                      <a:ext cx="42005" cy="1724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2005" h="17240">
                          <a:moveTo>
                            <a:pt x="42005" y="17240"/>
                          </a:moveTo>
                          <a:cubicBezTo>
                            <a:pt x="28385" y="11430"/>
                            <a:pt x="14288" y="5715"/>
                            <a:pt x="0" y="0"/>
                          </a:cubicBezTo>
                          <a:cubicBezTo>
                            <a:pt x="14383" y="5620"/>
                            <a:pt x="28385" y="11335"/>
                            <a:pt x="42005" y="1724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2" name="AutoShape 72"/>
                    <p:cNvSpPr/>
                    <p:nvPr/>
                  </p:nvSpPr>
                  <p:spPr>
                    <a:xfrm>
                      <a:off x="5991606" y="3774281"/>
                      <a:ext cx="15716" cy="12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716" h="1238">
                          <a:moveTo>
                            <a:pt x="15716" y="0"/>
                          </a:moveTo>
                          <a:cubicBezTo>
                            <a:pt x="14478" y="95"/>
                            <a:pt x="13335" y="286"/>
                            <a:pt x="12097" y="381"/>
                          </a:cubicBezTo>
                          <a:cubicBezTo>
                            <a:pt x="11621" y="381"/>
                            <a:pt x="11144" y="476"/>
                            <a:pt x="10668" y="476"/>
                          </a:cubicBezTo>
                          <a:cubicBezTo>
                            <a:pt x="7144" y="762"/>
                            <a:pt x="3715" y="1048"/>
                            <a:pt x="0" y="1238"/>
                          </a:cubicBezTo>
                          <a:cubicBezTo>
                            <a:pt x="5525" y="1048"/>
                            <a:pt x="10763" y="571"/>
                            <a:pt x="15716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3" name="AutoShape 73"/>
                    <p:cNvSpPr/>
                    <p:nvPr/>
                  </p:nvSpPr>
                  <p:spPr>
                    <a:xfrm>
                      <a:off x="5802915" y="3745706"/>
                      <a:ext cx="5905" cy="18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05" h="1809">
                          <a:moveTo>
                            <a:pt x="3905" y="1238"/>
                          </a:moveTo>
                          <a:cubicBezTo>
                            <a:pt x="4572" y="1429"/>
                            <a:pt x="5239" y="1619"/>
                            <a:pt x="5905" y="1810"/>
                          </a:cubicBezTo>
                          <a:cubicBezTo>
                            <a:pt x="3905" y="1238"/>
                            <a:pt x="2000" y="571"/>
                            <a:pt x="0" y="0"/>
                          </a:cubicBezTo>
                          <a:cubicBezTo>
                            <a:pt x="1238" y="381"/>
                            <a:pt x="2572" y="857"/>
                            <a:pt x="3905" y="1238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4" name="AutoShape 74"/>
                    <p:cNvSpPr/>
                    <p:nvPr/>
                  </p:nvSpPr>
                  <p:spPr>
                    <a:xfrm>
                      <a:off x="5739288" y="2566606"/>
                      <a:ext cx="7715" cy="2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715" h="2000">
                          <a:moveTo>
                            <a:pt x="0" y="2000"/>
                          </a:moveTo>
                          <a:cubicBezTo>
                            <a:pt x="2572" y="1333"/>
                            <a:pt x="5143" y="572"/>
                            <a:pt x="7715" y="0"/>
                          </a:cubicBezTo>
                          <a:cubicBezTo>
                            <a:pt x="6953" y="191"/>
                            <a:pt x="6096" y="381"/>
                            <a:pt x="5334" y="572"/>
                          </a:cubicBezTo>
                          <a:cubicBezTo>
                            <a:pt x="3524" y="953"/>
                            <a:pt x="1810" y="1524"/>
                            <a:pt x="0" y="200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5" name="AutoShape 75"/>
                    <p:cNvSpPr/>
                    <p:nvPr/>
                  </p:nvSpPr>
                  <p:spPr>
                    <a:xfrm>
                      <a:off x="6214205" y="2612612"/>
                      <a:ext cx="1142" cy="4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42" h="476">
                          <a:moveTo>
                            <a:pt x="0" y="0"/>
                          </a:moveTo>
                          <a:cubicBezTo>
                            <a:pt x="381" y="191"/>
                            <a:pt x="762" y="286"/>
                            <a:pt x="1143" y="476"/>
                          </a:cubicBezTo>
                          <a:cubicBezTo>
                            <a:pt x="857" y="381"/>
                            <a:pt x="571" y="286"/>
                            <a:pt x="286" y="95"/>
                          </a:cubicBezTo>
                          <a:cubicBezTo>
                            <a:pt x="190" y="95"/>
                            <a:pt x="95" y="0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6" name="AutoShape 76"/>
                    <p:cNvSpPr/>
                    <p:nvPr/>
                  </p:nvSpPr>
                  <p:spPr>
                    <a:xfrm>
                      <a:off x="6444424" y="3404616"/>
                      <a:ext cx="2666" cy="37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666" h="3714">
                          <a:moveTo>
                            <a:pt x="0" y="0"/>
                          </a:moveTo>
                          <a:cubicBezTo>
                            <a:pt x="952" y="1238"/>
                            <a:pt x="1810" y="2476"/>
                            <a:pt x="2667" y="3715"/>
                          </a:cubicBezTo>
                          <a:cubicBezTo>
                            <a:pt x="2096" y="2858"/>
                            <a:pt x="1524" y="2000"/>
                            <a:pt x="952" y="1143"/>
                          </a:cubicBezTo>
                          <a:cubicBezTo>
                            <a:pt x="667" y="762"/>
                            <a:pt x="286" y="47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7" name="AutoShape 77"/>
                    <p:cNvSpPr/>
                    <p:nvPr/>
                  </p:nvSpPr>
                  <p:spPr>
                    <a:xfrm>
                      <a:off x="6398133" y="3352990"/>
                      <a:ext cx="4191" cy="38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91" h="3808">
                          <a:moveTo>
                            <a:pt x="0" y="0"/>
                          </a:moveTo>
                          <a:cubicBezTo>
                            <a:pt x="1333" y="1238"/>
                            <a:pt x="2762" y="2476"/>
                            <a:pt x="4191" y="3810"/>
                          </a:cubicBezTo>
                          <a:cubicBezTo>
                            <a:pt x="3715" y="3334"/>
                            <a:pt x="3143" y="2858"/>
                            <a:pt x="2667" y="2381"/>
                          </a:cubicBezTo>
                          <a:cubicBezTo>
                            <a:pt x="1810" y="1524"/>
                            <a:pt x="857" y="762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8" name="AutoShape 78"/>
                    <p:cNvSpPr/>
                    <p:nvPr/>
                  </p:nvSpPr>
                  <p:spPr>
                    <a:xfrm>
                      <a:off x="5775674" y="2558510"/>
                      <a:ext cx="10096" cy="18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6" h="1809">
                          <a:moveTo>
                            <a:pt x="2667" y="1238"/>
                          </a:moveTo>
                          <a:cubicBezTo>
                            <a:pt x="1810" y="1429"/>
                            <a:pt x="857" y="1619"/>
                            <a:pt x="0" y="1810"/>
                          </a:cubicBezTo>
                          <a:cubicBezTo>
                            <a:pt x="3334" y="1143"/>
                            <a:pt x="6763" y="667"/>
                            <a:pt x="10096" y="0"/>
                          </a:cubicBezTo>
                          <a:cubicBezTo>
                            <a:pt x="8001" y="381"/>
                            <a:pt x="5905" y="667"/>
                            <a:pt x="3810" y="1048"/>
                          </a:cubicBezTo>
                          <a:cubicBezTo>
                            <a:pt x="3429" y="1143"/>
                            <a:pt x="3048" y="1238"/>
                            <a:pt x="2667" y="1238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79" name="AutoShape 79"/>
                    <p:cNvSpPr/>
                    <p:nvPr/>
                  </p:nvSpPr>
                  <p:spPr>
                    <a:xfrm>
                      <a:off x="6479095" y="3461004"/>
                      <a:ext cx="2952" cy="59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52" h="5905">
                          <a:moveTo>
                            <a:pt x="0" y="0"/>
                          </a:moveTo>
                          <a:cubicBezTo>
                            <a:pt x="953" y="2000"/>
                            <a:pt x="2000" y="4000"/>
                            <a:pt x="2953" y="5905"/>
                          </a:cubicBezTo>
                          <a:cubicBezTo>
                            <a:pt x="2476" y="4858"/>
                            <a:pt x="2000" y="3715"/>
                            <a:pt x="1524" y="2667"/>
                          </a:cubicBezTo>
                          <a:cubicBezTo>
                            <a:pt x="1048" y="1810"/>
                            <a:pt x="476" y="953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0" name="AutoShape 80"/>
                    <p:cNvSpPr/>
                    <p:nvPr/>
                  </p:nvSpPr>
                  <p:spPr>
                    <a:xfrm>
                      <a:off x="5794724" y="2990468"/>
                      <a:ext cx="857" cy="390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7" h="3905">
                          <a:moveTo>
                            <a:pt x="857" y="0"/>
                          </a:moveTo>
                          <a:cubicBezTo>
                            <a:pt x="571" y="1333"/>
                            <a:pt x="190" y="2572"/>
                            <a:pt x="0" y="3905"/>
                          </a:cubicBezTo>
                          <a:cubicBezTo>
                            <a:pt x="0" y="3715"/>
                            <a:pt x="95" y="3524"/>
                            <a:pt x="95" y="3334"/>
                          </a:cubicBezTo>
                          <a:cubicBezTo>
                            <a:pt x="286" y="2191"/>
                            <a:pt x="571" y="1143"/>
                            <a:pt x="857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1" name="AutoShape 81"/>
                    <p:cNvSpPr/>
                    <p:nvPr/>
                  </p:nvSpPr>
                  <p:spPr>
                    <a:xfrm>
                      <a:off x="5841301" y="3756183"/>
                      <a:ext cx="6953" cy="16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952" h="1619">
                          <a:moveTo>
                            <a:pt x="6953" y="1619"/>
                          </a:moveTo>
                          <a:cubicBezTo>
                            <a:pt x="4667" y="1048"/>
                            <a:pt x="2286" y="571"/>
                            <a:pt x="0" y="0"/>
                          </a:cubicBezTo>
                          <a:cubicBezTo>
                            <a:pt x="2286" y="571"/>
                            <a:pt x="4572" y="1143"/>
                            <a:pt x="6953" y="1619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2" name="AutoShape 82"/>
                    <p:cNvSpPr/>
                    <p:nvPr/>
                  </p:nvSpPr>
                  <p:spPr>
                    <a:xfrm>
                      <a:off x="6310312" y="3285934"/>
                      <a:ext cx="6572" cy="4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" h="4095">
                          <a:moveTo>
                            <a:pt x="0" y="0"/>
                          </a:moveTo>
                          <a:cubicBezTo>
                            <a:pt x="2191" y="1333"/>
                            <a:pt x="4382" y="2667"/>
                            <a:pt x="6572" y="4096"/>
                          </a:cubicBezTo>
                          <a:cubicBezTo>
                            <a:pt x="6096" y="3810"/>
                            <a:pt x="5620" y="3429"/>
                            <a:pt x="5143" y="3143"/>
                          </a:cubicBezTo>
                          <a:cubicBezTo>
                            <a:pt x="3429" y="2095"/>
                            <a:pt x="1619" y="1048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3" name="AutoShape 83"/>
                    <p:cNvSpPr/>
                    <p:nvPr/>
                  </p:nvSpPr>
                  <p:spPr>
                    <a:xfrm>
                      <a:off x="6259449" y="3256883"/>
                      <a:ext cx="14001" cy="75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001" h="7524">
                          <a:moveTo>
                            <a:pt x="0" y="0"/>
                          </a:moveTo>
                          <a:cubicBezTo>
                            <a:pt x="4763" y="2477"/>
                            <a:pt x="9334" y="5048"/>
                            <a:pt x="14002" y="7525"/>
                          </a:cubicBezTo>
                          <a:cubicBezTo>
                            <a:pt x="12478" y="6667"/>
                            <a:pt x="11049" y="5810"/>
                            <a:pt x="9430" y="4953"/>
                          </a:cubicBezTo>
                          <a:cubicBezTo>
                            <a:pt x="6382" y="3334"/>
                            <a:pt x="3238" y="1619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4" name="AutoShape 84"/>
                    <p:cNvSpPr/>
                    <p:nvPr/>
                  </p:nvSpPr>
                  <p:spPr>
                    <a:xfrm>
                      <a:off x="6356604" y="3317938"/>
                      <a:ext cx="5619" cy="438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9" h="4381">
                          <a:moveTo>
                            <a:pt x="0" y="0"/>
                          </a:moveTo>
                          <a:cubicBezTo>
                            <a:pt x="1905" y="1429"/>
                            <a:pt x="3715" y="2953"/>
                            <a:pt x="5620" y="4382"/>
                          </a:cubicBezTo>
                          <a:cubicBezTo>
                            <a:pt x="4382" y="3429"/>
                            <a:pt x="3143" y="2381"/>
                            <a:pt x="1905" y="1334"/>
                          </a:cubicBezTo>
                          <a:cubicBezTo>
                            <a:pt x="1333" y="857"/>
                            <a:pt x="667" y="476"/>
                            <a:pt x="0" y="0"/>
                          </a:cubicBezTo>
                          <a:close/>
                        </a:path>
                      </a:pathLst>
                    </a:custGeom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5" name="AutoShape 85"/>
                    <p:cNvSpPr/>
                    <p:nvPr/>
                  </p:nvSpPr>
                  <p:spPr>
                    <a:xfrm>
                      <a:off x="5482685" y="3509009"/>
                      <a:ext cx="399287" cy="2556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99287" h="255651">
                          <a:moveTo>
                            <a:pt x="399288" y="244031"/>
                          </a:moveTo>
                          <a:lnTo>
                            <a:pt x="399193" y="217646"/>
                          </a:lnTo>
                          <a:lnTo>
                            <a:pt x="399002" y="187833"/>
                          </a:lnTo>
                          <a:lnTo>
                            <a:pt x="398717" y="139732"/>
                          </a:lnTo>
                          <a:lnTo>
                            <a:pt x="398336" y="78200"/>
                          </a:lnTo>
                          <a:lnTo>
                            <a:pt x="398240" y="59722"/>
                          </a:lnTo>
                          <a:cubicBezTo>
                            <a:pt x="363569" y="48958"/>
                            <a:pt x="328898" y="36862"/>
                            <a:pt x="294132" y="23336"/>
                          </a:cubicBezTo>
                          <a:cubicBezTo>
                            <a:pt x="285179" y="19812"/>
                            <a:pt x="276225" y="16288"/>
                            <a:pt x="267271" y="12573"/>
                          </a:cubicBezTo>
                          <a:cubicBezTo>
                            <a:pt x="256794" y="8477"/>
                            <a:pt x="246698" y="4286"/>
                            <a:pt x="236601" y="0"/>
                          </a:cubicBezTo>
                          <a:lnTo>
                            <a:pt x="0" y="74295"/>
                          </a:lnTo>
                          <a:cubicBezTo>
                            <a:pt x="12192" y="82772"/>
                            <a:pt x="24670" y="91059"/>
                            <a:pt x="37433" y="99346"/>
                          </a:cubicBezTo>
                          <a:cubicBezTo>
                            <a:pt x="39052" y="100394"/>
                            <a:pt x="40576" y="101346"/>
                            <a:pt x="42196" y="102394"/>
                          </a:cubicBezTo>
                          <a:cubicBezTo>
                            <a:pt x="44291" y="103727"/>
                            <a:pt x="46482" y="105156"/>
                            <a:pt x="48577" y="106490"/>
                          </a:cubicBezTo>
                          <a:cubicBezTo>
                            <a:pt x="56959" y="111824"/>
                            <a:pt x="65532" y="117062"/>
                            <a:pt x="74104" y="122206"/>
                          </a:cubicBezTo>
                          <a:cubicBezTo>
                            <a:pt x="77819" y="124397"/>
                            <a:pt x="81439" y="126683"/>
                            <a:pt x="85249" y="128873"/>
                          </a:cubicBezTo>
                          <a:cubicBezTo>
                            <a:pt x="97536" y="136112"/>
                            <a:pt x="109919" y="143161"/>
                            <a:pt x="122682" y="150114"/>
                          </a:cubicBezTo>
                          <a:cubicBezTo>
                            <a:pt x="128111" y="153162"/>
                            <a:pt x="134017" y="156210"/>
                            <a:pt x="139637" y="159258"/>
                          </a:cubicBezTo>
                          <a:cubicBezTo>
                            <a:pt x="142494" y="160782"/>
                            <a:pt x="145256" y="162306"/>
                            <a:pt x="148209" y="163925"/>
                          </a:cubicBezTo>
                          <a:cubicBezTo>
                            <a:pt x="149923" y="164783"/>
                            <a:pt x="151638" y="165735"/>
                            <a:pt x="153352" y="166592"/>
                          </a:cubicBezTo>
                          <a:cubicBezTo>
                            <a:pt x="162020" y="171069"/>
                            <a:pt x="170879" y="175546"/>
                            <a:pt x="180118" y="179927"/>
                          </a:cubicBezTo>
                          <a:cubicBezTo>
                            <a:pt x="181832" y="180785"/>
                            <a:pt x="183642" y="181642"/>
                            <a:pt x="185356" y="182404"/>
                          </a:cubicBezTo>
                          <a:cubicBezTo>
                            <a:pt x="194500" y="186785"/>
                            <a:pt x="203835" y="191072"/>
                            <a:pt x="213455" y="195453"/>
                          </a:cubicBezTo>
                          <a:cubicBezTo>
                            <a:pt x="214217" y="195739"/>
                            <a:pt x="214884" y="196120"/>
                            <a:pt x="215551" y="196406"/>
                          </a:cubicBezTo>
                          <a:cubicBezTo>
                            <a:pt x="215836" y="196501"/>
                            <a:pt x="216122" y="196596"/>
                            <a:pt x="216408" y="196787"/>
                          </a:cubicBezTo>
                          <a:cubicBezTo>
                            <a:pt x="227362" y="201644"/>
                            <a:pt x="238696" y="206597"/>
                            <a:pt x="250317" y="211455"/>
                          </a:cubicBezTo>
                          <a:cubicBezTo>
                            <a:pt x="261080" y="216027"/>
                            <a:pt x="271939" y="220123"/>
                            <a:pt x="282892" y="224123"/>
                          </a:cubicBezTo>
                          <a:cubicBezTo>
                            <a:pt x="283750" y="224409"/>
                            <a:pt x="284607" y="224790"/>
                            <a:pt x="285464" y="225076"/>
                          </a:cubicBezTo>
                          <a:cubicBezTo>
                            <a:pt x="287179" y="225743"/>
                            <a:pt x="288893" y="226219"/>
                            <a:pt x="290608" y="226886"/>
                          </a:cubicBezTo>
                          <a:cubicBezTo>
                            <a:pt x="300419" y="230315"/>
                            <a:pt x="310229" y="233553"/>
                            <a:pt x="320040" y="236506"/>
                          </a:cubicBezTo>
                          <a:cubicBezTo>
                            <a:pt x="322040" y="237077"/>
                            <a:pt x="323945" y="237744"/>
                            <a:pt x="325946" y="238316"/>
                          </a:cubicBezTo>
                          <a:cubicBezTo>
                            <a:pt x="327184" y="238697"/>
                            <a:pt x="328422" y="238982"/>
                            <a:pt x="329565" y="239268"/>
                          </a:cubicBezTo>
                          <a:cubicBezTo>
                            <a:pt x="339185" y="242030"/>
                            <a:pt x="348710" y="244697"/>
                            <a:pt x="358426" y="246983"/>
                          </a:cubicBezTo>
                          <a:cubicBezTo>
                            <a:pt x="360712" y="247555"/>
                            <a:pt x="363093" y="248126"/>
                            <a:pt x="365379" y="248603"/>
                          </a:cubicBezTo>
                          <a:cubicBezTo>
                            <a:pt x="369094" y="249460"/>
                            <a:pt x="372713" y="250127"/>
                            <a:pt x="376428" y="250889"/>
                          </a:cubicBezTo>
                          <a:cubicBezTo>
                            <a:pt x="383953" y="252508"/>
                            <a:pt x="391573" y="254318"/>
                            <a:pt x="399193" y="255651"/>
                          </a:cubicBezTo>
                          <a:lnTo>
                            <a:pt x="399288" y="24403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2F6FFD">
                            <a:alpha val="100000"/>
                          </a:srgbClr>
                        </a:gs>
                        <a:gs pos="97140">
                          <a:srgbClr val="2F6FFD">
                            <a:alpha val="100000"/>
                            <a:lumMod val="50000"/>
                          </a:srgbClr>
                        </a:gs>
                      </a:gsLst>
                      <a:lin ang="27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6" name="AutoShape 86"/>
                    <p:cNvSpPr/>
                    <p:nvPr/>
                  </p:nvSpPr>
                  <p:spPr>
                    <a:xfrm>
                      <a:off x="6297549" y="4095559"/>
                      <a:ext cx="11049" cy="6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049" h="6095">
                          <a:moveTo>
                            <a:pt x="11049" y="0"/>
                          </a:moveTo>
                          <a:cubicBezTo>
                            <a:pt x="7429" y="2096"/>
                            <a:pt x="3715" y="4096"/>
                            <a:pt x="0" y="6096"/>
                          </a:cubicBezTo>
                          <a:cubicBezTo>
                            <a:pt x="3715" y="4191"/>
                            <a:pt x="7334" y="2096"/>
                            <a:pt x="11049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7" name="AutoShape 87"/>
                    <p:cNvSpPr/>
                    <p:nvPr/>
                  </p:nvSpPr>
                  <p:spPr>
                    <a:xfrm>
                      <a:off x="6316884" y="4084034"/>
                      <a:ext cx="11239" cy="69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239" h="6952">
                          <a:moveTo>
                            <a:pt x="11239" y="0"/>
                          </a:moveTo>
                          <a:cubicBezTo>
                            <a:pt x="7525" y="2381"/>
                            <a:pt x="3810" y="4667"/>
                            <a:pt x="0" y="6953"/>
                          </a:cubicBezTo>
                          <a:cubicBezTo>
                            <a:pt x="3810" y="4667"/>
                            <a:pt x="7525" y="2286"/>
                            <a:pt x="11239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8" name="AutoShape 88"/>
                    <p:cNvSpPr/>
                    <p:nvPr/>
                  </p:nvSpPr>
                  <p:spPr>
                    <a:xfrm>
                      <a:off x="6257067" y="4115657"/>
                      <a:ext cx="11334" cy="48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334" h="4857">
                          <a:moveTo>
                            <a:pt x="11335" y="0"/>
                          </a:moveTo>
                          <a:cubicBezTo>
                            <a:pt x="7620" y="1619"/>
                            <a:pt x="3810" y="3334"/>
                            <a:pt x="0" y="4858"/>
                          </a:cubicBezTo>
                          <a:cubicBezTo>
                            <a:pt x="3810" y="3238"/>
                            <a:pt x="7525" y="1619"/>
                            <a:pt x="11335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89" name="AutoShape 89"/>
                    <p:cNvSpPr/>
                    <p:nvPr/>
                  </p:nvSpPr>
                  <p:spPr>
                    <a:xfrm>
                      <a:off x="6235922" y="4124229"/>
                      <a:ext cx="11525" cy="4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25" h="4286">
                          <a:moveTo>
                            <a:pt x="11525" y="0"/>
                          </a:moveTo>
                          <a:cubicBezTo>
                            <a:pt x="7715" y="1429"/>
                            <a:pt x="3905" y="2953"/>
                            <a:pt x="0" y="4286"/>
                          </a:cubicBezTo>
                          <a:cubicBezTo>
                            <a:pt x="3905" y="2953"/>
                            <a:pt x="7715" y="1429"/>
                            <a:pt x="11525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0" name="AutoShape 90"/>
                    <p:cNvSpPr/>
                    <p:nvPr/>
                  </p:nvSpPr>
                  <p:spPr>
                    <a:xfrm>
                      <a:off x="6277641" y="4106132"/>
                      <a:ext cx="11144" cy="542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144" h="5429">
                          <a:moveTo>
                            <a:pt x="11144" y="0"/>
                          </a:moveTo>
                          <a:cubicBezTo>
                            <a:pt x="7429" y="1810"/>
                            <a:pt x="3810" y="3715"/>
                            <a:pt x="0" y="5429"/>
                          </a:cubicBezTo>
                          <a:cubicBezTo>
                            <a:pt x="3715" y="3620"/>
                            <a:pt x="7429" y="1810"/>
                            <a:pt x="11144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1" name="AutoShape 91"/>
                    <p:cNvSpPr/>
                    <p:nvPr/>
                  </p:nvSpPr>
                  <p:spPr>
                    <a:xfrm>
                      <a:off x="6353746" y="4060507"/>
                      <a:ext cx="8286" cy="6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286" h="6286">
                          <a:moveTo>
                            <a:pt x="0" y="6287"/>
                          </a:moveTo>
                          <a:cubicBezTo>
                            <a:pt x="2762" y="4286"/>
                            <a:pt x="5525" y="2096"/>
                            <a:pt x="8287" y="0"/>
                          </a:cubicBezTo>
                          <a:lnTo>
                            <a:pt x="8287" y="0"/>
                          </a:lnTo>
                          <a:cubicBezTo>
                            <a:pt x="5429" y="2096"/>
                            <a:pt x="2762" y="4286"/>
                            <a:pt x="0" y="6287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2" name="AutoShape 92"/>
                    <p:cNvSpPr/>
                    <p:nvPr/>
                  </p:nvSpPr>
                  <p:spPr>
                    <a:xfrm>
                      <a:off x="6335553" y="4070984"/>
                      <a:ext cx="12096" cy="828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096" h="8286">
                          <a:moveTo>
                            <a:pt x="12097" y="0"/>
                          </a:moveTo>
                          <a:cubicBezTo>
                            <a:pt x="8096" y="2762"/>
                            <a:pt x="4096" y="5620"/>
                            <a:pt x="0" y="8287"/>
                          </a:cubicBezTo>
                          <a:cubicBezTo>
                            <a:pt x="4096" y="5715"/>
                            <a:pt x="8096" y="2858"/>
                            <a:pt x="12097" y="0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3" name="AutoShape 93"/>
                    <p:cNvSpPr/>
                    <p:nvPr/>
                  </p:nvSpPr>
                  <p:spPr>
                    <a:xfrm>
                      <a:off x="6023229" y="4079938"/>
                      <a:ext cx="370522" cy="35680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0522" h="356806">
                          <a:moveTo>
                            <a:pt x="202787" y="52007"/>
                          </a:moveTo>
                          <a:cubicBezTo>
                            <a:pt x="197644" y="53721"/>
                            <a:pt x="192596" y="55436"/>
                            <a:pt x="187357" y="56960"/>
                          </a:cubicBezTo>
                          <a:cubicBezTo>
                            <a:pt x="126968" y="74867"/>
                            <a:pt x="64484" y="84868"/>
                            <a:pt x="0" y="86963"/>
                          </a:cubicBezTo>
                          <a:lnTo>
                            <a:pt x="1429" y="356807"/>
                          </a:lnTo>
                          <a:lnTo>
                            <a:pt x="370522" y="240983"/>
                          </a:lnTo>
                          <a:lnTo>
                            <a:pt x="369189" y="0"/>
                          </a:lnTo>
                          <a:lnTo>
                            <a:pt x="194786" y="54769"/>
                          </a:lnTo>
                          <a:cubicBezTo>
                            <a:pt x="197548" y="53816"/>
                            <a:pt x="200120" y="52864"/>
                            <a:pt x="202787" y="5200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4" name="AutoShape 94"/>
                    <p:cNvSpPr/>
                    <p:nvPr/>
                  </p:nvSpPr>
                  <p:spPr>
                    <a:xfrm>
                      <a:off x="5990748" y="3610546"/>
                      <a:ext cx="93155" cy="1650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155" h="165068">
                          <a:moveTo>
                            <a:pt x="93155" y="99250"/>
                          </a:moveTo>
                          <a:cubicBezTo>
                            <a:pt x="93059" y="78486"/>
                            <a:pt x="84487" y="59912"/>
                            <a:pt x="67628" y="43720"/>
                          </a:cubicBezTo>
                          <a:cubicBezTo>
                            <a:pt x="50673" y="27432"/>
                            <a:pt x="28099" y="12954"/>
                            <a:pt x="0" y="0"/>
                          </a:cubicBezTo>
                          <a:lnTo>
                            <a:pt x="857" y="165068"/>
                          </a:lnTo>
                          <a:lnTo>
                            <a:pt x="76295" y="141446"/>
                          </a:lnTo>
                          <a:cubicBezTo>
                            <a:pt x="87440" y="130492"/>
                            <a:pt x="93250" y="116491"/>
                            <a:pt x="93155" y="99250"/>
                          </a:cubicBezTo>
                          <a:close/>
                        </a:path>
                      </a:pathLst>
                    </a:custGeom>
                    <a:solidFill>
                      <a:srgbClr val="2F6FFD">
                        <a:alpha val="100000"/>
                        <a:lumMod val="5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5" name="AutoShape 95"/>
                    <p:cNvSpPr/>
                    <p:nvPr/>
                  </p:nvSpPr>
                  <p:spPr>
                    <a:xfrm>
                      <a:off x="5991510" y="3751992"/>
                      <a:ext cx="75437" cy="2362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5437" h="23621">
                          <a:moveTo>
                            <a:pt x="71819" y="3715"/>
                          </a:moveTo>
                          <a:cubicBezTo>
                            <a:pt x="73247" y="2572"/>
                            <a:pt x="74200" y="1238"/>
                            <a:pt x="75438" y="0"/>
                          </a:cubicBezTo>
                          <a:lnTo>
                            <a:pt x="0" y="23622"/>
                          </a:lnTo>
                          <a:cubicBezTo>
                            <a:pt x="3715" y="23431"/>
                            <a:pt x="7239" y="23146"/>
                            <a:pt x="10668" y="22860"/>
                          </a:cubicBezTo>
                          <a:lnTo>
                            <a:pt x="71819" y="3715"/>
                          </a:ln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6" name="AutoShape 96"/>
                    <p:cNvSpPr/>
                    <p:nvPr/>
                  </p:nvSpPr>
                  <p:spPr>
                    <a:xfrm>
                      <a:off x="6002274" y="3755802"/>
                      <a:ext cx="61055" cy="1914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1055" h="19145">
                          <a:moveTo>
                            <a:pt x="1429" y="18955"/>
                          </a:moveTo>
                          <a:cubicBezTo>
                            <a:pt x="2667" y="18859"/>
                            <a:pt x="3810" y="18669"/>
                            <a:pt x="5048" y="18574"/>
                          </a:cubicBezTo>
                          <a:cubicBezTo>
                            <a:pt x="5429" y="18574"/>
                            <a:pt x="5715" y="18479"/>
                            <a:pt x="6096" y="18479"/>
                          </a:cubicBezTo>
                          <a:cubicBezTo>
                            <a:pt x="8477" y="18193"/>
                            <a:pt x="10858" y="17907"/>
                            <a:pt x="13144" y="17621"/>
                          </a:cubicBezTo>
                          <a:cubicBezTo>
                            <a:pt x="14097" y="17526"/>
                            <a:pt x="14954" y="17336"/>
                            <a:pt x="15907" y="17145"/>
                          </a:cubicBezTo>
                          <a:cubicBezTo>
                            <a:pt x="16764" y="17050"/>
                            <a:pt x="17526" y="16859"/>
                            <a:pt x="18288" y="16764"/>
                          </a:cubicBezTo>
                          <a:cubicBezTo>
                            <a:pt x="19240" y="16574"/>
                            <a:pt x="20098" y="16383"/>
                            <a:pt x="20955" y="16288"/>
                          </a:cubicBezTo>
                          <a:lnTo>
                            <a:pt x="49625" y="7334"/>
                          </a:lnTo>
                          <a:cubicBezTo>
                            <a:pt x="53816" y="5239"/>
                            <a:pt x="57626" y="2953"/>
                            <a:pt x="60769" y="286"/>
                          </a:cubicBezTo>
                          <a:cubicBezTo>
                            <a:pt x="60865" y="191"/>
                            <a:pt x="60960" y="95"/>
                            <a:pt x="61055" y="0"/>
                          </a:cubicBezTo>
                          <a:lnTo>
                            <a:pt x="0" y="19145"/>
                          </a:lnTo>
                          <a:cubicBezTo>
                            <a:pt x="476" y="18955"/>
                            <a:pt x="1048" y="18955"/>
                            <a:pt x="1429" y="18955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7" name="AutoShape 97"/>
                    <p:cNvSpPr/>
                    <p:nvPr/>
                  </p:nvSpPr>
                  <p:spPr>
                    <a:xfrm>
                      <a:off x="6023229" y="3762946"/>
                      <a:ext cx="28670" cy="895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69" h="8953">
                          <a:moveTo>
                            <a:pt x="3334" y="8382"/>
                          </a:moveTo>
                          <a:cubicBezTo>
                            <a:pt x="3715" y="8287"/>
                            <a:pt x="4000" y="8192"/>
                            <a:pt x="4381" y="8192"/>
                          </a:cubicBezTo>
                          <a:cubicBezTo>
                            <a:pt x="5620" y="7906"/>
                            <a:pt x="6858" y="7620"/>
                            <a:pt x="8001" y="7334"/>
                          </a:cubicBezTo>
                          <a:cubicBezTo>
                            <a:pt x="9906" y="6858"/>
                            <a:pt x="11811" y="6382"/>
                            <a:pt x="13621" y="5810"/>
                          </a:cubicBezTo>
                          <a:cubicBezTo>
                            <a:pt x="19145" y="4191"/>
                            <a:pt x="24194" y="2286"/>
                            <a:pt x="28670" y="0"/>
                          </a:cubicBezTo>
                          <a:lnTo>
                            <a:pt x="0" y="8954"/>
                          </a:lnTo>
                          <a:cubicBezTo>
                            <a:pt x="1143" y="8763"/>
                            <a:pt x="2286" y="8573"/>
                            <a:pt x="3334" y="8382"/>
                          </a:cubicBezTo>
                          <a:close/>
                        </a:path>
                      </a:pathLst>
                    </a:custGeom>
                    <a:solidFill>
                      <a:srgbClr val="0000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8" name="AutoShape 98"/>
                    <p:cNvSpPr/>
                    <p:nvPr/>
                  </p:nvSpPr>
                  <p:spPr>
                    <a:xfrm>
                      <a:off x="5793962" y="2935509"/>
                      <a:ext cx="84772" cy="1694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772" h="169449">
                          <a:moveTo>
                            <a:pt x="84392" y="154305"/>
                          </a:moveTo>
                          <a:lnTo>
                            <a:pt x="84296" y="139255"/>
                          </a:lnTo>
                          <a:lnTo>
                            <a:pt x="84201" y="125825"/>
                          </a:lnTo>
                          <a:lnTo>
                            <a:pt x="84106" y="112776"/>
                          </a:lnTo>
                          <a:lnTo>
                            <a:pt x="84011" y="98203"/>
                          </a:lnTo>
                          <a:lnTo>
                            <a:pt x="83915" y="85630"/>
                          </a:lnTo>
                          <a:lnTo>
                            <a:pt x="83820" y="72199"/>
                          </a:lnTo>
                          <a:lnTo>
                            <a:pt x="83820" y="63817"/>
                          </a:lnTo>
                          <a:lnTo>
                            <a:pt x="83820" y="56388"/>
                          </a:lnTo>
                          <a:lnTo>
                            <a:pt x="83820" y="49244"/>
                          </a:lnTo>
                          <a:lnTo>
                            <a:pt x="83820" y="42672"/>
                          </a:lnTo>
                          <a:lnTo>
                            <a:pt x="83820" y="37147"/>
                          </a:lnTo>
                          <a:lnTo>
                            <a:pt x="83820" y="32385"/>
                          </a:lnTo>
                          <a:lnTo>
                            <a:pt x="83820" y="28194"/>
                          </a:lnTo>
                          <a:lnTo>
                            <a:pt x="83820" y="24384"/>
                          </a:lnTo>
                          <a:lnTo>
                            <a:pt x="83820" y="20765"/>
                          </a:lnTo>
                          <a:lnTo>
                            <a:pt x="83820" y="17335"/>
                          </a:lnTo>
                          <a:lnTo>
                            <a:pt x="83820" y="13906"/>
                          </a:lnTo>
                          <a:lnTo>
                            <a:pt x="83820" y="10382"/>
                          </a:lnTo>
                          <a:lnTo>
                            <a:pt x="83820" y="6382"/>
                          </a:lnTo>
                          <a:lnTo>
                            <a:pt x="83820" y="0"/>
                          </a:lnTo>
                          <a:cubicBezTo>
                            <a:pt x="70485" y="1333"/>
                            <a:pt x="58769" y="3715"/>
                            <a:pt x="48673" y="7144"/>
                          </a:cubicBezTo>
                          <a:cubicBezTo>
                            <a:pt x="47149" y="7620"/>
                            <a:pt x="45720" y="8287"/>
                            <a:pt x="44291" y="8763"/>
                          </a:cubicBezTo>
                          <a:cubicBezTo>
                            <a:pt x="41053" y="10001"/>
                            <a:pt x="37909" y="11430"/>
                            <a:pt x="34957" y="12954"/>
                          </a:cubicBezTo>
                          <a:cubicBezTo>
                            <a:pt x="33623" y="13621"/>
                            <a:pt x="32194" y="14383"/>
                            <a:pt x="30956" y="15145"/>
                          </a:cubicBezTo>
                          <a:cubicBezTo>
                            <a:pt x="27908" y="16954"/>
                            <a:pt x="25146" y="18859"/>
                            <a:pt x="22574" y="20955"/>
                          </a:cubicBezTo>
                          <a:cubicBezTo>
                            <a:pt x="22003" y="21431"/>
                            <a:pt x="21336" y="21812"/>
                            <a:pt x="20765" y="22288"/>
                          </a:cubicBezTo>
                          <a:cubicBezTo>
                            <a:pt x="20288" y="22669"/>
                            <a:pt x="19907" y="23146"/>
                            <a:pt x="19431" y="23527"/>
                          </a:cubicBezTo>
                          <a:cubicBezTo>
                            <a:pt x="18002" y="24860"/>
                            <a:pt x="16859" y="26289"/>
                            <a:pt x="15621" y="27718"/>
                          </a:cubicBezTo>
                          <a:cubicBezTo>
                            <a:pt x="14383" y="29051"/>
                            <a:pt x="13049" y="30290"/>
                            <a:pt x="12002" y="31718"/>
                          </a:cubicBezTo>
                          <a:cubicBezTo>
                            <a:pt x="12002" y="31718"/>
                            <a:pt x="12002" y="31718"/>
                            <a:pt x="12002" y="31718"/>
                          </a:cubicBezTo>
                          <a:cubicBezTo>
                            <a:pt x="11716" y="32194"/>
                            <a:pt x="11430" y="32671"/>
                            <a:pt x="11144" y="33052"/>
                          </a:cubicBezTo>
                          <a:cubicBezTo>
                            <a:pt x="10858" y="33433"/>
                            <a:pt x="10668" y="33814"/>
                            <a:pt x="10477" y="34195"/>
                          </a:cubicBezTo>
                          <a:cubicBezTo>
                            <a:pt x="9811" y="35242"/>
                            <a:pt x="9334" y="36290"/>
                            <a:pt x="8763" y="37338"/>
                          </a:cubicBezTo>
                          <a:cubicBezTo>
                            <a:pt x="8001" y="38671"/>
                            <a:pt x="7144" y="40005"/>
                            <a:pt x="6477" y="41434"/>
                          </a:cubicBezTo>
                          <a:cubicBezTo>
                            <a:pt x="6382" y="41719"/>
                            <a:pt x="6096" y="42005"/>
                            <a:pt x="6001" y="42291"/>
                          </a:cubicBezTo>
                          <a:cubicBezTo>
                            <a:pt x="5525" y="43339"/>
                            <a:pt x="5144" y="44386"/>
                            <a:pt x="4763" y="45434"/>
                          </a:cubicBezTo>
                          <a:cubicBezTo>
                            <a:pt x="4667" y="45625"/>
                            <a:pt x="4572" y="45910"/>
                            <a:pt x="4477" y="46101"/>
                          </a:cubicBezTo>
                          <a:cubicBezTo>
                            <a:pt x="4096" y="47149"/>
                            <a:pt x="3905" y="48292"/>
                            <a:pt x="3524" y="49340"/>
                          </a:cubicBezTo>
                          <a:cubicBezTo>
                            <a:pt x="3143" y="50768"/>
                            <a:pt x="2667" y="52102"/>
                            <a:pt x="2286" y="53530"/>
                          </a:cubicBezTo>
                          <a:cubicBezTo>
                            <a:pt x="2191" y="54007"/>
                            <a:pt x="2000" y="54388"/>
                            <a:pt x="1905" y="54769"/>
                          </a:cubicBezTo>
                          <a:cubicBezTo>
                            <a:pt x="1619" y="55912"/>
                            <a:pt x="1429" y="56959"/>
                            <a:pt x="1238" y="58102"/>
                          </a:cubicBezTo>
                          <a:cubicBezTo>
                            <a:pt x="1238" y="58293"/>
                            <a:pt x="1143" y="58483"/>
                            <a:pt x="1143" y="58674"/>
                          </a:cubicBezTo>
                          <a:cubicBezTo>
                            <a:pt x="952" y="60007"/>
                            <a:pt x="952" y="61531"/>
                            <a:pt x="762" y="62960"/>
                          </a:cubicBezTo>
                          <a:cubicBezTo>
                            <a:pt x="571" y="64865"/>
                            <a:pt x="381" y="66675"/>
                            <a:pt x="286" y="68675"/>
                          </a:cubicBezTo>
                          <a:cubicBezTo>
                            <a:pt x="190" y="70009"/>
                            <a:pt x="0" y="71152"/>
                            <a:pt x="0" y="72580"/>
                          </a:cubicBezTo>
                          <a:cubicBezTo>
                            <a:pt x="0" y="73533"/>
                            <a:pt x="190" y="74390"/>
                            <a:pt x="286" y="75343"/>
                          </a:cubicBezTo>
                          <a:cubicBezTo>
                            <a:pt x="381" y="77724"/>
                            <a:pt x="667" y="80010"/>
                            <a:pt x="857" y="82391"/>
                          </a:cubicBezTo>
                          <a:cubicBezTo>
                            <a:pt x="1048" y="84201"/>
                            <a:pt x="1048" y="86201"/>
                            <a:pt x="1333" y="88011"/>
                          </a:cubicBezTo>
                          <a:cubicBezTo>
                            <a:pt x="1429" y="88297"/>
                            <a:pt x="1429" y="88582"/>
                            <a:pt x="1429" y="88963"/>
                          </a:cubicBezTo>
                          <a:cubicBezTo>
                            <a:pt x="1429" y="89249"/>
                            <a:pt x="1619" y="89440"/>
                            <a:pt x="1619" y="89630"/>
                          </a:cubicBezTo>
                          <a:cubicBezTo>
                            <a:pt x="2096" y="92297"/>
                            <a:pt x="2953" y="94869"/>
                            <a:pt x="3715" y="97441"/>
                          </a:cubicBezTo>
                          <a:cubicBezTo>
                            <a:pt x="4000" y="98488"/>
                            <a:pt x="4286" y="99631"/>
                            <a:pt x="4572" y="100679"/>
                          </a:cubicBezTo>
                          <a:cubicBezTo>
                            <a:pt x="5144" y="102489"/>
                            <a:pt x="5906" y="104203"/>
                            <a:pt x="6572" y="105918"/>
                          </a:cubicBezTo>
                          <a:cubicBezTo>
                            <a:pt x="7144" y="107156"/>
                            <a:pt x="7810" y="108299"/>
                            <a:pt x="8382" y="109442"/>
                          </a:cubicBezTo>
                          <a:cubicBezTo>
                            <a:pt x="9049" y="110871"/>
                            <a:pt x="9715" y="112300"/>
                            <a:pt x="10477" y="113633"/>
                          </a:cubicBezTo>
                          <a:cubicBezTo>
                            <a:pt x="11335" y="115062"/>
                            <a:pt x="12192" y="116586"/>
                            <a:pt x="13144" y="117919"/>
                          </a:cubicBezTo>
                          <a:cubicBezTo>
                            <a:pt x="13621" y="118681"/>
                            <a:pt x="14288" y="119253"/>
                            <a:pt x="14764" y="120015"/>
                          </a:cubicBezTo>
                          <a:cubicBezTo>
                            <a:pt x="16764" y="122777"/>
                            <a:pt x="18764" y="125540"/>
                            <a:pt x="21146" y="128111"/>
                          </a:cubicBezTo>
                          <a:cubicBezTo>
                            <a:pt x="22193" y="129254"/>
                            <a:pt x="23622" y="130302"/>
                            <a:pt x="24860" y="131445"/>
                          </a:cubicBezTo>
                          <a:cubicBezTo>
                            <a:pt x="26479" y="132969"/>
                            <a:pt x="28099" y="134493"/>
                            <a:pt x="29908" y="136017"/>
                          </a:cubicBezTo>
                          <a:cubicBezTo>
                            <a:pt x="31432" y="137350"/>
                            <a:pt x="32861" y="138684"/>
                            <a:pt x="34576" y="139922"/>
                          </a:cubicBezTo>
                          <a:cubicBezTo>
                            <a:pt x="35052" y="140303"/>
                            <a:pt x="35623" y="140684"/>
                            <a:pt x="36100" y="141065"/>
                          </a:cubicBezTo>
                          <a:cubicBezTo>
                            <a:pt x="38671" y="143065"/>
                            <a:pt x="41338" y="144971"/>
                            <a:pt x="44196" y="146875"/>
                          </a:cubicBezTo>
                          <a:cubicBezTo>
                            <a:pt x="45625" y="147828"/>
                            <a:pt x="46958" y="148876"/>
                            <a:pt x="48482" y="149828"/>
                          </a:cubicBezTo>
                          <a:cubicBezTo>
                            <a:pt x="48768" y="150019"/>
                            <a:pt x="49054" y="150114"/>
                            <a:pt x="49244" y="150304"/>
                          </a:cubicBezTo>
                          <a:cubicBezTo>
                            <a:pt x="52292" y="152305"/>
                            <a:pt x="55721" y="154210"/>
                            <a:pt x="59055" y="156115"/>
                          </a:cubicBezTo>
                          <a:cubicBezTo>
                            <a:pt x="61246" y="157353"/>
                            <a:pt x="63151" y="158591"/>
                            <a:pt x="65437" y="159829"/>
                          </a:cubicBezTo>
                          <a:cubicBezTo>
                            <a:pt x="65627" y="159925"/>
                            <a:pt x="65818" y="160020"/>
                            <a:pt x="66008" y="160115"/>
                          </a:cubicBezTo>
                          <a:cubicBezTo>
                            <a:pt x="71914" y="163259"/>
                            <a:pt x="78105" y="166402"/>
                            <a:pt x="84773" y="169450"/>
                          </a:cubicBezTo>
                          <a:lnTo>
                            <a:pt x="84392" y="154305"/>
                          </a:lnTo>
                          <a:close/>
                        </a:path>
                      </a:pathLst>
                    </a:custGeom>
                    <a:solidFill>
                      <a:srgbClr val="2F6FFD">
                        <a:alpha val="100000"/>
                        <a:lumMod val="5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99" name="AutoShape 99"/>
                    <p:cNvSpPr/>
                    <p:nvPr/>
                  </p:nvSpPr>
                  <p:spPr>
                    <a:xfrm>
                      <a:off x="5711475" y="2534221"/>
                      <a:ext cx="134397" cy="42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4397" h="42100">
                          <a:moveTo>
                            <a:pt x="134398" y="14859"/>
                          </a:moveTo>
                          <a:lnTo>
                            <a:pt x="134303" y="4477"/>
                          </a:lnTo>
                          <a:lnTo>
                            <a:pt x="134303" y="0"/>
                          </a:lnTo>
                          <a:lnTo>
                            <a:pt x="0" y="42100"/>
                          </a:lnTo>
                          <a:lnTo>
                            <a:pt x="191" y="42005"/>
                          </a:lnTo>
                          <a:cubicBezTo>
                            <a:pt x="1619" y="41529"/>
                            <a:pt x="3143" y="41243"/>
                            <a:pt x="4667" y="40767"/>
                          </a:cubicBezTo>
                          <a:cubicBezTo>
                            <a:pt x="4667" y="40767"/>
                            <a:pt x="4667" y="40767"/>
                            <a:pt x="4763" y="40767"/>
                          </a:cubicBezTo>
                          <a:cubicBezTo>
                            <a:pt x="12383" y="38481"/>
                            <a:pt x="20098" y="36290"/>
                            <a:pt x="27813" y="34290"/>
                          </a:cubicBezTo>
                          <a:cubicBezTo>
                            <a:pt x="29623" y="33814"/>
                            <a:pt x="31337" y="33242"/>
                            <a:pt x="33147" y="32861"/>
                          </a:cubicBezTo>
                          <a:cubicBezTo>
                            <a:pt x="33909" y="32671"/>
                            <a:pt x="34766" y="32480"/>
                            <a:pt x="35528" y="32290"/>
                          </a:cubicBezTo>
                          <a:cubicBezTo>
                            <a:pt x="44958" y="30004"/>
                            <a:pt x="54578" y="27908"/>
                            <a:pt x="64199" y="26003"/>
                          </a:cubicBezTo>
                          <a:cubicBezTo>
                            <a:pt x="65056" y="25813"/>
                            <a:pt x="66008" y="25622"/>
                            <a:pt x="66866" y="25432"/>
                          </a:cubicBezTo>
                          <a:cubicBezTo>
                            <a:pt x="67247" y="25336"/>
                            <a:pt x="67532" y="25241"/>
                            <a:pt x="67913" y="25241"/>
                          </a:cubicBezTo>
                          <a:cubicBezTo>
                            <a:pt x="70009" y="24860"/>
                            <a:pt x="72104" y="24574"/>
                            <a:pt x="74200" y="24193"/>
                          </a:cubicBezTo>
                          <a:cubicBezTo>
                            <a:pt x="80105" y="23146"/>
                            <a:pt x="86106" y="22193"/>
                            <a:pt x="92107" y="21336"/>
                          </a:cubicBezTo>
                          <a:cubicBezTo>
                            <a:pt x="95822" y="20765"/>
                            <a:pt x="99631" y="20288"/>
                            <a:pt x="103442" y="19812"/>
                          </a:cubicBezTo>
                          <a:cubicBezTo>
                            <a:pt x="108966" y="19145"/>
                            <a:pt x="114491" y="18478"/>
                            <a:pt x="120110" y="18002"/>
                          </a:cubicBezTo>
                          <a:cubicBezTo>
                            <a:pt x="124873" y="17526"/>
                            <a:pt x="129635" y="17050"/>
                            <a:pt x="134398" y="16669"/>
                          </a:cubicBezTo>
                          <a:lnTo>
                            <a:pt x="134398" y="14859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212882">
                            <a:alpha val="100000"/>
                          </a:srgbClr>
                        </a:gs>
                        <a:gs pos="97140">
                          <a:srgbClr val="000000">
                            <a:alpha val="100000"/>
                          </a:srgbClr>
                        </a:gs>
                      </a:gsLst>
                      <a:lin ang="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0" name="AutoShape 100"/>
                    <p:cNvSpPr/>
                    <p:nvPr/>
                  </p:nvSpPr>
                  <p:spPr>
                    <a:xfrm>
                      <a:off x="5987129" y="2946082"/>
                      <a:ext cx="273367" cy="2006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3367" h="200691">
                          <a:moveTo>
                            <a:pt x="221647" y="86106"/>
                          </a:moveTo>
                          <a:cubicBezTo>
                            <a:pt x="190690" y="68580"/>
                            <a:pt x="155829" y="52102"/>
                            <a:pt x="117158" y="36576"/>
                          </a:cubicBezTo>
                          <a:cubicBezTo>
                            <a:pt x="78391" y="21050"/>
                            <a:pt x="39338" y="8953"/>
                            <a:pt x="0" y="0"/>
                          </a:cubicBezTo>
                          <a:lnTo>
                            <a:pt x="1048" y="200692"/>
                          </a:lnTo>
                          <a:lnTo>
                            <a:pt x="273368" y="115252"/>
                          </a:lnTo>
                          <a:cubicBezTo>
                            <a:pt x="256794" y="105156"/>
                            <a:pt x="239554" y="95440"/>
                            <a:pt x="221647" y="86106"/>
                          </a:cubicBezTo>
                          <a:close/>
                        </a:path>
                      </a:pathLst>
                    </a:custGeom>
                    <a:solidFill>
                      <a:srgbClr val="2F6FFD">
                        <a:alpha val="100000"/>
                        <a:lumMod val="5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1" name="AutoShape 101"/>
                    <p:cNvSpPr/>
                    <p:nvPr/>
                  </p:nvSpPr>
                  <p:spPr>
                    <a:xfrm>
                      <a:off x="6013227" y="2215896"/>
                      <a:ext cx="370332" cy="3432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0332" h="343280">
                          <a:moveTo>
                            <a:pt x="1238" y="343281"/>
                          </a:moveTo>
                          <a:lnTo>
                            <a:pt x="370332" y="227457"/>
                          </a:lnTo>
                          <a:lnTo>
                            <a:pt x="369094" y="0"/>
                          </a:lnTo>
                          <a:lnTo>
                            <a:pt x="0" y="115824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162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2" name="AutoShape 102"/>
                    <p:cNvSpPr/>
                    <p:nvPr/>
                  </p:nvSpPr>
                  <p:spPr>
                    <a:xfrm>
                      <a:off x="5844730" y="2209800"/>
                      <a:ext cx="537590" cy="1219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37590" h="121919">
                          <a:moveTo>
                            <a:pt x="537591" y="6096"/>
                          </a:moveTo>
                          <a:lnTo>
                            <a:pt x="369094" y="0"/>
                          </a:lnTo>
                          <a:lnTo>
                            <a:pt x="0" y="115919"/>
                          </a:lnTo>
                          <a:lnTo>
                            <a:pt x="168497" y="12192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2064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3" name="AutoShape 103"/>
                    <p:cNvSpPr/>
                    <p:nvPr/>
                  </p:nvSpPr>
                  <p:spPr>
                    <a:xfrm>
                      <a:off x="5988177" y="3056477"/>
                      <a:ext cx="649795" cy="2052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9795" h="205263">
                          <a:moveTo>
                            <a:pt x="640366" y="84582"/>
                          </a:moveTo>
                          <a:cubicBezTo>
                            <a:pt x="627698" y="78010"/>
                            <a:pt x="614553" y="71628"/>
                            <a:pt x="601218" y="65246"/>
                          </a:cubicBezTo>
                          <a:cubicBezTo>
                            <a:pt x="597122" y="63246"/>
                            <a:pt x="592836" y="61341"/>
                            <a:pt x="588645" y="59436"/>
                          </a:cubicBezTo>
                          <a:cubicBezTo>
                            <a:pt x="582930" y="56769"/>
                            <a:pt x="577024" y="54197"/>
                            <a:pt x="571214" y="51625"/>
                          </a:cubicBezTo>
                          <a:cubicBezTo>
                            <a:pt x="565976" y="49244"/>
                            <a:pt x="560927" y="46863"/>
                            <a:pt x="555593" y="44577"/>
                          </a:cubicBezTo>
                          <a:cubicBezTo>
                            <a:pt x="553688" y="43720"/>
                            <a:pt x="551783" y="42863"/>
                            <a:pt x="549783" y="42100"/>
                          </a:cubicBezTo>
                          <a:cubicBezTo>
                            <a:pt x="536162" y="36290"/>
                            <a:pt x="522161" y="30575"/>
                            <a:pt x="507873" y="24860"/>
                          </a:cubicBezTo>
                          <a:cubicBezTo>
                            <a:pt x="505397" y="23908"/>
                            <a:pt x="502825" y="22860"/>
                            <a:pt x="500348" y="21908"/>
                          </a:cubicBezTo>
                          <a:cubicBezTo>
                            <a:pt x="488252" y="17240"/>
                            <a:pt x="475869" y="12573"/>
                            <a:pt x="463296" y="8001"/>
                          </a:cubicBezTo>
                          <a:cubicBezTo>
                            <a:pt x="459962" y="6763"/>
                            <a:pt x="456819" y="5525"/>
                            <a:pt x="453485" y="4286"/>
                          </a:cubicBezTo>
                          <a:cubicBezTo>
                            <a:pt x="449199" y="2858"/>
                            <a:pt x="445008" y="1429"/>
                            <a:pt x="440817" y="0"/>
                          </a:cubicBezTo>
                          <a:lnTo>
                            <a:pt x="321945" y="37338"/>
                          </a:lnTo>
                          <a:cubicBezTo>
                            <a:pt x="319469" y="35623"/>
                            <a:pt x="316802" y="33909"/>
                            <a:pt x="314325" y="32194"/>
                          </a:cubicBezTo>
                          <a:cubicBezTo>
                            <a:pt x="306515" y="26765"/>
                            <a:pt x="298514" y="21527"/>
                            <a:pt x="290322" y="16288"/>
                          </a:cubicBezTo>
                          <a:cubicBezTo>
                            <a:pt x="284988" y="12859"/>
                            <a:pt x="279749" y="9525"/>
                            <a:pt x="274320" y="6191"/>
                          </a:cubicBezTo>
                          <a:cubicBezTo>
                            <a:pt x="273653" y="5810"/>
                            <a:pt x="272986" y="5334"/>
                            <a:pt x="272320" y="4953"/>
                          </a:cubicBezTo>
                          <a:lnTo>
                            <a:pt x="0" y="90392"/>
                          </a:lnTo>
                          <a:cubicBezTo>
                            <a:pt x="1048" y="90678"/>
                            <a:pt x="2096" y="90964"/>
                            <a:pt x="3048" y="91250"/>
                          </a:cubicBezTo>
                          <a:cubicBezTo>
                            <a:pt x="4572" y="91726"/>
                            <a:pt x="6286" y="92297"/>
                            <a:pt x="7810" y="92773"/>
                          </a:cubicBezTo>
                          <a:cubicBezTo>
                            <a:pt x="12859" y="94298"/>
                            <a:pt x="18098" y="96012"/>
                            <a:pt x="23336" y="97822"/>
                          </a:cubicBezTo>
                          <a:cubicBezTo>
                            <a:pt x="24479" y="98203"/>
                            <a:pt x="25527" y="98489"/>
                            <a:pt x="26670" y="98869"/>
                          </a:cubicBezTo>
                          <a:cubicBezTo>
                            <a:pt x="31052" y="100489"/>
                            <a:pt x="35528" y="102203"/>
                            <a:pt x="40005" y="104013"/>
                          </a:cubicBezTo>
                          <a:cubicBezTo>
                            <a:pt x="46577" y="106680"/>
                            <a:pt x="53245" y="109252"/>
                            <a:pt x="60198" y="111728"/>
                          </a:cubicBezTo>
                          <a:cubicBezTo>
                            <a:pt x="60388" y="111823"/>
                            <a:pt x="60674" y="111919"/>
                            <a:pt x="60865" y="112014"/>
                          </a:cubicBezTo>
                          <a:cubicBezTo>
                            <a:pt x="68485" y="114776"/>
                            <a:pt x="76295" y="117443"/>
                            <a:pt x="84296" y="120015"/>
                          </a:cubicBezTo>
                          <a:cubicBezTo>
                            <a:pt x="87630" y="121253"/>
                            <a:pt x="90964" y="122396"/>
                            <a:pt x="94298" y="123635"/>
                          </a:cubicBezTo>
                          <a:cubicBezTo>
                            <a:pt x="106775" y="128206"/>
                            <a:pt x="119063" y="132874"/>
                            <a:pt x="131064" y="137541"/>
                          </a:cubicBezTo>
                          <a:cubicBezTo>
                            <a:pt x="133636" y="138494"/>
                            <a:pt x="136112" y="139541"/>
                            <a:pt x="138684" y="140494"/>
                          </a:cubicBezTo>
                          <a:cubicBezTo>
                            <a:pt x="152971" y="146114"/>
                            <a:pt x="166973" y="151829"/>
                            <a:pt x="180689" y="157734"/>
                          </a:cubicBezTo>
                          <a:cubicBezTo>
                            <a:pt x="182594" y="158591"/>
                            <a:pt x="184499" y="159353"/>
                            <a:pt x="186404" y="160211"/>
                          </a:cubicBezTo>
                          <a:cubicBezTo>
                            <a:pt x="191738" y="162496"/>
                            <a:pt x="197167" y="164783"/>
                            <a:pt x="202406" y="167164"/>
                          </a:cubicBezTo>
                          <a:cubicBezTo>
                            <a:pt x="208217" y="169736"/>
                            <a:pt x="213836" y="172498"/>
                            <a:pt x="219551" y="175069"/>
                          </a:cubicBezTo>
                          <a:cubicBezTo>
                            <a:pt x="223742" y="176975"/>
                            <a:pt x="228029" y="178975"/>
                            <a:pt x="232124" y="180880"/>
                          </a:cubicBezTo>
                          <a:cubicBezTo>
                            <a:pt x="245459" y="187262"/>
                            <a:pt x="258604" y="193643"/>
                            <a:pt x="271272" y="200216"/>
                          </a:cubicBezTo>
                          <a:cubicBezTo>
                            <a:pt x="274415" y="201835"/>
                            <a:pt x="277654" y="203549"/>
                            <a:pt x="280797" y="205264"/>
                          </a:cubicBezTo>
                          <a:lnTo>
                            <a:pt x="649795" y="89440"/>
                          </a:lnTo>
                          <a:cubicBezTo>
                            <a:pt x="646652" y="87916"/>
                            <a:pt x="643604" y="86201"/>
                            <a:pt x="640366" y="84582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2F6FFD">
                            <a:alpha val="100000"/>
                          </a:srgbClr>
                        </a:gs>
                        <a:gs pos="97140">
                          <a:srgbClr val="2F6FFD">
                            <a:alpha val="100000"/>
                            <a:lumMod val="50000"/>
                          </a:srgbClr>
                        </a:gs>
                      </a:gsLst>
                      <a:lin ang="1506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4" name="AutoShape 104"/>
                    <p:cNvSpPr/>
                    <p:nvPr/>
                  </p:nvSpPr>
                  <p:spPr>
                    <a:xfrm>
                      <a:off x="6218777" y="3145916"/>
                      <a:ext cx="677156" cy="98821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77156" h="988218">
                          <a:moveTo>
                            <a:pt x="676084" y="401193"/>
                          </a:moveTo>
                          <a:cubicBezTo>
                            <a:pt x="676084" y="399955"/>
                            <a:pt x="676084" y="398717"/>
                            <a:pt x="675989" y="397574"/>
                          </a:cubicBezTo>
                          <a:cubicBezTo>
                            <a:pt x="675894" y="393954"/>
                            <a:pt x="675608" y="390430"/>
                            <a:pt x="675418" y="386905"/>
                          </a:cubicBezTo>
                          <a:cubicBezTo>
                            <a:pt x="675132" y="381953"/>
                            <a:pt x="674846" y="377000"/>
                            <a:pt x="674465" y="372142"/>
                          </a:cubicBezTo>
                          <a:cubicBezTo>
                            <a:pt x="674180" y="368522"/>
                            <a:pt x="673894" y="365093"/>
                            <a:pt x="673513" y="361569"/>
                          </a:cubicBezTo>
                          <a:cubicBezTo>
                            <a:pt x="673227" y="358807"/>
                            <a:pt x="672941" y="356140"/>
                            <a:pt x="672655" y="353473"/>
                          </a:cubicBezTo>
                          <a:cubicBezTo>
                            <a:pt x="672465" y="351568"/>
                            <a:pt x="672275" y="349567"/>
                            <a:pt x="672084" y="347567"/>
                          </a:cubicBezTo>
                          <a:cubicBezTo>
                            <a:pt x="671703" y="344138"/>
                            <a:pt x="671227" y="340805"/>
                            <a:pt x="670846" y="337471"/>
                          </a:cubicBezTo>
                          <a:cubicBezTo>
                            <a:pt x="670274" y="332899"/>
                            <a:pt x="669608" y="328422"/>
                            <a:pt x="668846" y="323945"/>
                          </a:cubicBezTo>
                          <a:cubicBezTo>
                            <a:pt x="668369" y="320707"/>
                            <a:pt x="667798" y="317468"/>
                            <a:pt x="667226" y="314230"/>
                          </a:cubicBezTo>
                          <a:cubicBezTo>
                            <a:pt x="666941" y="312611"/>
                            <a:pt x="666559" y="310991"/>
                            <a:pt x="666274" y="309372"/>
                          </a:cubicBezTo>
                          <a:cubicBezTo>
                            <a:pt x="665797" y="306896"/>
                            <a:pt x="665321" y="304419"/>
                            <a:pt x="664845" y="301942"/>
                          </a:cubicBezTo>
                          <a:cubicBezTo>
                            <a:pt x="664083" y="298228"/>
                            <a:pt x="663321" y="294608"/>
                            <a:pt x="662464" y="290989"/>
                          </a:cubicBezTo>
                          <a:cubicBezTo>
                            <a:pt x="661607" y="287084"/>
                            <a:pt x="660559" y="283274"/>
                            <a:pt x="659606" y="279559"/>
                          </a:cubicBezTo>
                          <a:cubicBezTo>
                            <a:pt x="658654" y="276034"/>
                            <a:pt x="657797" y="272510"/>
                            <a:pt x="656844" y="269081"/>
                          </a:cubicBezTo>
                          <a:cubicBezTo>
                            <a:pt x="656463" y="267843"/>
                            <a:pt x="656082" y="266605"/>
                            <a:pt x="655701" y="265367"/>
                          </a:cubicBezTo>
                          <a:cubicBezTo>
                            <a:pt x="655320" y="264224"/>
                            <a:pt x="655034" y="263080"/>
                            <a:pt x="654653" y="261842"/>
                          </a:cubicBezTo>
                          <a:cubicBezTo>
                            <a:pt x="651415" y="251174"/>
                            <a:pt x="647891" y="240792"/>
                            <a:pt x="643890" y="230886"/>
                          </a:cubicBezTo>
                          <a:cubicBezTo>
                            <a:pt x="640366" y="222028"/>
                            <a:pt x="636365" y="213550"/>
                            <a:pt x="632365" y="205073"/>
                          </a:cubicBezTo>
                          <a:cubicBezTo>
                            <a:pt x="631888" y="204025"/>
                            <a:pt x="631317" y="202978"/>
                            <a:pt x="630746" y="201930"/>
                          </a:cubicBezTo>
                          <a:cubicBezTo>
                            <a:pt x="630269" y="200977"/>
                            <a:pt x="629793" y="200025"/>
                            <a:pt x="629317" y="199168"/>
                          </a:cubicBezTo>
                          <a:cubicBezTo>
                            <a:pt x="624840" y="190214"/>
                            <a:pt x="620078" y="181451"/>
                            <a:pt x="614934" y="172974"/>
                          </a:cubicBezTo>
                          <a:cubicBezTo>
                            <a:pt x="614267" y="171831"/>
                            <a:pt x="613505" y="170783"/>
                            <a:pt x="612838" y="169640"/>
                          </a:cubicBezTo>
                          <a:cubicBezTo>
                            <a:pt x="607981" y="161735"/>
                            <a:pt x="602742" y="154019"/>
                            <a:pt x="597408" y="146590"/>
                          </a:cubicBezTo>
                          <a:cubicBezTo>
                            <a:pt x="596837" y="145733"/>
                            <a:pt x="596170" y="144875"/>
                            <a:pt x="595598" y="144018"/>
                          </a:cubicBezTo>
                          <a:cubicBezTo>
                            <a:pt x="595313" y="143637"/>
                            <a:pt x="595027" y="143256"/>
                            <a:pt x="594741" y="142875"/>
                          </a:cubicBezTo>
                          <a:cubicBezTo>
                            <a:pt x="589121" y="135255"/>
                            <a:pt x="583121" y="127921"/>
                            <a:pt x="576929" y="120777"/>
                          </a:cubicBezTo>
                          <a:cubicBezTo>
                            <a:pt x="575596" y="119253"/>
                            <a:pt x="574167" y="117634"/>
                            <a:pt x="572834" y="116110"/>
                          </a:cubicBezTo>
                          <a:cubicBezTo>
                            <a:pt x="566357" y="108871"/>
                            <a:pt x="559689" y="101822"/>
                            <a:pt x="552641" y="95060"/>
                          </a:cubicBezTo>
                          <a:cubicBezTo>
                            <a:pt x="552164" y="94583"/>
                            <a:pt x="551593" y="94107"/>
                            <a:pt x="551117" y="93631"/>
                          </a:cubicBezTo>
                          <a:cubicBezTo>
                            <a:pt x="550259" y="92869"/>
                            <a:pt x="549402" y="92012"/>
                            <a:pt x="548545" y="91250"/>
                          </a:cubicBezTo>
                          <a:cubicBezTo>
                            <a:pt x="543592" y="86582"/>
                            <a:pt x="538448" y="82010"/>
                            <a:pt x="533305" y="77533"/>
                          </a:cubicBezTo>
                          <a:cubicBezTo>
                            <a:pt x="531305" y="75819"/>
                            <a:pt x="529304" y="74200"/>
                            <a:pt x="527399" y="72485"/>
                          </a:cubicBezTo>
                          <a:cubicBezTo>
                            <a:pt x="522637" y="68485"/>
                            <a:pt x="517684" y="64484"/>
                            <a:pt x="512731" y="60579"/>
                          </a:cubicBezTo>
                          <a:cubicBezTo>
                            <a:pt x="511492" y="59627"/>
                            <a:pt x="510254" y="58579"/>
                            <a:pt x="508921" y="57626"/>
                          </a:cubicBezTo>
                          <a:cubicBezTo>
                            <a:pt x="508349" y="57150"/>
                            <a:pt x="507778" y="56674"/>
                            <a:pt x="507111" y="56198"/>
                          </a:cubicBezTo>
                          <a:cubicBezTo>
                            <a:pt x="501587" y="51911"/>
                            <a:pt x="495871" y="47816"/>
                            <a:pt x="490061" y="43625"/>
                          </a:cubicBezTo>
                          <a:cubicBezTo>
                            <a:pt x="489299" y="43053"/>
                            <a:pt x="488537" y="42481"/>
                            <a:pt x="487775" y="41910"/>
                          </a:cubicBezTo>
                          <a:cubicBezTo>
                            <a:pt x="481108" y="37243"/>
                            <a:pt x="474345" y="32671"/>
                            <a:pt x="467392" y="28194"/>
                          </a:cubicBezTo>
                          <a:cubicBezTo>
                            <a:pt x="466916" y="27908"/>
                            <a:pt x="466439" y="27623"/>
                            <a:pt x="465963" y="27242"/>
                          </a:cubicBezTo>
                          <a:cubicBezTo>
                            <a:pt x="464249" y="26194"/>
                            <a:pt x="462534" y="25146"/>
                            <a:pt x="460915" y="24098"/>
                          </a:cubicBezTo>
                          <a:cubicBezTo>
                            <a:pt x="456152" y="21050"/>
                            <a:pt x="451295" y="18098"/>
                            <a:pt x="446342" y="15145"/>
                          </a:cubicBezTo>
                          <a:cubicBezTo>
                            <a:pt x="443675" y="13525"/>
                            <a:pt x="440912" y="12002"/>
                            <a:pt x="438245" y="10382"/>
                          </a:cubicBezTo>
                          <a:cubicBezTo>
                            <a:pt x="433578" y="7715"/>
                            <a:pt x="428911" y="5048"/>
                            <a:pt x="424148" y="2477"/>
                          </a:cubicBezTo>
                          <a:cubicBezTo>
                            <a:pt x="422624" y="1619"/>
                            <a:pt x="421100" y="857"/>
                            <a:pt x="419481" y="0"/>
                          </a:cubicBezTo>
                          <a:lnTo>
                            <a:pt x="50483" y="115824"/>
                          </a:lnTo>
                          <a:cubicBezTo>
                            <a:pt x="52007" y="116681"/>
                            <a:pt x="53435" y="117539"/>
                            <a:pt x="55054" y="118396"/>
                          </a:cubicBezTo>
                          <a:cubicBezTo>
                            <a:pt x="59817" y="120968"/>
                            <a:pt x="64484" y="123635"/>
                            <a:pt x="69151" y="126302"/>
                          </a:cubicBezTo>
                          <a:cubicBezTo>
                            <a:pt x="71914" y="127825"/>
                            <a:pt x="74581" y="129445"/>
                            <a:pt x="77248" y="130969"/>
                          </a:cubicBezTo>
                          <a:cubicBezTo>
                            <a:pt x="82201" y="133921"/>
                            <a:pt x="87058" y="136874"/>
                            <a:pt x="91821" y="139922"/>
                          </a:cubicBezTo>
                          <a:cubicBezTo>
                            <a:pt x="93536" y="140970"/>
                            <a:pt x="95345" y="142018"/>
                            <a:pt x="96965" y="143066"/>
                          </a:cubicBezTo>
                          <a:cubicBezTo>
                            <a:pt x="97441" y="143351"/>
                            <a:pt x="97917" y="143732"/>
                            <a:pt x="98393" y="144018"/>
                          </a:cubicBezTo>
                          <a:cubicBezTo>
                            <a:pt x="105346" y="148495"/>
                            <a:pt x="112109" y="153067"/>
                            <a:pt x="118777" y="157639"/>
                          </a:cubicBezTo>
                          <a:cubicBezTo>
                            <a:pt x="119634" y="158210"/>
                            <a:pt x="120396" y="158782"/>
                            <a:pt x="121158" y="159353"/>
                          </a:cubicBezTo>
                          <a:cubicBezTo>
                            <a:pt x="126968" y="163449"/>
                            <a:pt x="132588" y="167640"/>
                            <a:pt x="138113" y="171831"/>
                          </a:cubicBezTo>
                          <a:cubicBezTo>
                            <a:pt x="138684" y="172307"/>
                            <a:pt x="139351" y="172784"/>
                            <a:pt x="140017" y="173165"/>
                          </a:cubicBezTo>
                          <a:cubicBezTo>
                            <a:pt x="141256" y="174117"/>
                            <a:pt x="142494" y="175165"/>
                            <a:pt x="143732" y="176213"/>
                          </a:cubicBezTo>
                          <a:cubicBezTo>
                            <a:pt x="148685" y="180118"/>
                            <a:pt x="153638" y="184118"/>
                            <a:pt x="158401" y="188119"/>
                          </a:cubicBezTo>
                          <a:cubicBezTo>
                            <a:pt x="160401" y="189833"/>
                            <a:pt x="162401" y="191452"/>
                            <a:pt x="164401" y="193167"/>
                          </a:cubicBezTo>
                          <a:cubicBezTo>
                            <a:pt x="169640" y="197644"/>
                            <a:pt x="174688" y="202216"/>
                            <a:pt x="179642" y="206883"/>
                          </a:cubicBezTo>
                          <a:cubicBezTo>
                            <a:pt x="180499" y="207645"/>
                            <a:pt x="181451" y="208407"/>
                            <a:pt x="182309" y="209264"/>
                          </a:cubicBezTo>
                          <a:cubicBezTo>
                            <a:pt x="182785" y="209741"/>
                            <a:pt x="183356" y="210217"/>
                            <a:pt x="183833" y="210693"/>
                          </a:cubicBezTo>
                          <a:cubicBezTo>
                            <a:pt x="190881" y="217456"/>
                            <a:pt x="197549" y="224504"/>
                            <a:pt x="204025" y="231743"/>
                          </a:cubicBezTo>
                          <a:cubicBezTo>
                            <a:pt x="205454" y="233267"/>
                            <a:pt x="206788" y="234791"/>
                            <a:pt x="208121" y="236411"/>
                          </a:cubicBezTo>
                          <a:cubicBezTo>
                            <a:pt x="214313" y="243554"/>
                            <a:pt x="220313" y="250888"/>
                            <a:pt x="225933" y="258509"/>
                          </a:cubicBezTo>
                          <a:cubicBezTo>
                            <a:pt x="226219" y="258890"/>
                            <a:pt x="226600" y="259271"/>
                            <a:pt x="226886" y="259651"/>
                          </a:cubicBezTo>
                          <a:cubicBezTo>
                            <a:pt x="227457" y="260509"/>
                            <a:pt x="228029" y="261366"/>
                            <a:pt x="228600" y="262223"/>
                          </a:cubicBezTo>
                          <a:cubicBezTo>
                            <a:pt x="234029" y="269748"/>
                            <a:pt x="239173" y="277368"/>
                            <a:pt x="244126" y="285369"/>
                          </a:cubicBezTo>
                          <a:cubicBezTo>
                            <a:pt x="244792" y="286512"/>
                            <a:pt x="245554" y="287560"/>
                            <a:pt x="246221" y="288703"/>
                          </a:cubicBezTo>
                          <a:cubicBezTo>
                            <a:pt x="251365" y="297180"/>
                            <a:pt x="256127" y="305943"/>
                            <a:pt x="260604" y="314896"/>
                          </a:cubicBezTo>
                          <a:cubicBezTo>
                            <a:pt x="261080" y="315849"/>
                            <a:pt x="261652" y="316706"/>
                            <a:pt x="262128" y="317659"/>
                          </a:cubicBezTo>
                          <a:cubicBezTo>
                            <a:pt x="262604" y="318707"/>
                            <a:pt x="263080" y="319850"/>
                            <a:pt x="263557" y="320897"/>
                          </a:cubicBezTo>
                          <a:cubicBezTo>
                            <a:pt x="267653" y="329279"/>
                            <a:pt x="271558" y="337852"/>
                            <a:pt x="275177" y="346710"/>
                          </a:cubicBezTo>
                          <a:cubicBezTo>
                            <a:pt x="279178" y="356616"/>
                            <a:pt x="282702" y="366998"/>
                            <a:pt x="285941" y="377666"/>
                          </a:cubicBezTo>
                          <a:cubicBezTo>
                            <a:pt x="286321" y="378809"/>
                            <a:pt x="286798" y="379952"/>
                            <a:pt x="287179" y="381095"/>
                          </a:cubicBezTo>
                          <a:cubicBezTo>
                            <a:pt x="287560" y="382334"/>
                            <a:pt x="287846" y="383572"/>
                            <a:pt x="288131" y="384810"/>
                          </a:cubicBezTo>
                          <a:cubicBezTo>
                            <a:pt x="289084" y="388239"/>
                            <a:pt x="290036" y="391763"/>
                            <a:pt x="290893" y="395288"/>
                          </a:cubicBezTo>
                          <a:cubicBezTo>
                            <a:pt x="291846" y="399097"/>
                            <a:pt x="292894" y="402908"/>
                            <a:pt x="293751" y="406717"/>
                          </a:cubicBezTo>
                          <a:cubicBezTo>
                            <a:pt x="294608" y="410337"/>
                            <a:pt x="295370" y="413957"/>
                            <a:pt x="296132" y="417671"/>
                          </a:cubicBezTo>
                          <a:cubicBezTo>
                            <a:pt x="296609" y="420148"/>
                            <a:pt x="297275" y="422529"/>
                            <a:pt x="297751" y="425005"/>
                          </a:cubicBezTo>
                          <a:cubicBezTo>
                            <a:pt x="298037" y="426625"/>
                            <a:pt x="298323" y="428244"/>
                            <a:pt x="298609" y="429863"/>
                          </a:cubicBezTo>
                          <a:cubicBezTo>
                            <a:pt x="299180" y="433102"/>
                            <a:pt x="299752" y="436340"/>
                            <a:pt x="300228" y="439579"/>
                          </a:cubicBezTo>
                          <a:cubicBezTo>
                            <a:pt x="300895" y="444055"/>
                            <a:pt x="301562" y="448532"/>
                            <a:pt x="302228" y="453104"/>
                          </a:cubicBezTo>
                          <a:cubicBezTo>
                            <a:pt x="302705" y="456438"/>
                            <a:pt x="303086" y="459772"/>
                            <a:pt x="303467" y="463201"/>
                          </a:cubicBezTo>
                          <a:cubicBezTo>
                            <a:pt x="303657" y="465201"/>
                            <a:pt x="303943" y="467011"/>
                            <a:pt x="304229" y="469011"/>
                          </a:cubicBezTo>
                          <a:cubicBezTo>
                            <a:pt x="304514" y="471678"/>
                            <a:pt x="304705" y="474440"/>
                            <a:pt x="304895" y="477203"/>
                          </a:cubicBezTo>
                          <a:cubicBezTo>
                            <a:pt x="305181" y="480727"/>
                            <a:pt x="305562" y="484251"/>
                            <a:pt x="305848" y="487775"/>
                          </a:cubicBezTo>
                          <a:cubicBezTo>
                            <a:pt x="306229" y="492633"/>
                            <a:pt x="306515" y="497586"/>
                            <a:pt x="306800" y="502539"/>
                          </a:cubicBezTo>
                          <a:cubicBezTo>
                            <a:pt x="306991" y="506063"/>
                            <a:pt x="307181" y="509588"/>
                            <a:pt x="307372" y="513207"/>
                          </a:cubicBezTo>
                          <a:cubicBezTo>
                            <a:pt x="307372" y="514445"/>
                            <a:pt x="307467" y="515588"/>
                            <a:pt x="307562" y="516826"/>
                          </a:cubicBezTo>
                          <a:cubicBezTo>
                            <a:pt x="307753" y="523589"/>
                            <a:pt x="307943" y="530352"/>
                            <a:pt x="307943" y="537305"/>
                          </a:cubicBezTo>
                          <a:cubicBezTo>
                            <a:pt x="308038" y="547783"/>
                            <a:pt x="307848" y="558070"/>
                            <a:pt x="307467" y="568166"/>
                          </a:cubicBezTo>
                          <a:cubicBezTo>
                            <a:pt x="307467" y="568357"/>
                            <a:pt x="307467" y="568547"/>
                            <a:pt x="307467" y="568738"/>
                          </a:cubicBezTo>
                          <a:cubicBezTo>
                            <a:pt x="306991" y="581882"/>
                            <a:pt x="306038" y="594551"/>
                            <a:pt x="304895" y="607028"/>
                          </a:cubicBezTo>
                          <a:cubicBezTo>
                            <a:pt x="304800" y="608362"/>
                            <a:pt x="304705" y="609886"/>
                            <a:pt x="304609" y="611219"/>
                          </a:cubicBezTo>
                          <a:cubicBezTo>
                            <a:pt x="304324" y="613601"/>
                            <a:pt x="303943" y="615887"/>
                            <a:pt x="303657" y="618268"/>
                          </a:cubicBezTo>
                          <a:cubicBezTo>
                            <a:pt x="302800" y="625888"/>
                            <a:pt x="301847" y="633317"/>
                            <a:pt x="300704" y="640747"/>
                          </a:cubicBezTo>
                          <a:cubicBezTo>
                            <a:pt x="300323" y="642938"/>
                            <a:pt x="300133" y="645224"/>
                            <a:pt x="299847" y="647414"/>
                          </a:cubicBezTo>
                          <a:cubicBezTo>
                            <a:pt x="299561" y="649129"/>
                            <a:pt x="299180" y="650748"/>
                            <a:pt x="298895" y="652367"/>
                          </a:cubicBezTo>
                          <a:cubicBezTo>
                            <a:pt x="297751" y="658654"/>
                            <a:pt x="296513" y="664750"/>
                            <a:pt x="295275" y="670751"/>
                          </a:cubicBezTo>
                          <a:cubicBezTo>
                            <a:pt x="294704" y="673418"/>
                            <a:pt x="294322" y="676180"/>
                            <a:pt x="293656" y="678751"/>
                          </a:cubicBezTo>
                          <a:cubicBezTo>
                            <a:pt x="293370" y="679895"/>
                            <a:pt x="293084" y="680942"/>
                            <a:pt x="292799" y="682085"/>
                          </a:cubicBezTo>
                          <a:cubicBezTo>
                            <a:pt x="291465" y="687515"/>
                            <a:pt x="290036" y="692849"/>
                            <a:pt x="288512" y="698183"/>
                          </a:cubicBezTo>
                          <a:cubicBezTo>
                            <a:pt x="287655" y="701135"/>
                            <a:pt x="286988" y="704183"/>
                            <a:pt x="286131" y="707041"/>
                          </a:cubicBezTo>
                          <a:cubicBezTo>
                            <a:pt x="285941" y="707803"/>
                            <a:pt x="285559" y="708565"/>
                            <a:pt x="285369" y="709327"/>
                          </a:cubicBezTo>
                          <a:cubicBezTo>
                            <a:pt x="283845" y="714280"/>
                            <a:pt x="282130" y="719138"/>
                            <a:pt x="280416" y="723900"/>
                          </a:cubicBezTo>
                          <a:cubicBezTo>
                            <a:pt x="279368" y="726948"/>
                            <a:pt x="278416" y="730091"/>
                            <a:pt x="277368" y="733044"/>
                          </a:cubicBezTo>
                          <a:cubicBezTo>
                            <a:pt x="277178" y="733616"/>
                            <a:pt x="276892" y="734092"/>
                            <a:pt x="276701" y="734663"/>
                          </a:cubicBezTo>
                          <a:cubicBezTo>
                            <a:pt x="274796" y="739521"/>
                            <a:pt x="272796" y="744188"/>
                            <a:pt x="270796" y="748951"/>
                          </a:cubicBezTo>
                          <a:cubicBezTo>
                            <a:pt x="269558" y="751808"/>
                            <a:pt x="268510" y="754856"/>
                            <a:pt x="267176" y="757619"/>
                          </a:cubicBezTo>
                          <a:cubicBezTo>
                            <a:pt x="266795" y="758380"/>
                            <a:pt x="266509" y="759143"/>
                            <a:pt x="266129" y="759809"/>
                          </a:cubicBezTo>
                          <a:cubicBezTo>
                            <a:pt x="261652" y="769334"/>
                            <a:pt x="256889" y="778478"/>
                            <a:pt x="251936" y="787527"/>
                          </a:cubicBezTo>
                          <a:cubicBezTo>
                            <a:pt x="251365" y="788575"/>
                            <a:pt x="250793" y="789813"/>
                            <a:pt x="250222" y="790861"/>
                          </a:cubicBezTo>
                          <a:cubicBezTo>
                            <a:pt x="248793" y="793433"/>
                            <a:pt x="247174" y="796004"/>
                            <a:pt x="245650" y="798576"/>
                          </a:cubicBezTo>
                          <a:cubicBezTo>
                            <a:pt x="244316" y="800862"/>
                            <a:pt x="242983" y="803148"/>
                            <a:pt x="241649" y="805339"/>
                          </a:cubicBezTo>
                          <a:cubicBezTo>
                            <a:pt x="238696" y="810197"/>
                            <a:pt x="235649" y="814864"/>
                            <a:pt x="232600" y="819531"/>
                          </a:cubicBezTo>
                          <a:cubicBezTo>
                            <a:pt x="231648" y="821055"/>
                            <a:pt x="230696" y="822579"/>
                            <a:pt x="229648" y="824008"/>
                          </a:cubicBezTo>
                          <a:cubicBezTo>
                            <a:pt x="229457" y="824294"/>
                            <a:pt x="229267" y="824579"/>
                            <a:pt x="229076" y="824865"/>
                          </a:cubicBezTo>
                          <a:cubicBezTo>
                            <a:pt x="227076" y="827818"/>
                            <a:pt x="224885" y="830675"/>
                            <a:pt x="222790" y="833533"/>
                          </a:cubicBezTo>
                          <a:cubicBezTo>
                            <a:pt x="220504" y="836676"/>
                            <a:pt x="218218" y="839915"/>
                            <a:pt x="215932" y="842963"/>
                          </a:cubicBezTo>
                          <a:cubicBezTo>
                            <a:pt x="213550" y="846011"/>
                            <a:pt x="211074" y="848868"/>
                            <a:pt x="208693" y="851916"/>
                          </a:cubicBezTo>
                          <a:cubicBezTo>
                            <a:pt x="206216" y="854869"/>
                            <a:pt x="203835" y="858012"/>
                            <a:pt x="201359" y="860870"/>
                          </a:cubicBezTo>
                          <a:cubicBezTo>
                            <a:pt x="201168" y="861060"/>
                            <a:pt x="200978" y="861346"/>
                            <a:pt x="200787" y="861536"/>
                          </a:cubicBezTo>
                          <a:cubicBezTo>
                            <a:pt x="200216" y="862203"/>
                            <a:pt x="199549" y="862775"/>
                            <a:pt x="198977" y="863441"/>
                          </a:cubicBezTo>
                          <a:cubicBezTo>
                            <a:pt x="193072" y="870109"/>
                            <a:pt x="186976" y="876491"/>
                            <a:pt x="180784" y="882587"/>
                          </a:cubicBezTo>
                          <a:cubicBezTo>
                            <a:pt x="178975" y="884396"/>
                            <a:pt x="177070" y="886206"/>
                            <a:pt x="175260" y="887921"/>
                          </a:cubicBezTo>
                          <a:cubicBezTo>
                            <a:pt x="168116" y="894683"/>
                            <a:pt x="160877" y="901160"/>
                            <a:pt x="153257" y="907256"/>
                          </a:cubicBezTo>
                          <a:cubicBezTo>
                            <a:pt x="150209" y="909733"/>
                            <a:pt x="147066" y="912019"/>
                            <a:pt x="144018" y="914305"/>
                          </a:cubicBezTo>
                          <a:cubicBezTo>
                            <a:pt x="141256" y="916400"/>
                            <a:pt x="138493" y="918591"/>
                            <a:pt x="135731" y="920591"/>
                          </a:cubicBezTo>
                          <a:cubicBezTo>
                            <a:pt x="133731" y="922020"/>
                            <a:pt x="131731" y="923354"/>
                            <a:pt x="129635" y="924782"/>
                          </a:cubicBezTo>
                          <a:cubicBezTo>
                            <a:pt x="125635" y="927545"/>
                            <a:pt x="121634" y="930402"/>
                            <a:pt x="117538" y="933069"/>
                          </a:cubicBezTo>
                          <a:cubicBezTo>
                            <a:pt x="115062" y="934688"/>
                            <a:pt x="112490" y="936212"/>
                            <a:pt x="110014" y="937736"/>
                          </a:cubicBezTo>
                          <a:cubicBezTo>
                            <a:pt x="106299" y="940118"/>
                            <a:pt x="102584" y="942404"/>
                            <a:pt x="98774" y="944690"/>
                          </a:cubicBezTo>
                          <a:cubicBezTo>
                            <a:pt x="96012" y="946309"/>
                            <a:pt x="93250" y="947833"/>
                            <a:pt x="90488" y="949357"/>
                          </a:cubicBezTo>
                          <a:cubicBezTo>
                            <a:pt x="86868" y="951452"/>
                            <a:pt x="83153" y="953453"/>
                            <a:pt x="79438" y="955453"/>
                          </a:cubicBezTo>
                          <a:cubicBezTo>
                            <a:pt x="76581" y="956977"/>
                            <a:pt x="73533" y="958405"/>
                            <a:pt x="70675" y="959834"/>
                          </a:cubicBezTo>
                          <a:cubicBezTo>
                            <a:pt x="66961" y="961644"/>
                            <a:pt x="63341" y="963549"/>
                            <a:pt x="59531" y="965263"/>
                          </a:cubicBezTo>
                          <a:cubicBezTo>
                            <a:pt x="56483" y="966692"/>
                            <a:pt x="53435" y="968026"/>
                            <a:pt x="50292" y="969359"/>
                          </a:cubicBezTo>
                          <a:cubicBezTo>
                            <a:pt x="46577" y="970979"/>
                            <a:pt x="42767" y="972693"/>
                            <a:pt x="38957" y="974217"/>
                          </a:cubicBezTo>
                          <a:cubicBezTo>
                            <a:pt x="35814" y="975551"/>
                            <a:pt x="32575" y="976694"/>
                            <a:pt x="29337" y="977932"/>
                          </a:cubicBezTo>
                          <a:cubicBezTo>
                            <a:pt x="25527" y="979361"/>
                            <a:pt x="21717" y="980884"/>
                            <a:pt x="17812" y="982218"/>
                          </a:cubicBezTo>
                          <a:cubicBezTo>
                            <a:pt x="14573" y="983361"/>
                            <a:pt x="11240" y="984504"/>
                            <a:pt x="7906" y="985552"/>
                          </a:cubicBezTo>
                          <a:cubicBezTo>
                            <a:pt x="5239" y="986409"/>
                            <a:pt x="2667" y="987362"/>
                            <a:pt x="0" y="988219"/>
                          </a:cubicBezTo>
                          <a:lnTo>
                            <a:pt x="174403" y="933450"/>
                          </a:lnTo>
                          <a:lnTo>
                            <a:pt x="369094" y="872300"/>
                          </a:lnTo>
                          <a:cubicBezTo>
                            <a:pt x="426244" y="854393"/>
                            <a:pt x="477298" y="827246"/>
                            <a:pt x="522256" y="791147"/>
                          </a:cubicBezTo>
                          <a:cubicBezTo>
                            <a:pt x="529876" y="785051"/>
                            <a:pt x="537115" y="778478"/>
                            <a:pt x="544259" y="771811"/>
                          </a:cubicBezTo>
                          <a:cubicBezTo>
                            <a:pt x="546163" y="770001"/>
                            <a:pt x="547973" y="768287"/>
                            <a:pt x="549783" y="766477"/>
                          </a:cubicBezTo>
                          <a:cubicBezTo>
                            <a:pt x="556070" y="760381"/>
                            <a:pt x="562070" y="753999"/>
                            <a:pt x="567976" y="747332"/>
                          </a:cubicBezTo>
                          <a:cubicBezTo>
                            <a:pt x="568547" y="746665"/>
                            <a:pt x="569214" y="746093"/>
                            <a:pt x="569786" y="745331"/>
                          </a:cubicBezTo>
                          <a:cubicBezTo>
                            <a:pt x="569976" y="745046"/>
                            <a:pt x="570262" y="744855"/>
                            <a:pt x="570452" y="744569"/>
                          </a:cubicBezTo>
                          <a:cubicBezTo>
                            <a:pt x="572929" y="741712"/>
                            <a:pt x="575310" y="738664"/>
                            <a:pt x="577691" y="735711"/>
                          </a:cubicBezTo>
                          <a:cubicBezTo>
                            <a:pt x="580168" y="732758"/>
                            <a:pt x="582644" y="729805"/>
                            <a:pt x="585026" y="726758"/>
                          </a:cubicBezTo>
                          <a:cubicBezTo>
                            <a:pt x="587407" y="723709"/>
                            <a:pt x="589597" y="720471"/>
                            <a:pt x="591884" y="717328"/>
                          </a:cubicBezTo>
                          <a:cubicBezTo>
                            <a:pt x="593979" y="714470"/>
                            <a:pt x="596075" y="711613"/>
                            <a:pt x="598170" y="708660"/>
                          </a:cubicBezTo>
                          <a:cubicBezTo>
                            <a:pt x="598361" y="708374"/>
                            <a:pt x="598646" y="708088"/>
                            <a:pt x="598837" y="707708"/>
                          </a:cubicBezTo>
                          <a:cubicBezTo>
                            <a:pt x="599789" y="706279"/>
                            <a:pt x="600742" y="704755"/>
                            <a:pt x="601694" y="703231"/>
                          </a:cubicBezTo>
                          <a:cubicBezTo>
                            <a:pt x="604742" y="698563"/>
                            <a:pt x="607790" y="693896"/>
                            <a:pt x="610743" y="689038"/>
                          </a:cubicBezTo>
                          <a:cubicBezTo>
                            <a:pt x="612076" y="686753"/>
                            <a:pt x="613410" y="684467"/>
                            <a:pt x="614743" y="682180"/>
                          </a:cubicBezTo>
                          <a:cubicBezTo>
                            <a:pt x="616172" y="679704"/>
                            <a:pt x="617601" y="677132"/>
                            <a:pt x="619030" y="674561"/>
                          </a:cubicBezTo>
                          <a:cubicBezTo>
                            <a:pt x="619697" y="673418"/>
                            <a:pt x="620363" y="672275"/>
                            <a:pt x="620935" y="671132"/>
                          </a:cubicBezTo>
                          <a:cubicBezTo>
                            <a:pt x="625888" y="662178"/>
                            <a:pt x="630650" y="653034"/>
                            <a:pt x="635127" y="643414"/>
                          </a:cubicBezTo>
                          <a:cubicBezTo>
                            <a:pt x="635413" y="642747"/>
                            <a:pt x="635699" y="641985"/>
                            <a:pt x="636080" y="641223"/>
                          </a:cubicBezTo>
                          <a:cubicBezTo>
                            <a:pt x="637413" y="638366"/>
                            <a:pt x="638556" y="635413"/>
                            <a:pt x="639794" y="632555"/>
                          </a:cubicBezTo>
                          <a:cubicBezTo>
                            <a:pt x="641795" y="627793"/>
                            <a:pt x="643890" y="623126"/>
                            <a:pt x="645795" y="618268"/>
                          </a:cubicBezTo>
                          <a:cubicBezTo>
                            <a:pt x="645986" y="617792"/>
                            <a:pt x="646176" y="617220"/>
                            <a:pt x="646367" y="616744"/>
                          </a:cubicBezTo>
                          <a:cubicBezTo>
                            <a:pt x="647509" y="613791"/>
                            <a:pt x="648462" y="610648"/>
                            <a:pt x="649605" y="607600"/>
                          </a:cubicBezTo>
                          <a:cubicBezTo>
                            <a:pt x="651320" y="602742"/>
                            <a:pt x="653034" y="597980"/>
                            <a:pt x="654558" y="592931"/>
                          </a:cubicBezTo>
                          <a:cubicBezTo>
                            <a:pt x="654749" y="592169"/>
                            <a:pt x="654939" y="591407"/>
                            <a:pt x="655225" y="590741"/>
                          </a:cubicBezTo>
                          <a:cubicBezTo>
                            <a:pt x="656082" y="587788"/>
                            <a:pt x="656939" y="584835"/>
                            <a:pt x="657701" y="581882"/>
                          </a:cubicBezTo>
                          <a:cubicBezTo>
                            <a:pt x="659225" y="576548"/>
                            <a:pt x="660654" y="571309"/>
                            <a:pt x="661988" y="565785"/>
                          </a:cubicBezTo>
                          <a:cubicBezTo>
                            <a:pt x="662273" y="564737"/>
                            <a:pt x="662464" y="563594"/>
                            <a:pt x="662654" y="562547"/>
                          </a:cubicBezTo>
                          <a:cubicBezTo>
                            <a:pt x="663321" y="559880"/>
                            <a:pt x="663797" y="557117"/>
                            <a:pt x="664464" y="554450"/>
                          </a:cubicBezTo>
                          <a:cubicBezTo>
                            <a:pt x="665797" y="548354"/>
                            <a:pt x="667036" y="542258"/>
                            <a:pt x="668084" y="536067"/>
                          </a:cubicBezTo>
                          <a:cubicBezTo>
                            <a:pt x="668369" y="534448"/>
                            <a:pt x="668560" y="532733"/>
                            <a:pt x="668846" y="531114"/>
                          </a:cubicBezTo>
                          <a:cubicBezTo>
                            <a:pt x="669226" y="528923"/>
                            <a:pt x="669608" y="526637"/>
                            <a:pt x="669893" y="524351"/>
                          </a:cubicBezTo>
                          <a:cubicBezTo>
                            <a:pt x="671036" y="517017"/>
                            <a:pt x="671989" y="509492"/>
                            <a:pt x="672846" y="501872"/>
                          </a:cubicBezTo>
                          <a:cubicBezTo>
                            <a:pt x="673132" y="499586"/>
                            <a:pt x="673322" y="497300"/>
                            <a:pt x="673608" y="494919"/>
                          </a:cubicBezTo>
                          <a:cubicBezTo>
                            <a:pt x="673703" y="493490"/>
                            <a:pt x="673894" y="492157"/>
                            <a:pt x="674084" y="490728"/>
                          </a:cubicBezTo>
                          <a:cubicBezTo>
                            <a:pt x="675227" y="478250"/>
                            <a:pt x="676180" y="465582"/>
                            <a:pt x="676656" y="452438"/>
                          </a:cubicBezTo>
                          <a:cubicBezTo>
                            <a:pt x="676656" y="452247"/>
                            <a:pt x="676656" y="452057"/>
                            <a:pt x="676656" y="451866"/>
                          </a:cubicBezTo>
                          <a:cubicBezTo>
                            <a:pt x="677037" y="441770"/>
                            <a:pt x="677228" y="431483"/>
                            <a:pt x="677132" y="421005"/>
                          </a:cubicBezTo>
                          <a:cubicBezTo>
                            <a:pt x="676466" y="414719"/>
                            <a:pt x="676275" y="407956"/>
                            <a:pt x="676084" y="401193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30">
                          <a:srgbClr val="105EDD">
                            <a:alpha val="100000"/>
                          </a:srgbClr>
                        </a:gs>
                        <a:gs pos="99080">
                          <a:srgbClr val="6EA6FF">
                            <a:alpha val="10000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5" name="AutoShape 105"/>
                    <p:cNvSpPr/>
                    <p:nvPr/>
                  </p:nvSpPr>
                  <p:spPr>
                    <a:xfrm>
                      <a:off x="6014466" y="2443257"/>
                      <a:ext cx="839914" cy="2976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39914" h="297656">
                          <a:moveTo>
                            <a:pt x="825532" y="174308"/>
                          </a:moveTo>
                          <a:cubicBezTo>
                            <a:pt x="823817" y="173450"/>
                            <a:pt x="822198" y="172498"/>
                            <a:pt x="820579" y="171641"/>
                          </a:cubicBezTo>
                          <a:cubicBezTo>
                            <a:pt x="817912" y="170212"/>
                            <a:pt x="815245" y="168783"/>
                            <a:pt x="812578" y="167354"/>
                          </a:cubicBezTo>
                          <a:cubicBezTo>
                            <a:pt x="807910" y="164878"/>
                            <a:pt x="803243" y="162401"/>
                            <a:pt x="798481" y="159830"/>
                          </a:cubicBezTo>
                          <a:cubicBezTo>
                            <a:pt x="795623" y="158306"/>
                            <a:pt x="792671" y="156782"/>
                            <a:pt x="789813" y="155162"/>
                          </a:cubicBezTo>
                          <a:cubicBezTo>
                            <a:pt x="784765" y="152495"/>
                            <a:pt x="779621" y="149828"/>
                            <a:pt x="774478" y="147066"/>
                          </a:cubicBezTo>
                          <a:cubicBezTo>
                            <a:pt x="771906" y="145733"/>
                            <a:pt x="769334" y="144304"/>
                            <a:pt x="766667" y="142970"/>
                          </a:cubicBezTo>
                          <a:cubicBezTo>
                            <a:pt x="758857" y="138875"/>
                            <a:pt x="750951" y="134684"/>
                            <a:pt x="742759" y="130493"/>
                          </a:cubicBezTo>
                          <a:cubicBezTo>
                            <a:pt x="731139" y="124397"/>
                            <a:pt x="719138" y="118491"/>
                            <a:pt x="707041" y="112586"/>
                          </a:cubicBezTo>
                          <a:cubicBezTo>
                            <a:pt x="703897" y="111062"/>
                            <a:pt x="700754" y="109538"/>
                            <a:pt x="697611" y="108014"/>
                          </a:cubicBezTo>
                          <a:cubicBezTo>
                            <a:pt x="685991" y="102489"/>
                            <a:pt x="674180" y="96965"/>
                            <a:pt x="662083" y="91535"/>
                          </a:cubicBezTo>
                          <a:cubicBezTo>
                            <a:pt x="661511" y="91250"/>
                            <a:pt x="660940" y="90964"/>
                            <a:pt x="660368" y="90773"/>
                          </a:cubicBezTo>
                          <a:cubicBezTo>
                            <a:pt x="660178" y="90678"/>
                            <a:pt x="660083" y="90583"/>
                            <a:pt x="659892" y="90583"/>
                          </a:cubicBezTo>
                          <a:cubicBezTo>
                            <a:pt x="649986" y="86201"/>
                            <a:pt x="639889" y="81820"/>
                            <a:pt x="629698" y="77438"/>
                          </a:cubicBezTo>
                          <a:cubicBezTo>
                            <a:pt x="610172" y="69152"/>
                            <a:pt x="590264" y="61246"/>
                            <a:pt x="569881" y="53816"/>
                          </a:cubicBezTo>
                          <a:cubicBezTo>
                            <a:pt x="569595" y="53721"/>
                            <a:pt x="569309" y="53626"/>
                            <a:pt x="569023" y="53531"/>
                          </a:cubicBezTo>
                          <a:cubicBezTo>
                            <a:pt x="568928" y="53531"/>
                            <a:pt x="568833" y="53435"/>
                            <a:pt x="568738" y="53435"/>
                          </a:cubicBezTo>
                          <a:cubicBezTo>
                            <a:pt x="547592" y="45720"/>
                            <a:pt x="525971" y="38481"/>
                            <a:pt x="503968" y="31623"/>
                          </a:cubicBezTo>
                          <a:cubicBezTo>
                            <a:pt x="498824" y="30099"/>
                            <a:pt x="493681" y="28670"/>
                            <a:pt x="488537" y="27146"/>
                          </a:cubicBezTo>
                          <a:cubicBezTo>
                            <a:pt x="485680" y="26289"/>
                            <a:pt x="482822" y="25432"/>
                            <a:pt x="479965" y="24670"/>
                          </a:cubicBezTo>
                          <a:cubicBezTo>
                            <a:pt x="474345" y="23146"/>
                            <a:pt x="468725" y="21527"/>
                            <a:pt x="463105" y="20098"/>
                          </a:cubicBezTo>
                          <a:cubicBezTo>
                            <a:pt x="457581" y="18669"/>
                            <a:pt x="452056" y="17240"/>
                            <a:pt x="446532" y="15907"/>
                          </a:cubicBezTo>
                          <a:cubicBezTo>
                            <a:pt x="440817" y="14478"/>
                            <a:pt x="435102" y="13145"/>
                            <a:pt x="429387" y="11906"/>
                          </a:cubicBezTo>
                          <a:cubicBezTo>
                            <a:pt x="426625" y="11240"/>
                            <a:pt x="423863" y="10668"/>
                            <a:pt x="421100" y="10097"/>
                          </a:cubicBezTo>
                          <a:cubicBezTo>
                            <a:pt x="419291" y="9716"/>
                            <a:pt x="417385" y="9335"/>
                            <a:pt x="415576" y="8858"/>
                          </a:cubicBezTo>
                          <a:cubicBezTo>
                            <a:pt x="400241" y="5620"/>
                            <a:pt x="384810" y="2572"/>
                            <a:pt x="369189" y="0"/>
                          </a:cubicBezTo>
                          <a:cubicBezTo>
                            <a:pt x="369189" y="0"/>
                            <a:pt x="369094" y="0"/>
                            <a:pt x="369094" y="0"/>
                          </a:cubicBezTo>
                          <a:lnTo>
                            <a:pt x="0" y="115824"/>
                          </a:lnTo>
                          <a:cubicBezTo>
                            <a:pt x="15621" y="118396"/>
                            <a:pt x="31147" y="121444"/>
                            <a:pt x="46482" y="124682"/>
                          </a:cubicBezTo>
                          <a:cubicBezTo>
                            <a:pt x="48387" y="125063"/>
                            <a:pt x="50387" y="125349"/>
                            <a:pt x="52292" y="125825"/>
                          </a:cubicBezTo>
                          <a:cubicBezTo>
                            <a:pt x="54959" y="126397"/>
                            <a:pt x="57626" y="127064"/>
                            <a:pt x="60293" y="127730"/>
                          </a:cubicBezTo>
                          <a:cubicBezTo>
                            <a:pt x="66008" y="129064"/>
                            <a:pt x="71723" y="130397"/>
                            <a:pt x="77438" y="131731"/>
                          </a:cubicBezTo>
                          <a:cubicBezTo>
                            <a:pt x="82963" y="133064"/>
                            <a:pt x="88487" y="134493"/>
                            <a:pt x="94012" y="135922"/>
                          </a:cubicBezTo>
                          <a:cubicBezTo>
                            <a:pt x="99631" y="137446"/>
                            <a:pt x="105251" y="138970"/>
                            <a:pt x="110871" y="140494"/>
                          </a:cubicBezTo>
                          <a:cubicBezTo>
                            <a:pt x="113824" y="141351"/>
                            <a:pt x="116776" y="142018"/>
                            <a:pt x="119729" y="142875"/>
                          </a:cubicBezTo>
                          <a:cubicBezTo>
                            <a:pt x="124777" y="144304"/>
                            <a:pt x="129826" y="145828"/>
                            <a:pt x="134874" y="147447"/>
                          </a:cubicBezTo>
                          <a:cubicBezTo>
                            <a:pt x="156877" y="154305"/>
                            <a:pt x="178498" y="161544"/>
                            <a:pt x="199644" y="169259"/>
                          </a:cubicBezTo>
                          <a:cubicBezTo>
                            <a:pt x="199739" y="169259"/>
                            <a:pt x="199834" y="169355"/>
                            <a:pt x="199930" y="169355"/>
                          </a:cubicBezTo>
                          <a:cubicBezTo>
                            <a:pt x="200215" y="169450"/>
                            <a:pt x="200501" y="169545"/>
                            <a:pt x="200787" y="169736"/>
                          </a:cubicBezTo>
                          <a:cubicBezTo>
                            <a:pt x="221075" y="177165"/>
                            <a:pt x="240983" y="184976"/>
                            <a:pt x="260509" y="193358"/>
                          </a:cubicBezTo>
                          <a:cubicBezTo>
                            <a:pt x="270700" y="197644"/>
                            <a:pt x="280797" y="202025"/>
                            <a:pt x="290703" y="206502"/>
                          </a:cubicBezTo>
                          <a:cubicBezTo>
                            <a:pt x="290893" y="206597"/>
                            <a:pt x="291084" y="206693"/>
                            <a:pt x="291179" y="206693"/>
                          </a:cubicBezTo>
                          <a:cubicBezTo>
                            <a:pt x="291751" y="206978"/>
                            <a:pt x="292322" y="207264"/>
                            <a:pt x="292894" y="207455"/>
                          </a:cubicBezTo>
                          <a:cubicBezTo>
                            <a:pt x="304991" y="212884"/>
                            <a:pt x="316801" y="218408"/>
                            <a:pt x="328517" y="223933"/>
                          </a:cubicBezTo>
                          <a:cubicBezTo>
                            <a:pt x="331660" y="225457"/>
                            <a:pt x="334804" y="226981"/>
                            <a:pt x="337852" y="228410"/>
                          </a:cubicBezTo>
                          <a:cubicBezTo>
                            <a:pt x="350044" y="234315"/>
                            <a:pt x="361950" y="240221"/>
                            <a:pt x="373571" y="246317"/>
                          </a:cubicBezTo>
                          <a:cubicBezTo>
                            <a:pt x="381667" y="250603"/>
                            <a:pt x="389668" y="254699"/>
                            <a:pt x="397478" y="258794"/>
                          </a:cubicBezTo>
                          <a:cubicBezTo>
                            <a:pt x="400145" y="260223"/>
                            <a:pt x="402622" y="261557"/>
                            <a:pt x="405289" y="262890"/>
                          </a:cubicBezTo>
                          <a:cubicBezTo>
                            <a:pt x="410432" y="265652"/>
                            <a:pt x="415576" y="268319"/>
                            <a:pt x="420624" y="270986"/>
                          </a:cubicBezTo>
                          <a:cubicBezTo>
                            <a:pt x="423577" y="272510"/>
                            <a:pt x="426530" y="274130"/>
                            <a:pt x="429387" y="275654"/>
                          </a:cubicBezTo>
                          <a:cubicBezTo>
                            <a:pt x="433959" y="278130"/>
                            <a:pt x="438531" y="280511"/>
                            <a:pt x="443103" y="282893"/>
                          </a:cubicBezTo>
                          <a:cubicBezTo>
                            <a:pt x="445960" y="284417"/>
                            <a:pt x="448818" y="285941"/>
                            <a:pt x="451675" y="287465"/>
                          </a:cubicBezTo>
                          <a:cubicBezTo>
                            <a:pt x="453200" y="288322"/>
                            <a:pt x="454819" y="289179"/>
                            <a:pt x="456438" y="289941"/>
                          </a:cubicBezTo>
                          <a:cubicBezTo>
                            <a:pt x="461296" y="292513"/>
                            <a:pt x="466058" y="295085"/>
                            <a:pt x="470821" y="297656"/>
                          </a:cubicBezTo>
                          <a:lnTo>
                            <a:pt x="839914" y="181832"/>
                          </a:lnTo>
                          <a:cubicBezTo>
                            <a:pt x="835152" y="179546"/>
                            <a:pt x="830294" y="176879"/>
                            <a:pt x="825532" y="174308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1356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6" name="AutoShape 106"/>
                    <p:cNvSpPr/>
                    <p:nvPr/>
                  </p:nvSpPr>
                  <p:spPr>
                    <a:xfrm>
                      <a:off x="5308187" y="2326005"/>
                      <a:ext cx="1218271" cy="21115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18271" h="2111502">
                          <a:moveTo>
                            <a:pt x="902399" y="1810893"/>
                          </a:moveTo>
                          <a:cubicBezTo>
                            <a:pt x="907637" y="1809369"/>
                            <a:pt x="912686" y="1807655"/>
                            <a:pt x="917829" y="1805940"/>
                          </a:cubicBezTo>
                          <a:cubicBezTo>
                            <a:pt x="921163" y="1804797"/>
                            <a:pt x="924497" y="1803749"/>
                            <a:pt x="927735" y="1802606"/>
                          </a:cubicBezTo>
                          <a:cubicBezTo>
                            <a:pt x="931640" y="1801178"/>
                            <a:pt x="935450" y="1799749"/>
                            <a:pt x="939260" y="1798320"/>
                          </a:cubicBezTo>
                          <a:cubicBezTo>
                            <a:pt x="942499" y="1797082"/>
                            <a:pt x="945737" y="1795844"/>
                            <a:pt x="948881" y="1794605"/>
                          </a:cubicBezTo>
                          <a:cubicBezTo>
                            <a:pt x="952690" y="1793081"/>
                            <a:pt x="956405" y="1791367"/>
                            <a:pt x="960215" y="1789748"/>
                          </a:cubicBezTo>
                          <a:cubicBezTo>
                            <a:pt x="963263" y="1788414"/>
                            <a:pt x="966407" y="1787081"/>
                            <a:pt x="969455" y="1785652"/>
                          </a:cubicBezTo>
                          <a:cubicBezTo>
                            <a:pt x="973169" y="1783937"/>
                            <a:pt x="976884" y="1782032"/>
                            <a:pt x="980599" y="1780223"/>
                          </a:cubicBezTo>
                          <a:cubicBezTo>
                            <a:pt x="983552" y="1778794"/>
                            <a:pt x="986504" y="1777365"/>
                            <a:pt x="989362" y="1775841"/>
                          </a:cubicBezTo>
                          <a:cubicBezTo>
                            <a:pt x="993077" y="1773841"/>
                            <a:pt x="996696" y="1771841"/>
                            <a:pt x="1000411" y="1769745"/>
                          </a:cubicBezTo>
                          <a:cubicBezTo>
                            <a:pt x="1003173" y="1768221"/>
                            <a:pt x="1005935" y="1766697"/>
                            <a:pt x="1008698" y="1765078"/>
                          </a:cubicBezTo>
                          <a:cubicBezTo>
                            <a:pt x="1012507" y="1762887"/>
                            <a:pt x="1016222" y="1760506"/>
                            <a:pt x="1019937" y="1758125"/>
                          </a:cubicBezTo>
                          <a:cubicBezTo>
                            <a:pt x="1022414" y="1756601"/>
                            <a:pt x="1024985" y="1755077"/>
                            <a:pt x="1027462" y="1753457"/>
                          </a:cubicBezTo>
                          <a:cubicBezTo>
                            <a:pt x="1031557" y="1750790"/>
                            <a:pt x="1035558" y="1747933"/>
                            <a:pt x="1039558" y="1745171"/>
                          </a:cubicBezTo>
                          <a:cubicBezTo>
                            <a:pt x="1041559" y="1743742"/>
                            <a:pt x="1043654" y="1742408"/>
                            <a:pt x="1045655" y="1740980"/>
                          </a:cubicBezTo>
                          <a:cubicBezTo>
                            <a:pt x="1048417" y="1738979"/>
                            <a:pt x="1051179" y="1736788"/>
                            <a:pt x="1053941" y="1734693"/>
                          </a:cubicBezTo>
                          <a:cubicBezTo>
                            <a:pt x="1057085" y="1732312"/>
                            <a:pt x="1060228" y="1730026"/>
                            <a:pt x="1063276" y="1727645"/>
                          </a:cubicBezTo>
                          <a:cubicBezTo>
                            <a:pt x="1070896" y="1721549"/>
                            <a:pt x="1078135" y="1714976"/>
                            <a:pt x="1085279" y="1708309"/>
                          </a:cubicBezTo>
                          <a:cubicBezTo>
                            <a:pt x="1087183" y="1706499"/>
                            <a:pt x="1088993" y="1704784"/>
                            <a:pt x="1090803" y="1702975"/>
                          </a:cubicBezTo>
                          <a:cubicBezTo>
                            <a:pt x="1097090" y="1696784"/>
                            <a:pt x="1103186" y="1690497"/>
                            <a:pt x="1108996" y="1683830"/>
                          </a:cubicBezTo>
                          <a:cubicBezTo>
                            <a:pt x="1109758" y="1682972"/>
                            <a:pt x="1110615" y="1682115"/>
                            <a:pt x="1111472" y="1681163"/>
                          </a:cubicBezTo>
                          <a:cubicBezTo>
                            <a:pt x="1113949" y="1678305"/>
                            <a:pt x="1116425" y="1675162"/>
                            <a:pt x="1118807" y="1672209"/>
                          </a:cubicBezTo>
                          <a:cubicBezTo>
                            <a:pt x="1121188" y="1669256"/>
                            <a:pt x="1123664" y="1666304"/>
                            <a:pt x="1126046" y="1663256"/>
                          </a:cubicBezTo>
                          <a:cubicBezTo>
                            <a:pt x="1128427" y="1660208"/>
                            <a:pt x="1130618" y="1656969"/>
                            <a:pt x="1132904" y="1653826"/>
                          </a:cubicBezTo>
                          <a:cubicBezTo>
                            <a:pt x="1135190" y="1650683"/>
                            <a:pt x="1137571" y="1647539"/>
                            <a:pt x="1139762" y="1644301"/>
                          </a:cubicBezTo>
                          <a:cubicBezTo>
                            <a:pt x="1140714" y="1642872"/>
                            <a:pt x="1141666" y="1641348"/>
                            <a:pt x="1142714" y="1639824"/>
                          </a:cubicBezTo>
                          <a:cubicBezTo>
                            <a:pt x="1145762" y="1635157"/>
                            <a:pt x="1148810" y="1630490"/>
                            <a:pt x="1151763" y="1625632"/>
                          </a:cubicBezTo>
                          <a:cubicBezTo>
                            <a:pt x="1153097" y="1623441"/>
                            <a:pt x="1154430" y="1621060"/>
                            <a:pt x="1155764" y="1618869"/>
                          </a:cubicBezTo>
                          <a:cubicBezTo>
                            <a:pt x="1157859" y="1615250"/>
                            <a:pt x="1159955" y="1611535"/>
                            <a:pt x="1162050" y="1607820"/>
                          </a:cubicBezTo>
                          <a:cubicBezTo>
                            <a:pt x="1167003" y="1598867"/>
                            <a:pt x="1171766" y="1589723"/>
                            <a:pt x="1176242" y="1580102"/>
                          </a:cubicBezTo>
                          <a:cubicBezTo>
                            <a:pt x="1177862" y="1576578"/>
                            <a:pt x="1179290" y="1572863"/>
                            <a:pt x="1180910" y="1569244"/>
                          </a:cubicBezTo>
                          <a:cubicBezTo>
                            <a:pt x="1182910" y="1564577"/>
                            <a:pt x="1185005" y="1559814"/>
                            <a:pt x="1186815" y="1554956"/>
                          </a:cubicBezTo>
                          <a:cubicBezTo>
                            <a:pt x="1188149" y="1551432"/>
                            <a:pt x="1189291" y="1547813"/>
                            <a:pt x="1190625" y="1544193"/>
                          </a:cubicBezTo>
                          <a:cubicBezTo>
                            <a:pt x="1192340" y="1539335"/>
                            <a:pt x="1194054" y="1534573"/>
                            <a:pt x="1195578" y="1529620"/>
                          </a:cubicBezTo>
                          <a:cubicBezTo>
                            <a:pt x="1196721" y="1526000"/>
                            <a:pt x="1197674" y="1522190"/>
                            <a:pt x="1198721" y="1518476"/>
                          </a:cubicBezTo>
                          <a:cubicBezTo>
                            <a:pt x="1200245" y="1513142"/>
                            <a:pt x="1201674" y="1507903"/>
                            <a:pt x="1203008" y="1502378"/>
                          </a:cubicBezTo>
                          <a:cubicBezTo>
                            <a:pt x="1203865" y="1498663"/>
                            <a:pt x="1204627" y="1494854"/>
                            <a:pt x="1205484" y="1491044"/>
                          </a:cubicBezTo>
                          <a:cubicBezTo>
                            <a:pt x="1206818" y="1484948"/>
                            <a:pt x="1208056" y="1478852"/>
                            <a:pt x="1209104" y="1472660"/>
                          </a:cubicBezTo>
                          <a:cubicBezTo>
                            <a:pt x="1209770" y="1468850"/>
                            <a:pt x="1210342" y="1464945"/>
                            <a:pt x="1211008" y="1461040"/>
                          </a:cubicBezTo>
                          <a:cubicBezTo>
                            <a:pt x="1212152" y="1453706"/>
                            <a:pt x="1213104" y="1446181"/>
                            <a:pt x="1213961" y="1438561"/>
                          </a:cubicBezTo>
                          <a:cubicBezTo>
                            <a:pt x="1214342" y="1434846"/>
                            <a:pt x="1214819" y="1431131"/>
                            <a:pt x="1215200" y="1427321"/>
                          </a:cubicBezTo>
                          <a:cubicBezTo>
                            <a:pt x="1216343" y="1414844"/>
                            <a:pt x="1217295" y="1402175"/>
                            <a:pt x="1217771" y="1389031"/>
                          </a:cubicBezTo>
                          <a:cubicBezTo>
                            <a:pt x="1218152" y="1378744"/>
                            <a:pt x="1218343" y="1368266"/>
                            <a:pt x="1218248" y="1357598"/>
                          </a:cubicBezTo>
                          <a:cubicBezTo>
                            <a:pt x="1218248" y="1349407"/>
                            <a:pt x="1217962" y="1341406"/>
                            <a:pt x="1217676" y="1333500"/>
                          </a:cubicBezTo>
                          <a:cubicBezTo>
                            <a:pt x="1217581" y="1329881"/>
                            <a:pt x="1217295" y="1326356"/>
                            <a:pt x="1217105" y="1322832"/>
                          </a:cubicBezTo>
                          <a:cubicBezTo>
                            <a:pt x="1216819" y="1317879"/>
                            <a:pt x="1216533" y="1312926"/>
                            <a:pt x="1216152" y="1308068"/>
                          </a:cubicBezTo>
                          <a:cubicBezTo>
                            <a:pt x="1215866" y="1304449"/>
                            <a:pt x="1215581" y="1301020"/>
                            <a:pt x="1215200" y="1297496"/>
                          </a:cubicBezTo>
                          <a:cubicBezTo>
                            <a:pt x="1214723" y="1292828"/>
                            <a:pt x="1214342" y="1288066"/>
                            <a:pt x="1213771" y="1283494"/>
                          </a:cubicBezTo>
                          <a:cubicBezTo>
                            <a:pt x="1213390" y="1280065"/>
                            <a:pt x="1212914" y="1276731"/>
                            <a:pt x="1212533" y="1273397"/>
                          </a:cubicBezTo>
                          <a:cubicBezTo>
                            <a:pt x="1211961" y="1268825"/>
                            <a:pt x="1211294" y="1264349"/>
                            <a:pt x="1210532" y="1259872"/>
                          </a:cubicBezTo>
                          <a:cubicBezTo>
                            <a:pt x="1210056" y="1256633"/>
                            <a:pt x="1209485" y="1253395"/>
                            <a:pt x="1208913" y="1250156"/>
                          </a:cubicBezTo>
                          <a:cubicBezTo>
                            <a:pt x="1208151" y="1245965"/>
                            <a:pt x="1207389" y="1241965"/>
                            <a:pt x="1206532" y="1237869"/>
                          </a:cubicBezTo>
                          <a:cubicBezTo>
                            <a:pt x="1205770" y="1234250"/>
                            <a:pt x="1205008" y="1230535"/>
                            <a:pt x="1204151" y="1226915"/>
                          </a:cubicBezTo>
                          <a:cubicBezTo>
                            <a:pt x="1203293" y="1223010"/>
                            <a:pt x="1202246" y="1219200"/>
                            <a:pt x="1201293" y="1215485"/>
                          </a:cubicBezTo>
                          <a:cubicBezTo>
                            <a:pt x="1200341" y="1211961"/>
                            <a:pt x="1199483" y="1208437"/>
                            <a:pt x="1198531" y="1205008"/>
                          </a:cubicBezTo>
                          <a:cubicBezTo>
                            <a:pt x="1197864" y="1202627"/>
                            <a:pt x="1197102" y="1200245"/>
                            <a:pt x="1196340" y="1197864"/>
                          </a:cubicBezTo>
                          <a:cubicBezTo>
                            <a:pt x="1193102" y="1187196"/>
                            <a:pt x="1189577" y="1176814"/>
                            <a:pt x="1185577" y="1166908"/>
                          </a:cubicBezTo>
                          <a:cubicBezTo>
                            <a:pt x="1181957" y="1158050"/>
                            <a:pt x="1178052" y="1149477"/>
                            <a:pt x="1173956" y="1141095"/>
                          </a:cubicBezTo>
                          <a:cubicBezTo>
                            <a:pt x="1173004" y="1139095"/>
                            <a:pt x="1172051" y="1137095"/>
                            <a:pt x="1171004" y="1135190"/>
                          </a:cubicBezTo>
                          <a:cubicBezTo>
                            <a:pt x="1166432" y="1126236"/>
                            <a:pt x="1161669" y="1117473"/>
                            <a:pt x="1156621" y="1108996"/>
                          </a:cubicBezTo>
                          <a:cubicBezTo>
                            <a:pt x="1155954" y="1107853"/>
                            <a:pt x="1155192" y="1106805"/>
                            <a:pt x="1154525" y="1105662"/>
                          </a:cubicBezTo>
                          <a:cubicBezTo>
                            <a:pt x="1149668" y="1097756"/>
                            <a:pt x="1144429" y="1090041"/>
                            <a:pt x="1139000" y="1082516"/>
                          </a:cubicBezTo>
                          <a:cubicBezTo>
                            <a:pt x="1138142" y="1081278"/>
                            <a:pt x="1137285" y="1080040"/>
                            <a:pt x="1136333" y="1078802"/>
                          </a:cubicBezTo>
                          <a:cubicBezTo>
                            <a:pt x="1130713" y="1071182"/>
                            <a:pt x="1124712" y="1063847"/>
                            <a:pt x="1118521" y="1056704"/>
                          </a:cubicBezTo>
                          <a:cubicBezTo>
                            <a:pt x="1117187" y="1055180"/>
                            <a:pt x="1115758" y="1053560"/>
                            <a:pt x="1114425" y="1052036"/>
                          </a:cubicBezTo>
                          <a:cubicBezTo>
                            <a:pt x="1107948" y="1044797"/>
                            <a:pt x="1101281" y="1037749"/>
                            <a:pt x="1094232" y="1030986"/>
                          </a:cubicBezTo>
                          <a:cubicBezTo>
                            <a:pt x="1092899" y="1029653"/>
                            <a:pt x="1091470" y="1028414"/>
                            <a:pt x="1090041" y="1027176"/>
                          </a:cubicBezTo>
                          <a:cubicBezTo>
                            <a:pt x="1085088" y="1022509"/>
                            <a:pt x="1079945" y="1017937"/>
                            <a:pt x="1074801" y="1013460"/>
                          </a:cubicBezTo>
                          <a:cubicBezTo>
                            <a:pt x="1072801" y="1011746"/>
                            <a:pt x="1070801" y="1010126"/>
                            <a:pt x="1068800" y="1008412"/>
                          </a:cubicBezTo>
                          <a:cubicBezTo>
                            <a:pt x="1064038" y="1004411"/>
                            <a:pt x="1059085" y="1000411"/>
                            <a:pt x="1054132" y="996506"/>
                          </a:cubicBezTo>
                          <a:cubicBezTo>
                            <a:pt x="1052227" y="995077"/>
                            <a:pt x="1050417" y="993553"/>
                            <a:pt x="1048512" y="992124"/>
                          </a:cubicBezTo>
                          <a:cubicBezTo>
                            <a:pt x="1042987" y="987933"/>
                            <a:pt x="1037273" y="983742"/>
                            <a:pt x="1031557" y="979646"/>
                          </a:cubicBezTo>
                          <a:cubicBezTo>
                            <a:pt x="1030700" y="979075"/>
                            <a:pt x="1029938" y="978503"/>
                            <a:pt x="1029176" y="977932"/>
                          </a:cubicBezTo>
                          <a:cubicBezTo>
                            <a:pt x="1022509" y="973264"/>
                            <a:pt x="1015746" y="968788"/>
                            <a:pt x="1008793" y="964311"/>
                          </a:cubicBezTo>
                          <a:cubicBezTo>
                            <a:pt x="1006602" y="962882"/>
                            <a:pt x="1004411" y="961549"/>
                            <a:pt x="1002220" y="960215"/>
                          </a:cubicBezTo>
                          <a:cubicBezTo>
                            <a:pt x="997458" y="957167"/>
                            <a:pt x="992600" y="954214"/>
                            <a:pt x="987647" y="951262"/>
                          </a:cubicBezTo>
                          <a:cubicBezTo>
                            <a:pt x="984980" y="949643"/>
                            <a:pt x="982218" y="948119"/>
                            <a:pt x="979551" y="946595"/>
                          </a:cubicBezTo>
                          <a:cubicBezTo>
                            <a:pt x="974884" y="943928"/>
                            <a:pt x="970216" y="941260"/>
                            <a:pt x="965454" y="938689"/>
                          </a:cubicBezTo>
                          <a:cubicBezTo>
                            <a:pt x="960787" y="936117"/>
                            <a:pt x="956215" y="933641"/>
                            <a:pt x="951452" y="931164"/>
                          </a:cubicBezTo>
                          <a:cubicBezTo>
                            <a:pt x="938784" y="924592"/>
                            <a:pt x="925640" y="918210"/>
                            <a:pt x="912305" y="911828"/>
                          </a:cubicBezTo>
                          <a:cubicBezTo>
                            <a:pt x="908209" y="909828"/>
                            <a:pt x="903923" y="907923"/>
                            <a:pt x="899732" y="906018"/>
                          </a:cubicBezTo>
                          <a:cubicBezTo>
                            <a:pt x="888873" y="900970"/>
                            <a:pt x="877919" y="896017"/>
                            <a:pt x="866584" y="891159"/>
                          </a:cubicBezTo>
                          <a:cubicBezTo>
                            <a:pt x="864680" y="890302"/>
                            <a:pt x="862775" y="889540"/>
                            <a:pt x="860870" y="888683"/>
                          </a:cubicBezTo>
                          <a:cubicBezTo>
                            <a:pt x="847249" y="882872"/>
                            <a:pt x="833152" y="877157"/>
                            <a:pt x="818864" y="871442"/>
                          </a:cubicBezTo>
                          <a:cubicBezTo>
                            <a:pt x="816388" y="870490"/>
                            <a:pt x="813816" y="869442"/>
                            <a:pt x="811244" y="868489"/>
                          </a:cubicBezTo>
                          <a:cubicBezTo>
                            <a:pt x="796004" y="862584"/>
                            <a:pt x="780479" y="856679"/>
                            <a:pt x="764477" y="850964"/>
                          </a:cubicBezTo>
                          <a:cubicBezTo>
                            <a:pt x="756476" y="848392"/>
                            <a:pt x="748665" y="845725"/>
                            <a:pt x="741045" y="842962"/>
                          </a:cubicBezTo>
                          <a:cubicBezTo>
                            <a:pt x="740855" y="842867"/>
                            <a:pt x="740569" y="842772"/>
                            <a:pt x="740378" y="842677"/>
                          </a:cubicBezTo>
                          <a:cubicBezTo>
                            <a:pt x="733520" y="840200"/>
                            <a:pt x="726757" y="837629"/>
                            <a:pt x="720185" y="834962"/>
                          </a:cubicBezTo>
                          <a:cubicBezTo>
                            <a:pt x="714470" y="832580"/>
                            <a:pt x="708946" y="830580"/>
                            <a:pt x="703517" y="828675"/>
                          </a:cubicBezTo>
                          <a:cubicBezTo>
                            <a:pt x="698182" y="826770"/>
                            <a:pt x="693039" y="825151"/>
                            <a:pt x="687991" y="823627"/>
                          </a:cubicBezTo>
                          <a:cubicBezTo>
                            <a:pt x="685419" y="822865"/>
                            <a:pt x="682657" y="821912"/>
                            <a:pt x="680180" y="821150"/>
                          </a:cubicBezTo>
                          <a:lnTo>
                            <a:pt x="679132" y="620458"/>
                          </a:lnTo>
                          <a:cubicBezTo>
                            <a:pt x="718471" y="629412"/>
                            <a:pt x="757523" y="641509"/>
                            <a:pt x="796290" y="657035"/>
                          </a:cubicBezTo>
                          <a:cubicBezTo>
                            <a:pt x="834961" y="672560"/>
                            <a:pt x="869823" y="689039"/>
                            <a:pt x="900779" y="706564"/>
                          </a:cubicBezTo>
                          <a:cubicBezTo>
                            <a:pt x="918686" y="715899"/>
                            <a:pt x="935927" y="725614"/>
                            <a:pt x="952500" y="735711"/>
                          </a:cubicBezTo>
                          <a:cubicBezTo>
                            <a:pt x="953167" y="736092"/>
                            <a:pt x="953833" y="736568"/>
                            <a:pt x="954500" y="736949"/>
                          </a:cubicBezTo>
                          <a:cubicBezTo>
                            <a:pt x="959930" y="740283"/>
                            <a:pt x="965264" y="743712"/>
                            <a:pt x="970502" y="747046"/>
                          </a:cubicBezTo>
                          <a:cubicBezTo>
                            <a:pt x="978694" y="752285"/>
                            <a:pt x="986695" y="757619"/>
                            <a:pt x="994505" y="762953"/>
                          </a:cubicBezTo>
                          <a:cubicBezTo>
                            <a:pt x="997077" y="764667"/>
                            <a:pt x="999649" y="766382"/>
                            <a:pt x="1002125" y="768096"/>
                          </a:cubicBezTo>
                          <a:lnTo>
                            <a:pt x="1177195" y="415481"/>
                          </a:lnTo>
                          <a:cubicBezTo>
                            <a:pt x="1171004" y="412147"/>
                            <a:pt x="1164527" y="408718"/>
                            <a:pt x="1158145" y="405194"/>
                          </a:cubicBezTo>
                          <a:cubicBezTo>
                            <a:pt x="1155287" y="403670"/>
                            <a:pt x="1152430" y="402145"/>
                            <a:pt x="1149572" y="400621"/>
                          </a:cubicBezTo>
                          <a:cubicBezTo>
                            <a:pt x="1145096" y="398240"/>
                            <a:pt x="1140524" y="395764"/>
                            <a:pt x="1135856" y="393383"/>
                          </a:cubicBezTo>
                          <a:cubicBezTo>
                            <a:pt x="1132904" y="391859"/>
                            <a:pt x="1130046" y="390239"/>
                            <a:pt x="1127093" y="388715"/>
                          </a:cubicBezTo>
                          <a:cubicBezTo>
                            <a:pt x="1122045" y="386048"/>
                            <a:pt x="1116902" y="383381"/>
                            <a:pt x="1111758" y="380619"/>
                          </a:cubicBezTo>
                          <a:cubicBezTo>
                            <a:pt x="1109186" y="379286"/>
                            <a:pt x="1106615" y="377857"/>
                            <a:pt x="1103948" y="376523"/>
                          </a:cubicBezTo>
                          <a:cubicBezTo>
                            <a:pt x="1096137" y="372428"/>
                            <a:pt x="1088231" y="368237"/>
                            <a:pt x="1080040" y="364045"/>
                          </a:cubicBezTo>
                          <a:cubicBezTo>
                            <a:pt x="1068419" y="357949"/>
                            <a:pt x="1056418" y="352044"/>
                            <a:pt x="1044321" y="346139"/>
                          </a:cubicBezTo>
                          <a:cubicBezTo>
                            <a:pt x="1041178" y="344615"/>
                            <a:pt x="1038130" y="343091"/>
                            <a:pt x="1034986" y="341662"/>
                          </a:cubicBezTo>
                          <a:cubicBezTo>
                            <a:pt x="1023366" y="336137"/>
                            <a:pt x="1011555" y="330613"/>
                            <a:pt x="999363" y="325184"/>
                          </a:cubicBezTo>
                          <a:cubicBezTo>
                            <a:pt x="998601" y="324898"/>
                            <a:pt x="997934" y="324517"/>
                            <a:pt x="997172" y="324136"/>
                          </a:cubicBezTo>
                          <a:cubicBezTo>
                            <a:pt x="987266" y="319754"/>
                            <a:pt x="977170" y="315373"/>
                            <a:pt x="966978" y="310991"/>
                          </a:cubicBezTo>
                          <a:cubicBezTo>
                            <a:pt x="947452" y="302705"/>
                            <a:pt x="927545" y="294799"/>
                            <a:pt x="907256" y="287369"/>
                          </a:cubicBezTo>
                          <a:cubicBezTo>
                            <a:pt x="906875" y="287179"/>
                            <a:pt x="906494" y="287084"/>
                            <a:pt x="906113" y="286893"/>
                          </a:cubicBezTo>
                          <a:cubicBezTo>
                            <a:pt x="884968" y="279178"/>
                            <a:pt x="863441" y="271939"/>
                            <a:pt x="841343" y="265081"/>
                          </a:cubicBezTo>
                          <a:cubicBezTo>
                            <a:pt x="833438" y="262604"/>
                            <a:pt x="825341" y="260414"/>
                            <a:pt x="817340" y="258127"/>
                          </a:cubicBezTo>
                          <a:cubicBezTo>
                            <a:pt x="811721" y="256603"/>
                            <a:pt x="806101" y="254984"/>
                            <a:pt x="800481" y="253555"/>
                          </a:cubicBezTo>
                          <a:cubicBezTo>
                            <a:pt x="794957" y="252127"/>
                            <a:pt x="789432" y="250698"/>
                            <a:pt x="783907" y="249365"/>
                          </a:cubicBezTo>
                          <a:cubicBezTo>
                            <a:pt x="778193" y="247936"/>
                            <a:pt x="772478" y="246602"/>
                            <a:pt x="766763" y="245364"/>
                          </a:cubicBezTo>
                          <a:cubicBezTo>
                            <a:pt x="762190" y="244316"/>
                            <a:pt x="757523" y="243364"/>
                            <a:pt x="752951" y="242411"/>
                          </a:cubicBezTo>
                          <a:cubicBezTo>
                            <a:pt x="737616" y="239173"/>
                            <a:pt x="722186" y="236125"/>
                            <a:pt x="706469" y="233553"/>
                          </a:cubicBezTo>
                          <a:lnTo>
                            <a:pt x="705231" y="6096"/>
                          </a:lnTo>
                          <a:lnTo>
                            <a:pt x="536638" y="0"/>
                          </a:lnTo>
                          <a:lnTo>
                            <a:pt x="537782" y="208597"/>
                          </a:lnTo>
                          <a:lnTo>
                            <a:pt x="537782" y="208597"/>
                          </a:lnTo>
                          <a:lnTo>
                            <a:pt x="537782" y="213074"/>
                          </a:lnTo>
                          <a:lnTo>
                            <a:pt x="537877" y="223456"/>
                          </a:lnTo>
                          <a:lnTo>
                            <a:pt x="537877" y="225362"/>
                          </a:lnTo>
                          <a:cubicBezTo>
                            <a:pt x="533114" y="225743"/>
                            <a:pt x="528352" y="226219"/>
                            <a:pt x="523589" y="226695"/>
                          </a:cubicBezTo>
                          <a:cubicBezTo>
                            <a:pt x="518065" y="227267"/>
                            <a:pt x="512445" y="227838"/>
                            <a:pt x="506921" y="228505"/>
                          </a:cubicBezTo>
                          <a:cubicBezTo>
                            <a:pt x="503111" y="228981"/>
                            <a:pt x="499396" y="229457"/>
                            <a:pt x="495586" y="230029"/>
                          </a:cubicBezTo>
                          <a:cubicBezTo>
                            <a:pt x="489585" y="230886"/>
                            <a:pt x="483584" y="231839"/>
                            <a:pt x="477679" y="232886"/>
                          </a:cubicBezTo>
                          <a:cubicBezTo>
                            <a:pt x="474345" y="233458"/>
                            <a:pt x="470916" y="234029"/>
                            <a:pt x="467582" y="234696"/>
                          </a:cubicBezTo>
                          <a:cubicBezTo>
                            <a:pt x="457962" y="236506"/>
                            <a:pt x="448342" y="238601"/>
                            <a:pt x="438912" y="240983"/>
                          </a:cubicBezTo>
                          <a:cubicBezTo>
                            <a:pt x="436340" y="241649"/>
                            <a:pt x="433769" y="242316"/>
                            <a:pt x="431197" y="242983"/>
                          </a:cubicBezTo>
                          <a:cubicBezTo>
                            <a:pt x="423482" y="244983"/>
                            <a:pt x="415766" y="247174"/>
                            <a:pt x="408146" y="249460"/>
                          </a:cubicBezTo>
                          <a:cubicBezTo>
                            <a:pt x="388906" y="255365"/>
                            <a:pt x="370046" y="262033"/>
                            <a:pt x="351568" y="269939"/>
                          </a:cubicBezTo>
                          <a:cubicBezTo>
                            <a:pt x="293370" y="294513"/>
                            <a:pt x="242697" y="328422"/>
                            <a:pt x="199358" y="371475"/>
                          </a:cubicBezTo>
                          <a:cubicBezTo>
                            <a:pt x="156019" y="414433"/>
                            <a:pt x="121920" y="466439"/>
                            <a:pt x="97060" y="527114"/>
                          </a:cubicBezTo>
                          <a:cubicBezTo>
                            <a:pt x="72104" y="587978"/>
                            <a:pt x="59817" y="658463"/>
                            <a:pt x="60293" y="738759"/>
                          </a:cubicBezTo>
                          <a:cubicBezTo>
                            <a:pt x="60579" y="796671"/>
                            <a:pt x="68294" y="848201"/>
                            <a:pt x="83248" y="893350"/>
                          </a:cubicBezTo>
                          <a:cubicBezTo>
                            <a:pt x="98298" y="938594"/>
                            <a:pt x="121253" y="979075"/>
                            <a:pt x="152400" y="1015175"/>
                          </a:cubicBezTo>
                          <a:cubicBezTo>
                            <a:pt x="183451" y="1051274"/>
                            <a:pt x="222980" y="1083850"/>
                            <a:pt x="270891" y="1113092"/>
                          </a:cubicBezTo>
                          <a:cubicBezTo>
                            <a:pt x="311182" y="1137666"/>
                            <a:pt x="358140" y="1161193"/>
                            <a:pt x="411385" y="1183577"/>
                          </a:cubicBezTo>
                          <a:cubicBezTo>
                            <a:pt x="421386" y="1187767"/>
                            <a:pt x="431578" y="1191959"/>
                            <a:pt x="442055" y="1196150"/>
                          </a:cubicBezTo>
                          <a:cubicBezTo>
                            <a:pt x="451009" y="1199864"/>
                            <a:pt x="459962" y="1203388"/>
                            <a:pt x="468916" y="1206913"/>
                          </a:cubicBezTo>
                          <a:cubicBezTo>
                            <a:pt x="503587" y="1220438"/>
                            <a:pt x="538353" y="1232535"/>
                            <a:pt x="573024" y="1243298"/>
                          </a:cubicBezTo>
                          <a:lnTo>
                            <a:pt x="573119" y="1261777"/>
                          </a:lnTo>
                          <a:lnTo>
                            <a:pt x="573500" y="1323308"/>
                          </a:lnTo>
                          <a:lnTo>
                            <a:pt x="573786" y="1371409"/>
                          </a:lnTo>
                          <a:lnTo>
                            <a:pt x="573977" y="1401223"/>
                          </a:lnTo>
                          <a:lnTo>
                            <a:pt x="574072" y="1427607"/>
                          </a:lnTo>
                          <a:lnTo>
                            <a:pt x="574167" y="1439513"/>
                          </a:lnTo>
                          <a:cubicBezTo>
                            <a:pt x="566547" y="1438084"/>
                            <a:pt x="559022" y="1436370"/>
                            <a:pt x="551402" y="1434751"/>
                          </a:cubicBezTo>
                          <a:cubicBezTo>
                            <a:pt x="547688" y="1433989"/>
                            <a:pt x="543973" y="1433322"/>
                            <a:pt x="540353" y="1432465"/>
                          </a:cubicBezTo>
                          <a:cubicBezTo>
                            <a:pt x="538067" y="1431893"/>
                            <a:pt x="535686" y="1431417"/>
                            <a:pt x="533400" y="1430846"/>
                          </a:cubicBezTo>
                          <a:cubicBezTo>
                            <a:pt x="523780" y="1428464"/>
                            <a:pt x="514159" y="1425892"/>
                            <a:pt x="504539" y="1423130"/>
                          </a:cubicBezTo>
                          <a:cubicBezTo>
                            <a:pt x="503301" y="1422749"/>
                            <a:pt x="502063" y="1422463"/>
                            <a:pt x="500920" y="1422178"/>
                          </a:cubicBezTo>
                          <a:cubicBezTo>
                            <a:pt x="500253" y="1421987"/>
                            <a:pt x="499586" y="1421892"/>
                            <a:pt x="498919" y="1421606"/>
                          </a:cubicBezTo>
                          <a:cubicBezTo>
                            <a:pt x="497586" y="1421225"/>
                            <a:pt x="496253" y="1420749"/>
                            <a:pt x="495014" y="1420273"/>
                          </a:cubicBezTo>
                          <a:cubicBezTo>
                            <a:pt x="485204" y="1417225"/>
                            <a:pt x="475393" y="1414082"/>
                            <a:pt x="465582" y="1410653"/>
                          </a:cubicBezTo>
                          <a:cubicBezTo>
                            <a:pt x="463867" y="1410081"/>
                            <a:pt x="462153" y="1409509"/>
                            <a:pt x="460438" y="1408843"/>
                          </a:cubicBezTo>
                          <a:cubicBezTo>
                            <a:pt x="459581" y="1408557"/>
                            <a:pt x="458724" y="1408176"/>
                            <a:pt x="457867" y="1407890"/>
                          </a:cubicBezTo>
                          <a:cubicBezTo>
                            <a:pt x="447008" y="1403890"/>
                            <a:pt x="436150" y="1399794"/>
                            <a:pt x="425291" y="1395222"/>
                          </a:cubicBezTo>
                          <a:cubicBezTo>
                            <a:pt x="413671" y="1390364"/>
                            <a:pt x="402336" y="1385411"/>
                            <a:pt x="391382" y="1380554"/>
                          </a:cubicBezTo>
                          <a:cubicBezTo>
                            <a:pt x="391096" y="1380458"/>
                            <a:pt x="390811" y="1380268"/>
                            <a:pt x="390525" y="1380173"/>
                          </a:cubicBezTo>
                          <a:cubicBezTo>
                            <a:pt x="389763" y="1379887"/>
                            <a:pt x="389096" y="1379506"/>
                            <a:pt x="388430" y="1379220"/>
                          </a:cubicBezTo>
                          <a:cubicBezTo>
                            <a:pt x="378809" y="1374934"/>
                            <a:pt x="369475" y="1370552"/>
                            <a:pt x="360331" y="1366171"/>
                          </a:cubicBezTo>
                          <a:cubicBezTo>
                            <a:pt x="358616" y="1365313"/>
                            <a:pt x="356807" y="1364456"/>
                            <a:pt x="355092" y="1363694"/>
                          </a:cubicBezTo>
                          <a:cubicBezTo>
                            <a:pt x="345853" y="1359217"/>
                            <a:pt x="336994" y="1354836"/>
                            <a:pt x="328327" y="1350359"/>
                          </a:cubicBezTo>
                          <a:cubicBezTo>
                            <a:pt x="326612" y="1349502"/>
                            <a:pt x="324898" y="1348550"/>
                            <a:pt x="323183" y="1347692"/>
                          </a:cubicBezTo>
                          <a:cubicBezTo>
                            <a:pt x="320231" y="1346168"/>
                            <a:pt x="317468" y="1344644"/>
                            <a:pt x="314611" y="1343025"/>
                          </a:cubicBezTo>
                          <a:cubicBezTo>
                            <a:pt x="308896" y="1339977"/>
                            <a:pt x="303086" y="1336929"/>
                            <a:pt x="297656" y="1333881"/>
                          </a:cubicBezTo>
                          <a:cubicBezTo>
                            <a:pt x="284893" y="1326928"/>
                            <a:pt x="272510" y="1319784"/>
                            <a:pt x="260223" y="1312640"/>
                          </a:cubicBezTo>
                          <a:cubicBezTo>
                            <a:pt x="256508" y="1310450"/>
                            <a:pt x="252794" y="1308163"/>
                            <a:pt x="249079" y="1305973"/>
                          </a:cubicBezTo>
                          <a:cubicBezTo>
                            <a:pt x="240411" y="1300829"/>
                            <a:pt x="231934" y="1295591"/>
                            <a:pt x="223552" y="1290257"/>
                          </a:cubicBezTo>
                          <a:cubicBezTo>
                            <a:pt x="221361" y="1288923"/>
                            <a:pt x="219266" y="1287494"/>
                            <a:pt x="217170" y="1286161"/>
                          </a:cubicBezTo>
                          <a:cubicBezTo>
                            <a:pt x="215551" y="1285113"/>
                            <a:pt x="213931" y="1284161"/>
                            <a:pt x="212408" y="1283113"/>
                          </a:cubicBezTo>
                          <a:cubicBezTo>
                            <a:pt x="199644" y="1274921"/>
                            <a:pt x="187166" y="1266634"/>
                            <a:pt x="174974" y="1258062"/>
                          </a:cubicBezTo>
                          <a:lnTo>
                            <a:pt x="0" y="1633061"/>
                          </a:lnTo>
                          <a:cubicBezTo>
                            <a:pt x="76105" y="1683353"/>
                            <a:pt x="162020" y="1725835"/>
                            <a:pt x="257746" y="1760506"/>
                          </a:cubicBezTo>
                          <a:cubicBezTo>
                            <a:pt x="353473" y="1795177"/>
                            <a:pt x="449866" y="1818704"/>
                            <a:pt x="546830" y="1831181"/>
                          </a:cubicBezTo>
                          <a:lnTo>
                            <a:pt x="548354" y="2105406"/>
                          </a:lnTo>
                          <a:lnTo>
                            <a:pt x="716947" y="2111502"/>
                          </a:lnTo>
                          <a:lnTo>
                            <a:pt x="715518" y="1841659"/>
                          </a:lnTo>
                          <a:cubicBezTo>
                            <a:pt x="779526" y="1838801"/>
                            <a:pt x="842010" y="1828800"/>
                            <a:pt x="902399" y="1810893"/>
                          </a:cubicBezTo>
                          <a:close/>
                          <a:moveTo>
                            <a:pt x="569595" y="665893"/>
                          </a:moveTo>
                          <a:lnTo>
                            <a:pt x="569595" y="673322"/>
                          </a:lnTo>
                          <a:lnTo>
                            <a:pt x="569595" y="681704"/>
                          </a:lnTo>
                          <a:lnTo>
                            <a:pt x="569690" y="695135"/>
                          </a:lnTo>
                          <a:lnTo>
                            <a:pt x="569786" y="707708"/>
                          </a:lnTo>
                          <a:lnTo>
                            <a:pt x="569881" y="722281"/>
                          </a:lnTo>
                          <a:lnTo>
                            <a:pt x="569976" y="735330"/>
                          </a:lnTo>
                          <a:lnTo>
                            <a:pt x="570071" y="748760"/>
                          </a:lnTo>
                          <a:lnTo>
                            <a:pt x="570167" y="763810"/>
                          </a:lnTo>
                          <a:lnTo>
                            <a:pt x="570262" y="779050"/>
                          </a:lnTo>
                          <a:cubicBezTo>
                            <a:pt x="563594" y="776002"/>
                            <a:pt x="557403" y="772858"/>
                            <a:pt x="551498" y="769715"/>
                          </a:cubicBezTo>
                          <a:cubicBezTo>
                            <a:pt x="551307" y="769620"/>
                            <a:pt x="551117" y="769525"/>
                            <a:pt x="550926" y="769430"/>
                          </a:cubicBezTo>
                          <a:cubicBezTo>
                            <a:pt x="548640" y="768191"/>
                            <a:pt x="546735" y="766953"/>
                            <a:pt x="544544" y="765715"/>
                          </a:cubicBezTo>
                          <a:cubicBezTo>
                            <a:pt x="541211" y="763810"/>
                            <a:pt x="537782" y="761905"/>
                            <a:pt x="534734" y="759905"/>
                          </a:cubicBezTo>
                          <a:cubicBezTo>
                            <a:pt x="534448" y="759714"/>
                            <a:pt x="534162" y="759619"/>
                            <a:pt x="533972" y="759428"/>
                          </a:cubicBezTo>
                          <a:cubicBezTo>
                            <a:pt x="532448" y="758476"/>
                            <a:pt x="531114" y="757428"/>
                            <a:pt x="529685" y="756476"/>
                          </a:cubicBezTo>
                          <a:cubicBezTo>
                            <a:pt x="526828" y="754571"/>
                            <a:pt x="524161" y="752570"/>
                            <a:pt x="521589" y="750665"/>
                          </a:cubicBezTo>
                          <a:cubicBezTo>
                            <a:pt x="521113" y="750284"/>
                            <a:pt x="520541" y="749903"/>
                            <a:pt x="520065" y="749522"/>
                          </a:cubicBezTo>
                          <a:cubicBezTo>
                            <a:pt x="519684" y="749141"/>
                            <a:pt x="519113" y="748856"/>
                            <a:pt x="518732" y="748570"/>
                          </a:cubicBezTo>
                          <a:cubicBezTo>
                            <a:pt x="517493" y="747617"/>
                            <a:pt x="516636" y="746570"/>
                            <a:pt x="515493" y="745617"/>
                          </a:cubicBezTo>
                          <a:cubicBezTo>
                            <a:pt x="513779" y="744093"/>
                            <a:pt x="512064" y="742569"/>
                            <a:pt x="510445" y="741045"/>
                          </a:cubicBezTo>
                          <a:cubicBezTo>
                            <a:pt x="509302" y="739902"/>
                            <a:pt x="507873" y="738854"/>
                            <a:pt x="506730" y="737711"/>
                          </a:cubicBezTo>
                          <a:cubicBezTo>
                            <a:pt x="504254" y="735139"/>
                            <a:pt x="502348" y="732377"/>
                            <a:pt x="500348" y="729615"/>
                          </a:cubicBezTo>
                          <a:cubicBezTo>
                            <a:pt x="499872" y="728948"/>
                            <a:pt x="499205" y="728282"/>
                            <a:pt x="498729" y="727520"/>
                          </a:cubicBezTo>
                          <a:cubicBezTo>
                            <a:pt x="497777" y="726091"/>
                            <a:pt x="496919" y="724662"/>
                            <a:pt x="496062" y="723233"/>
                          </a:cubicBezTo>
                          <a:cubicBezTo>
                            <a:pt x="495300" y="721900"/>
                            <a:pt x="494633" y="720471"/>
                            <a:pt x="493967" y="719042"/>
                          </a:cubicBezTo>
                          <a:cubicBezTo>
                            <a:pt x="493395" y="717899"/>
                            <a:pt x="492728" y="716756"/>
                            <a:pt x="492157" y="715518"/>
                          </a:cubicBezTo>
                          <a:cubicBezTo>
                            <a:pt x="491395" y="713804"/>
                            <a:pt x="490728" y="712089"/>
                            <a:pt x="490157" y="710279"/>
                          </a:cubicBezTo>
                          <a:cubicBezTo>
                            <a:pt x="489775" y="709232"/>
                            <a:pt x="489585" y="708089"/>
                            <a:pt x="489299" y="707041"/>
                          </a:cubicBezTo>
                          <a:cubicBezTo>
                            <a:pt x="488537" y="704469"/>
                            <a:pt x="487680" y="701993"/>
                            <a:pt x="487204" y="699230"/>
                          </a:cubicBezTo>
                          <a:cubicBezTo>
                            <a:pt x="487204" y="698945"/>
                            <a:pt x="487013" y="698754"/>
                            <a:pt x="487013" y="698564"/>
                          </a:cubicBezTo>
                          <a:cubicBezTo>
                            <a:pt x="486918" y="698278"/>
                            <a:pt x="486918" y="697992"/>
                            <a:pt x="486918" y="697611"/>
                          </a:cubicBezTo>
                          <a:cubicBezTo>
                            <a:pt x="486632" y="695801"/>
                            <a:pt x="486632" y="693896"/>
                            <a:pt x="486442" y="691991"/>
                          </a:cubicBezTo>
                          <a:cubicBezTo>
                            <a:pt x="486156" y="689705"/>
                            <a:pt x="485870" y="687419"/>
                            <a:pt x="485870" y="684943"/>
                          </a:cubicBezTo>
                          <a:cubicBezTo>
                            <a:pt x="485870" y="683990"/>
                            <a:pt x="485680" y="683133"/>
                            <a:pt x="485584" y="682181"/>
                          </a:cubicBezTo>
                          <a:cubicBezTo>
                            <a:pt x="485584" y="680847"/>
                            <a:pt x="485870" y="679609"/>
                            <a:pt x="485870" y="678275"/>
                          </a:cubicBezTo>
                          <a:cubicBezTo>
                            <a:pt x="485965" y="676370"/>
                            <a:pt x="486156" y="674465"/>
                            <a:pt x="486346" y="672560"/>
                          </a:cubicBezTo>
                          <a:cubicBezTo>
                            <a:pt x="486537" y="671132"/>
                            <a:pt x="486442" y="669608"/>
                            <a:pt x="486728" y="668274"/>
                          </a:cubicBezTo>
                          <a:cubicBezTo>
                            <a:pt x="486918" y="666941"/>
                            <a:pt x="487299" y="665607"/>
                            <a:pt x="487585" y="664369"/>
                          </a:cubicBezTo>
                          <a:cubicBezTo>
                            <a:pt x="487680" y="663893"/>
                            <a:pt x="487871" y="663512"/>
                            <a:pt x="487966" y="663131"/>
                          </a:cubicBezTo>
                          <a:cubicBezTo>
                            <a:pt x="488347" y="661702"/>
                            <a:pt x="488728" y="660273"/>
                            <a:pt x="489204" y="658939"/>
                          </a:cubicBezTo>
                          <a:cubicBezTo>
                            <a:pt x="489490" y="657892"/>
                            <a:pt x="489775" y="656749"/>
                            <a:pt x="490157" y="655701"/>
                          </a:cubicBezTo>
                          <a:cubicBezTo>
                            <a:pt x="490633" y="654368"/>
                            <a:pt x="491109" y="653129"/>
                            <a:pt x="491681" y="651891"/>
                          </a:cubicBezTo>
                          <a:cubicBezTo>
                            <a:pt x="491776" y="651605"/>
                            <a:pt x="492061" y="651320"/>
                            <a:pt x="492157" y="651034"/>
                          </a:cubicBezTo>
                          <a:cubicBezTo>
                            <a:pt x="492823" y="649605"/>
                            <a:pt x="493681" y="648272"/>
                            <a:pt x="494443" y="646938"/>
                          </a:cubicBezTo>
                          <a:cubicBezTo>
                            <a:pt x="495014" y="645890"/>
                            <a:pt x="495490" y="644747"/>
                            <a:pt x="496157" y="643795"/>
                          </a:cubicBezTo>
                          <a:cubicBezTo>
                            <a:pt x="496729" y="642937"/>
                            <a:pt x="497205" y="642080"/>
                            <a:pt x="497777" y="641223"/>
                          </a:cubicBezTo>
                          <a:cubicBezTo>
                            <a:pt x="498824" y="639794"/>
                            <a:pt x="500253" y="638556"/>
                            <a:pt x="501396" y="637223"/>
                          </a:cubicBezTo>
                          <a:cubicBezTo>
                            <a:pt x="502634" y="635794"/>
                            <a:pt x="503777" y="634365"/>
                            <a:pt x="505206" y="633032"/>
                          </a:cubicBezTo>
                          <a:cubicBezTo>
                            <a:pt x="506159" y="632079"/>
                            <a:pt x="507206" y="631222"/>
                            <a:pt x="508254" y="630364"/>
                          </a:cubicBezTo>
                          <a:cubicBezTo>
                            <a:pt x="510826" y="628269"/>
                            <a:pt x="513588" y="626364"/>
                            <a:pt x="516636" y="624554"/>
                          </a:cubicBezTo>
                          <a:cubicBezTo>
                            <a:pt x="517874" y="623792"/>
                            <a:pt x="519303" y="623126"/>
                            <a:pt x="520636" y="622364"/>
                          </a:cubicBezTo>
                          <a:cubicBezTo>
                            <a:pt x="523589" y="620839"/>
                            <a:pt x="526637" y="619506"/>
                            <a:pt x="529971" y="618173"/>
                          </a:cubicBezTo>
                          <a:cubicBezTo>
                            <a:pt x="531400" y="617601"/>
                            <a:pt x="532829" y="617030"/>
                            <a:pt x="534353" y="616553"/>
                          </a:cubicBezTo>
                          <a:cubicBezTo>
                            <a:pt x="544544" y="613124"/>
                            <a:pt x="556165" y="610648"/>
                            <a:pt x="569500" y="609410"/>
                          </a:cubicBezTo>
                          <a:lnTo>
                            <a:pt x="569500" y="615791"/>
                          </a:lnTo>
                          <a:lnTo>
                            <a:pt x="569500" y="619792"/>
                          </a:lnTo>
                          <a:lnTo>
                            <a:pt x="569500" y="623316"/>
                          </a:lnTo>
                          <a:lnTo>
                            <a:pt x="569500" y="626745"/>
                          </a:lnTo>
                          <a:lnTo>
                            <a:pt x="569500" y="630174"/>
                          </a:lnTo>
                          <a:lnTo>
                            <a:pt x="569500" y="633794"/>
                          </a:lnTo>
                          <a:lnTo>
                            <a:pt x="569500" y="637604"/>
                          </a:lnTo>
                          <a:lnTo>
                            <a:pt x="569500" y="641795"/>
                          </a:lnTo>
                          <a:lnTo>
                            <a:pt x="569500" y="646557"/>
                          </a:lnTo>
                          <a:lnTo>
                            <a:pt x="569500" y="652082"/>
                          </a:lnTo>
                          <a:lnTo>
                            <a:pt x="569500" y="658654"/>
                          </a:lnTo>
                          <a:lnTo>
                            <a:pt x="569595" y="665893"/>
                          </a:lnTo>
                          <a:close/>
                          <a:moveTo>
                            <a:pt x="682561" y="1284637"/>
                          </a:moveTo>
                          <a:cubicBezTo>
                            <a:pt x="710660" y="1297591"/>
                            <a:pt x="733234" y="1312069"/>
                            <a:pt x="750189" y="1328357"/>
                          </a:cubicBezTo>
                          <a:cubicBezTo>
                            <a:pt x="767048" y="1344549"/>
                            <a:pt x="775621" y="1363123"/>
                            <a:pt x="775716" y="1383887"/>
                          </a:cubicBezTo>
                          <a:cubicBezTo>
                            <a:pt x="775811" y="1401128"/>
                            <a:pt x="770001" y="1415129"/>
                            <a:pt x="758857" y="1426083"/>
                          </a:cubicBezTo>
                          <a:cubicBezTo>
                            <a:pt x="757619" y="1427321"/>
                            <a:pt x="756571" y="1428655"/>
                            <a:pt x="755237" y="1429798"/>
                          </a:cubicBezTo>
                          <a:cubicBezTo>
                            <a:pt x="755142" y="1429893"/>
                            <a:pt x="755047" y="1429988"/>
                            <a:pt x="754952" y="1430084"/>
                          </a:cubicBezTo>
                          <a:cubicBezTo>
                            <a:pt x="751713" y="1432655"/>
                            <a:pt x="747998" y="1435037"/>
                            <a:pt x="743807" y="1437132"/>
                          </a:cubicBezTo>
                          <a:cubicBezTo>
                            <a:pt x="739331" y="1439323"/>
                            <a:pt x="734378" y="1441228"/>
                            <a:pt x="728758" y="1442942"/>
                          </a:cubicBezTo>
                          <a:cubicBezTo>
                            <a:pt x="726948" y="1443514"/>
                            <a:pt x="725043" y="1443990"/>
                            <a:pt x="723138" y="1444466"/>
                          </a:cubicBezTo>
                          <a:cubicBezTo>
                            <a:pt x="721900" y="1444752"/>
                            <a:pt x="720757" y="1445038"/>
                            <a:pt x="719519" y="1445324"/>
                          </a:cubicBezTo>
                          <a:cubicBezTo>
                            <a:pt x="717232" y="1445800"/>
                            <a:pt x="714947" y="1446276"/>
                            <a:pt x="712470" y="1446657"/>
                          </a:cubicBezTo>
                          <a:cubicBezTo>
                            <a:pt x="711708" y="1446752"/>
                            <a:pt x="710851" y="1446943"/>
                            <a:pt x="710089" y="1447038"/>
                          </a:cubicBezTo>
                          <a:cubicBezTo>
                            <a:pt x="706946" y="1447514"/>
                            <a:pt x="703707" y="1447991"/>
                            <a:pt x="700278" y="1448372"/>
                          </a:cubicBezTo>
                          <a:cubicBezTo>
                            <a:pt x="699897" y="1448372"/>
                            <a:pt x="699611" y="1448467"/>
                            <a:pt x="699230" y="1448467"/>
                          </a:cubicBezTo>
                          <a:cubicBezTo>
                            <a:pt x="694182" y="1449038"/>
                            <a:pt x="689038" y="1449515"/>
                            <a:pt x="683514" y="1449800"/>
                          </a:cubicBezTo>
                          <a:lnTo>
                            <a:pt x="682561" y="1284637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6EA6FF">
                            <a:alpha val="100000"/>
                          </a:srgbClr>
                        </a:gs>
                        <a:gs pos="49610">
                          <a:srgbClr val="387BFF">
                            <a:alpha val="100000"/>
                          </a:srgbClr>
                        </a:gs>
                        <a:gs pos="97140">
                          <a:srgbClr val="105EDD">
                            <a:alpha val="100000"/>
                          </a:srgbClr>
                        </a:gs>
                      </a:gsLst>
                      <a:lin ang="564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7" name="AutoShape 107"/>
                    <p:cNvSpPr/>
                    <p:nvPr/>
                  </p:nvSpPr>
                  <p:spPr>
                    <a:xfrm>
                      <a:off x="5339238" y="2351055"/>
                      <a:ext cx="1162169" cy="20600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62169" h="2060067">
                          <a:moveTo>
                            <a:pt x="541401" y="2055781"/>
                          </a:moveTo>
                          <a:lnTo>
                            <a:pt x="540068" y="1805178"/>
                          </a:lnTo>
                          <a:cubicBezTo>
                            <a:pt x="539972" y="1792796"/>
                            <a:pt x="530828" y="1782413"/>
                            <a:pt x="518541" y="1780889"/>
                          </a:cubicBezTo>
                          <a:cubicBezTo>
                            <a:pt x="423863" y="1768793"/>
                            <a:pt x="328327" y="1745456"/>
                            <a:pt x="234696" y="1711547"/>
                          </a:cubicBezTo>
                          <a:cubicBezTo>
                            <a:pt x="148685" y="1680401"/>
                            <a:pt x="69914" y="1642301"/>
                            <a:pt x="0" y="1598295"/>
                          </a:cubicBezTo>
                          <a:lnTo>
                            <a:pt x="153638" y="1269016"/>
                          </a:lnTo>
                          <a:cubicBezTo>
                            <a:pt x="158020" y="1271873"/>
                            <a:pt x="172403" y="1281208"/>
                            <a:pt x="172403" y="1281208"/>
                          </a:cubicBezTo>
                          <a:lnTo>
                            <a:pt x="178975" y="1285399"/>
                          </a:lnTo>
                          <a:cubicBezTo>
                            <a:pt x="187452" y="1290733"/>
                            <a:pt x="196120" y="1296067"/>
                            <a:pt x="204978" y="1301401"/>
                          </a:cubicBezTo>
                          <a:lnTo>
                            <a:pt x="216313" y="1308164"/>
                          </a:lnTo>
                          <a:cubicBezTo>
                            <a:pt x="228791" y="1315498"/>
                            <a:pt x="241459" y="1322737"/>
                            <a:pt x="254413" y="1329785"/>
                          </a:cubicBezTo>
                          <a:cubicBezTo>
                            <a:pt x="258318" y="1331976"/>
                            <a:pt x="262890" y="1334452"/>
                            <a:pt x="267367" y="1336834"/>
                          </a:cubicBezTo>
                          <a:cubicBezTo>
                            <a:pt x="267367" y="1336834"/>
                            <a:pt x="278225" y="1342739"/>
                            <a:pt x="280321" y="1343787"/>
                          </a:cubicBezTo>
                          <a:lnTo>
                            <a:pt x="285655" y="1346549"/>
                          </a:lnTo>
                          <a:cubicBezTo>
                            <a:pt x="294418" y="1351121"/>
                            <a:pt x="303562" y="1355598"/>
                            <a:pt x="312992" y="1360170"/>
                          </a:cubicBezTo>
                          <a:lnTo>
                            <a:pt x="318421" y="1362742"/>
                          </a:lnTo>
                          <a:cubicBezTo>
                            <a:pt x="327660" y="1367123"/>
                            <a:pt x="337090" y="1371600"/>
                            <a:pt x="346901" y="1375981"/>
                          </a:cubicBezTo>
                          <a:lnTo>
                            <a:pt x="348996" y="1376934"/>
                          </a:lnTo>
                          <a:cubicBezTo>
                            <a:pt x="360997" y="1382268"/>
                            <a:pt x="372523" y="1387316"/>
                            <a:pt x="384334" y="1392269"/>
                          </a:cubicBezTo>
                          <a:cubicBezTo>
                            <a:pt x="394335" y="1396460"/>
                            <a:pt x="405384" y="1400747"/>
                            <a:pt x="417957" y="1405319"/>
                          </a:cubicBezTo>
                          <a:lnTo>
                            <a:pt x="420338" y="1406271"/>
                          </a:lnTo>
                          <a:lnTo>
                            <a:pt x="425863" y="1408176"/>
                          </a:lnTo>
                          <a:cubicBezTo>
                            <a:pt x="436055" y="1411796"/>
                            <a:pt x="446151" y="1415034"/>
                            <a:pt x="456343" y="1418177"/>
                          </a:cubicBezTo>
                          <a:lnTo>
                            <a:pt x="460439" y="1419511"/>
                          </a:lnTo>
                          <a:cubicBezTo>
                            <a:pt x="460724" y="1419606"/>
                            <a:pt x="465201" y="1420749"/>
                            <a:pt x="465201" y="1420749"/>
                          </a:cubicBezTo>
                          <a:cubicBezTo>
                            <a:pt x="476155" y="1423892"/>
                            <a:pt x="486156" y="1426655"/>
                            <a:pt x="496157" y="1429036"/>
                          </a:cubicBezTo>
                          <a:lnTo>
                            <a:pt x="503396" y="1430750"/>
                          </a:lnTo>
                          <a:cubicBezTo>
                            <a:pt x="505873" y="1431322"/>
                            <a:pt x="508254" y="1431798"/>
                            <a:pt x="510731" y="1432370"/>
                          </a:cubicBezTo>
                          <a:lnTo>
                            <a:pt x="520256" y="1434370"/>
                          </a:lnTo>
                          <a:cubicBezTo>
                            <a:pt x="526256" y="1435703"/>
                            <a:pt x="532257" y="1437037"/>
                            <a:pt x="538353" y="1438085"/>
                          </a:cubicBezTo>
                          <a:cubicBezTo>
                            <a:pt x="539782" y="1438370"/>
                            <a:pt x="541306" y="1438466"/>
                            <a:pt x="542735" y="1438466"/>
                          </a:cubicBezTo>
                          <a:cubicBezTo>
                            <a:pt x="548450" y="1438466"/>
                            <a:pt x="554165" y="1436465"/>
                            <a:pt x="558641" y="1432655"/>
                          </a:cubicBezTo>
                          <a:cubicBezTo>
                            <a:pt x="564261" y="1427893"/>
                            <a:pt x="567500" y="1420940"/>
                            <a:pt x="567404" y="1413605"/>
                          </a:cubicBezTo>
                          <a:lnTo>
                            <a:pt x="566357" y="1217390"/>
                          </a:lnTo>
                          <a:cubicBezTo>
                            <a:pt x="566261" y="1206627"/>
                            <a:pt x="559213" y="1197102"/>
                            <a:pt x="548926" y="1193959"/>
                          </a:cubicBezTo>
                          <a:cubicBezTo>
                            <a:pt x="514826" y="1183481"/>
                            <a:pt x="480441" y="1171385"/>
                            <a:pt x="446532" y="1158240"/>
                          </a:cubicBezTo>
                          <a:cubicBezTo>
                            <a:pt x="437769" y="1154811"/>
                            <a:pt x="428911" y="1151382"/>
                            <a:pt x="420148" y="1147667"/>
                          </a:cubicBezTo>
                          <a:cubicBezTo>
                            <a:pt x="409480" y="1143476"/>
                            <a:pt x="399479" y="1139381"/>
                            <a:pt x="389668" y="1135190"/>
                          </a:cubicBezTo>
                          <a:cubicBezTo>
                            <a:pt x="337661" y="1113282"/>
                            <a:pt x="291465" y="1090136"/>
                            <a:pt x="252508" y="1066324"/>
                          </a:cubicBezTo>
                          <a:cubicBezTo>
                            <a:pt x="206883" y="1038511"/>
                            <a:pt x="168974" y="1007269"/>
                            <a:pt x="139827" y="973360"/>
                          </a:cubicBezTo>
                          <a:cubicBezTo>
                            <a:pt x="111062" y="940022"/>
                            <a:pt x="89345" y="901827"/>
                            <a:pt x="75438" y="859822"/>
                          </a:cubicBezTo>
                          <a:cubicBezTo>
                            <a:pt x="61341" y="817340"/>
                            <a:pt x="54102" y="767906"/>
                            <a:pt x="53721" y="712946"/>
                          </a:cubicBezTo>
                          <a:cubicBezTo>
                            <a:pt x="53340" y="636270"/>
                            <a:pt x="65056" y="568262"/>
                            <a:pt x="88678" y="510826"/>
                          </a:cubicBezTo>
                          <a:cubicBezTo>
                            <a:pt x="112205" y="453295"/>
                            <a:pt x="144875" y="403670"/>
                            <a:pt x="185547" y="363284"/>
                          </a:cubicBezTo>
                          <a:cubicBezTo>
                            <a:pt x="226600" y="322517"/>
                            <a:pt x="275273" y="290132"/>
                            <a:pt x="330041" y="266986"/>
                          </a:cubicBezTo>
                          <a:cubicBezTo>
                            <a:pt x="346901" y="259842"/>
                            <a:pt x="365093" y="253270"/>
                            <a:pt x="384239" y="247460"/>
                          </a:cubicBezTo>
                          <a:cubicBezTo>
                            <a:pt x="391478" y="245269"/>
                            <a:pt x="398812" y="243173"/>
                            <a:pt x="406241" y="241268"/>
                          </a:cubicBezTo>
                          <a:lnTo>
                            <a:pt x="413576" y="239363"/>
                          </a:lnTo>
                          <a:cubicBezTo>
                            <a:pt x="422720" y="237077"/>
                            <a:pt x="431864" y="235077"/>
                            <a:pt x="441103" y="233363"/>
                          </a:cubicBezTo>
                          <a:cubicBezTo>
                            <a:pt x="443103" y="232982"/>
                            <a:pt x="450818" y="231648"/>
                            <a:pt x="450818" y="231648"/>
                          </a:cubicBezTo>
                          <a:cubicBezTo>
                            <a:pt x="456533" y="230696"/>
                            <a:pt x="462248" y="229743"/>
                            <a:pt x="467963" y="228886"/>
                          </a:cubicBezTo>
                          <a:cubicBezTo>
                            <a:pt x="471583" y="228410"/>
                            <a:pt x="475202" y="227933"/>
                            <a:pt x="478822" y="227457"/>
                          </a:cubicBezTo>
                          <a:cubicBezTo>
                            <a:pt x="484156" y="226790"/>
                            <a:pt x="489490" y="226219"/>
                            <a:pt x="494824" y="225647"/>
                          </a:cubicBezTo>
                          <a:lnTo>
                            <a:pt x="498634" y="225266"/>
                          </a:lnTo>
                          <a:cubicBezTo>
                            <a:pt x="501872" y="224885"/>
                            <a:pt x="505206" y="224600"/>
                            <a:pt x="508540" y="224314"/>
                          </a:cubicBezTo>
                          <a:cubicBezTo>
                            <a:pt x="521494" y="223361"/>
                            <a:pt x="531400" y="212503"/>
                            <a:pt x="531400" y="199549"/>
                          </a:cubicBezTo>
                          <a:lnTo>
                            <a:pt x="530352" y="0"/>
                          </a:lnTo>
                          <a:lnTo>
                            <a:pt x="649605" y="4286"/>
                          </a:lnTo>
                          <a:lnTo>
                            <a:pt x="650748" y="208026"/>
                          </a:lnTo>
                          <a:cubicBezTo>
                            <a:pt x="650843" y="220028"/>
                            <a:pt x="659511" y="230314"/>
                            <a:pt x="671417" y="232219"/>
                          </a:cubicBezTo>
                          <a:cubicBezTo>
                            <a:pt x="685038" y="234506"/>
                            <a:pt x="699421" y="237173"/>
                            <a:pt x="716756" y="240887"/>
                          </a:cubicBezTo>
                          <a:cubicBezTo>
                            <a:pt x="721328" y="241840"/>
                            <a:pt x="725805" y="242792"/>
                            <a:pt x="730187" y="243745"/>
                          </a:cubicBezTo>
                          <a:cubicBezTo>
                            <a:pt x="735806" y="244983"/>
                            <a:pt x="741426" y="246316"/>
                            <a:pt x="747046" y="247650"/>
                          </a:cubicBezTo>
                          <a:cubicBezTo>
                            <a:pt x="752475" y="248984"/>
                            <a:pt x="757809" y="250317"/>
                            <a:pt x="763238" y="251746"/>
                          </a:cubicBezTo>
                          <a:cubicBezTo>
                            <a:pt x="768763" y="253175"/>
                            <a:pt x="774192" y="254699"/>
                            <a:pt x="779621" y="256223"/>
                          </a:cubicBezTo>
                          <a:cubicBezTo>
                            <a:pt x="787813" y="258509"/>
                            <a:pt x="795433" y="260604"/>
                            <a:pt x="803053" y="262985"/>
                          </a:cubicBezTo>
                          <a:cubicBezTo>
                            <a:pt x="824675" y="269748"/>
                            <a:pt x="846011" y="276892"/>
                            <a:pt x="866585" y="284417"/>
                          </a:cubicBezTo>
                          <a:cubicBezTo>
                            <a:pt x="888206" y="292322"/>
                            <a:pt x="907923" y="300133"/>
                            <a:pt x="926211" y="307943"/>
                          </a:cubicBezTo>
                          <a:cubicBezTo>
                            <a:pt x="936308" y="312230"/>
                            <a:pt x="946309" y="316516"/>
                            <a:pt x="956024" y="320897"/>
                          </a:cubicBezTo>
                          <a:lnTo>
                            <a:pt x="958120" y="321850"/>
                          </a:lnTo>
                          <a:cubicBezTo>
                            <a:pt x="970121" y="327184"/>
                            <a:pt x="981742" y="332613"/>
                            <a:pt x="993267" y="338138"/>
                          </a:cubicBezTo>
                          <a:lnTo>
                            <a:pt x="1002506" y="342614"/>
                          </a:lnTo>
                          <a:cubicBezTo>
                            <a:pt x="1014413" y="348425"/>
                            <a:pt x="1026223" y="354235"/>
                            <a:pt x="1037558" y="360236"/>
                          </a:cubicBezTo>
                          <a:lnTo>
                            <a:pt x="1113377" y="400241"/>
                          </a:lnTo>
                          <a:lnTo>
                            <a:pt x="961358" y="706469"/>
                          </a:lnTo>
                          <a:cubicBezTo>
                            <a:pt x="958501" y="704564"/>
                            <a:pt x="949643" y="698945"/>
                            <a:pt x="949643" y="698945"/>
                          </a:cubicBezTo>
                          <a:cubicBezTo>
                            <a:pt x="945166" y="696087"/>
                            <a:pt x="940689" y="693230"/>
                            <a:pt x="936022" y="690372"/>
                          </a:cubicBezTo>
                          <a:lnTo>
                            <a:pt x="934022" y="689134"/>
                          </a:lnTo>
                          <a:cubicBezTo>
                            <a:pt x="916781" y="678656"/>
                            <a:pt x="898874" y="668655"/>
                            <a:pt x="880777" y="659225"/>
                          </a:cubicBezTo>
                          <a:cubicBezTo>
                            <a:pt x="850106" y="641890"/>
                            <a:pt x="814007" y="624745"/>
                            <a:pt x="774097" y="608648"/>
                          </a:cubicBezTo>
                          <a:cubicBezTo>
                            <a:pt x="734663" y="592931"/>
                            <a:pt x="693992" y="580168"/>
                            <a:pt x="653225" y="570929"/>
                          </a:cubicBezTo>
                          <a:cubicBezTo>
                            <a:pt x="651415" y="570548"/>
                            <a:pt x="649605" y="570357"/>
                            <a:pt x="647795" y="570357"/>
                          </a:cubicBezTo>
                          <a:cubicBezTo>
                            <a:pt x="642271" y="570357"/>
                            <a:pt x="636746" y="572262"/>
                            <a:pt x="632365" y="575786"/>
                          </a:cubicBezTo>
                          <a:cubicBezTo>
                            <a:pt x="626459" y="580454"/>
                            <a:pt x="623126" y="587597"/>
                            <a:pt x="623126" y="595122"/>
                          </a:cubicBezTo>
                          <a:lnTo>
                            <a:pt x="624173" y="795814"/>
                          </a:lnTo>
                          <a:cubicBezTo>
                            <a:pt x="624269" y="806863"/>
                            <a:pt x="631603" y="816483"/>
                            <a:pt x="642176" y="819436"/>
                          </a:cubicBezTo>
                          <a:cubicBezTo>
                            <a:pt x="643509" y="819817"/>
                            <a:pt x="649415" y="821722"/>
                            <a:pt x="649415" y="821722"/>
                          </a:cubicBezTo>
                          <a:cubicBezTo>
                            <a:pt x="654177" y="823151"/>
                            <a:pt x="659035" y="824675"/>
                            <a:pt x="663988" y="826484"/>
                          </a:cubicBezTo>
                          <a:cubicBezTo>
                            <a:pt x="669036" y="828294"/>
                            <a:pt x="674180" y="830104"/>
                            <a:pt x="679514" y="832295"/>
                          </a:cubicBezTo>
                          <a:cubicBezTo>
                            <a:pt x="686372" y="835057"/>
                            <a:pt x="693420" y="837819"/>
                            <a:pt x="700564" y="840391"/>
                          </a:cubicBezTo>
                          <a:cubicBezTo>
                            <a:pt x="709232" y="843534"/>
                            <a:pt x="717328" y="846392"/>
                            <a:pt x="725615" y="849059"/>
                          </a:cubicBezTo>
                          <a:cubicBezTo>
                            <a:pt x="740569" y="854488"/>
                            <a:pt x="755904" y="860203"/>
                            <a:pt x="770954" y="866108"/>
                          </a:cubicBezTo>
                          <a:lnTo>
                            <a:pt x="778383" y="869061"/>
                          </a:lnTo>
                          <a:cubicBezTo>
                            <a:pt x="792575" y="874681"/>
                            <a:pt x="806387" y="880301"/>
                            <a:pt x="819817" y="886016"/>
                          </a:cubicBezTo>
                          <a:lnTo>
                            <a:pt x="825532" y="888492"/>
                          </a:lnTo>
                          <a:cubicBezTo>
                            <a:pt x="836581" y="893255"/>
                            <a:pt x="847344" y="898208"/>
                            <a:pt x="858012" y="903065"/>
                          </a:cubicBezTo>
                          <a:lnTo>
                            <a:pt x="870395" y="908780"/>
                          </a:lnTo>
                          <a:cubicBezTo>
                            <a:pt x="883444" y="914972"/>
                            <a:pt x="896303" y="921258"/>
                            <a:pt x="908685" y="927735"/>
                          </a:cubicBezTo>
                          <a:cubicBezTo>
                            <a:pt x="912685" y="929831"/>
                            <a:pt x="916686" y="932021"/>
                            <a:pt x="920687" y="934117"/>
                          </a:cubicBezTo>
                          <a:lnTo>
                            <a:pt x="922306" y="934974"/>
                          </a:lnTo>
                          <a:cubicBezTo>
                            <a:pt x="926973" y="937451"/>
                            <a:pt x="931450" y="940022"/>
                            <a:pt x="935927" y="942594"/>
                          </a:cubicBezTo>
                          <a:lnTo>
                            <a:pt x="943832" y="947166"/>
                          </a:lnTo>
                          <a:cubicBezTo>
                            <a:pt x="948500" y="949928"/>
                            <a:pt x="953167" y="952786"/>
                            <a:pt x="957739" y="955739"/>
                          </a:cubicBezTo>
                          <a:lnTo>
                            <a:pt x="964121" y="959644"/>
                          </a:lnTo>
                          <a:cubicBezTo>
                            <a:pt x="970788" y="963930"/>
                            <a:pt x="977265" y="968312"/>
                            <a:pt x="983647" y="972693"/>
                          </a:cubicBezTo>
                          <a:lnTo>
                            <a:pt x="986028" y="974408"/>
                          </a:lnTo>
                          <a:cubicBezTo>
                            <a:pt x="991552" y="978313"/>
                            <a:pt x="996982" y="982313"/>
                            <a:pt x="1002316" y="986314"/>
                          </a:cubicBezTo>
                          <a:lnTo>
                            <a:pt x="1007650" y="990505"/>
                          </a:lnTo>
                          <a:cubicBezTo>
                            <a:pt x="1012412" y="994220"/>
                            <a:pt x="1017080" y="998030"/>
                            <a:pt x="1021652" y="1001839"/>
                          </a:cubicBezTo>
                          <a:lnTo>
                            <a:pt x="1027367" y="1006697"/>
                          </a:lnTo>
                          <a:cubicBezTo>
                            <a:pt x="1032319" y="1010984"/>
                            <a:pt x="1037177" y="1015365"/>
                            <a:pt x="1041940" y="1019747"/>
                          </a:cubicBezTo>
                          <a:lnTo>
                            <a:pt x="1045845" y="1023366"/>
                          </a:lnTo>
                          <a:cubicBezTo>
                            <a:pt x="1051751" y="1028986"/>
                            <a:pt x="1057751" y="1035272"/>
                            <a:pt x="1064705" y="1043083"/>
                          </a:cubicBezTo>
                          <a:lnTo>
                            <a:pt x="1068515" y="1047464"/>
                          </a:lnTo>
                          <a:cubicBezTo>
                            <a:pt x="1074611" y="1054418"/>
                            <a:pt x="1080135" y="1061371"/>
                            <a:pt x="1085183" y="1068229"/>
                          </a:cubicBezTo>
                          <a:lnTo>
                            <a:pt x="1087660" y="1071658"/>
                          </a:lnTo>
                          <a:cubicBezTo>
                            <a:pt x="1092803" y="1078706"/>
                            <a:pt x="1097661" y="1086041"/>
                            <a:pt x="1102233" y="1093375"/>
                          </a:cubicBezTo>
                          <a:lnTo>
                            <a:pt x="1104138" y="1096423"/>
                          </a:lnTo>
                          <a:cubicBezTo>
                            <a:pt x="1108615" y="1103852"/>
                            <a:pt x="1113092" y="1111853"/>
                            <a:pt x="1117664" y="1120997"/>
                          </a:cubicBezTo>
                          <a:lnTo>
                            <a:pt x="1120426" y="1126522"/>
                          </a:lnTo>
                          <a:cubicBezTo>
                            <a:pt x="1124903" y="1135761"/>
                            <a:pt x="1128332" y="1143476"/>
                            <a:pt x="1131284" y="1150811"/>
                          </a:cubicBezTo>
                          <a:cubicBezTo>
                            <a:pt x="1134618" y="1159002"/>
                            <a:pt x="1137857" y="1168241"/>
                            <a:pt x="1141381" y="1179862"/>
                          </a:cubicBezTo>
                          <a:lnTo>
                            <a:pt x="1143381" y="1186529"/>
                          </a:lnTo>
                          <a:cubicBezTo>
                            <a:pt x="1144238" y="1189577"/>
                            <a:pt x="1145000" y="1192625"/>
                            <a:pt x="1145858" y="1195673"/>
                          </a:cubicBezTo>
                          <a:cubicBezTo>
                            <a:pt x="1147001" y="1200055"/>
                            <a:pt x="1147953" y="1203579"/>
                            <a:pt x="1148715" y="1207294"/>
                          </a:cubicBezTo>
                          <a:cubicBezTo>
                            <a:pt x="1149477" y="1210723"/>
                            <a:pt x="1150239" y="1214247"/>
                            <a:pt x="1151001" y="1217676"/>
                          </a:cubicBezTo>
                          <a:cubicBezTo>
                            <a:pt x="1151763" y="1221486"/>
                            <a:pt x="1152525" y="1225296"/>
                            <a:pt x="1153287" y="1229201"/>
                          </a:cubicBezTo>
                          <a:cubicBezTo>
                            <a:pt x="1153859" y="1232345"/>
                            <a:pt x="1154335" y="1235393"/>
                            <a:pt x="1154811" y="1238441"/>
                          </a:cubicBezTo>
                          <a:cubicBezTo>
                            <a:pt x="1155478" y="1242727"/>
                            <a:pt x="1156145" y="1247013"/>
                            <a:pt x="1156716" y="1251299"/>
                          </a:cubicBezTo>
                          <a:cubicBezTo>
                            <a:pt x="1157097" y="1254443"/>
                            <a:pt x="1157573" y="1257681"/>
                            <a:pt x="1157954" y="1260920"/>
                          </a:cubicBezTo>
                          <a:cubicBezTo>
                            <a:pt x="1158526" y="1265396"/>
                            <a:pt x="1158907" y="1269873"/>
                            <a:pt x="1159383" y="1274445"/>
                          </a:cubicBezTo>
                          <a:cubicBezTo>
                            <a:pt x="1159669" y="1277874"/>
                            <a:pt x="1160050" y="1281208"/>
                            <a:pt x="1160240" y="1284637"/>
                          </a:cubicBezTo>
                          <a:cubicBezTo>
                            <a:pt x="1160621" y="1289399"/>
                            <a:pt x="1160907" y="1294162"/>
                            <a:pt x="1161098" y="1298924"/>
                          </a:cubicBezTo>
                          <a:lnTo>
                            <a:pt x="1161574" y="1309211"/>
                          </a:lnTo>
                          <a:cubicBezTo>
                            <a:pt x="1161860" y="1316927"/>
                            <a:pt x="1162050" y="1324642"/>
                            <a:pt x="1162145" y="1332548"/>
                          </a:cubicBezTo>
                          <a:cubicBezTo>
                            <a:pt x="1162241" y="1342835"/>
                            <a:pt x="1162050" y="1353026"/>
                            <a:pt x="1161669" y="1362932"/>
                          </a:cubicBezTo>
                          <a:cubicBezTo>
                            <a:pt x="1161288" y="1374553"/>
                            <a:pt x="1160431" y="1386650"/>
                            <a:pt x="1159193" y="1399794"/>
                          </a:cubicBezTo>
                          <a:cubicBezTo>
                            <a:pt x="1158907" y="1402937"/>
                            <a:pt x="1158526" y="1405985"/>
                            <a:pt x="1158240" y="1409033"/>
                          </a:cubicBezTo>
                          <a:lnTo>
                            <a:pt x="1158050" y="1410557"/>
                          </a:lnTo>
                          <a:cubicBezTo>
                            <a:pt x="1157192" y="1417892"/>
                            <a:pt x="1156335" y="1425035"/>
                            <a:pt x="1155192" y="1431989"/>
                          </a:cubicBezTo>
                          <a:lnTo>
                            <a:pt x="1155002" y="1433322"/>
                          </a:lnTo>
                          <a:cubicBezTo>
                            <a:pt x="1154525" y="1436656"/>
                            <a:pt x="1153954" y="1439894"/>
                            <a:pt x="1153382" y="1443133"/>
                          </a:cubicBezTo>
                          <a:cubicBezTo>
                            <a:pt x="1152335" y="1449038"/>
                            <a:pt x="1151096" y="1454849"/>
                            <a:pt x="1149953" y="1460659"/>
                          </a:cubicBezTo>
                          <a:lnTo>
                            <a:pt x="1149382" y="1463421"/>
                          </a:lnTo>
                          <a:cubicBezTo>
                            <a:pt x="1148810" y="1466088"/>
                            <a:pt x="1148239" y="1468850"/>
                            <a:pt x="1147667" y="1471422"/>
                          </a:cubicBezTo>
                          <a:cubicBezTo>
                            <a:pt x="1146429" y="1476566"/>
                            <a:pt x="1145000" y="1481519"/>
                            <a:pt x="1143667" y="1486567"/>
                          </a:cubicBezTo>
                          <a:lnTo>
                            <a:pt x="1142619" y="1490281"/>
                          </a:lnTo>
                          <a:cubicBezTo>
                            <a:pt x="1141952" y="1492568"/>
                            <a:pt x="1141381" y="1494854"/>
                            <a:pt x="1140714" y="1497044"/>
                          </a:cubicBezTo>
                          <a:cubicBezTo>
                            <a:pt x="1139476" y="1500950"/>
                            <a:pt x="1138142" y="1504760"/>
                            <a:pt x="1136809" y="1508570"/>
                          </a:cubicBezTo>
                          <a:lnTo>
                            <a:pt x="1134618" y="1514761"/>
                          </a:lnTo>
                          <a:cubicBezTo>
                            <a:pt x="1133951" y="1516761"/>
                            <a:pt x="1133189" y="1518856"/>
                            <a:pt x="1132427" y="1520857"/>
                          </a:cubicBezTo>
                          <a:cubicBezTo>
                            <a:pt x="1130999" y="1524476"/>
                            <a:pt x="1129475" y="1528096"/>
                            <a:pt x="1127951" y="1531715"/>
                          </a:cubicBezTo>
                          <a:lnTo>
                            <a:pt x="1125093" y="1538478"/>
                          </a:lnTo>
                          <a:cubicBezTo>
                            <a:pt x="1124331" y="1540478"/>
                            <a:pt x="1123474" y="1542383"/>
                            <a:pt x="1122617" y="1544384"/>
                          </a:cubicBezTo>
                          <a:cubicBezTo>
                            <a:pt x="1118807" y="1552385"/>
                            <a:pt x="1114520" y="1560767"/>
                            <a:pt x="1109091" y="1570673"/>
                          </a:cubicBezTo>
                          <a:cubicBezTo>
                            <a:pt x="1107091" y="1574197"/>
                            <a:pt x="1105186" y="1577721"/>
                            <a:pt x="1103186" y="1581150"/>
                          </a:cubicBezTo>
                          <a:lnTo>
                            <a:pt x="1099376" y="1587532"/>
                          </a:lnTo>
                          <a:cubicBezTo>
                            <a:pt x="1096613" y="1592104"/>
                            <a:pt x="1093756" y="1596485"/>
                            <a:pt x="1090803" y="1600867"/>
                          </a:cubicBezTo>
                          <a:lnTo>
                            <a:pt x="1088041" y="1605153"/>
                          </a:lnTo>
                          <a:cubicBezTo>
                            <a:pt x="1086612" y="1607153"/>
                            <a:pt x="1085183" y="1609154"/>
                            <a:pt x="1083659" y="1611154"/>
                          </a:cubicBezTo>
                          <a:lnTo>
                            <a:pt x="1079278" y="1617155"/>
                          </a:lnTo>
                          <a:cubicBezTo>
                            <a:pt x="1077849" y="1619060"/>
                            <a:pt x="1076516" y="1621060"/>
                            <a:pt x="1075087" y="1622965"/>
                          </a:cubicBezTo>
                          <a:cubicBezTo>
                            <a:pt x="1073658" y="1624775"/>
                            <a:pt x="1072229" y="1626584"/>
                            <a:pt x="1070705" y="1628394"/>
                          </a:cubicBezTo>
                          <a:lnTo>
                            <a:pt x="1066324" y="1633823"/>
                          </a:lnTo>
                          <a:cubicBezTo>
                            <a:pt x="1064705" y="1635824"/>
                            <a:pt x="1063085" y="1637824"/>
                            <a:pt x="1061466" y="1639729"/>
                          </a:cubicBezTo>
                          <a:lnTo>
                            <a:pt x="1059275" y="1642110"/>
                          </a:lnTo>
                          <a:cubicBezTo>
                            <a:pt x="1053941" y="1648111"/>
                            <a:pt x="1048226" y="1654112"/>
                            <a:pt x="1042130" y="1660112"/>
                          </a:cubicBezTo>
                          <a:cubicBezTo>
                            <a:pt x="1040416" y="1661827"/>
                            <a:pt x="1038701" y="1663446"/>
                            <a:pt x="1036987" y="1665065"/>
                          </a:cubicBezTo>
                          <a:cubicBezTo>
                            <a:pt x="1029462" y="1672209"/>
                            <a:pt x="1022699" y="1678115"/>
                            <a:pt x="1016413" y="1683163"/>
                          </a:cubicBezTo>
                          <a:cubicBezTo>
                            <a:pt x="1014603" y="1684592"/>
                            <a:pt x="1012698" y="1686020"/>
                            <a:pt x="1010793" y="1687449"/>
                          </a:cubicBezTo>
                          <a:lnTo>
                            <a:pt x="1004602" y="1692116"/>
                          </a:lnTo>
                          <a:cubicBezTo>
                            <a:pt x="1003078" y="1693355"/>
                            <a:pt x="1001459" y="1694498"/>
                            <a:pt x="999935" y="1695736"/>
                          </a:cubicBezTo>
                          <a:lnTo>
                            <a:pt x="994124" y="1699736"/>
                          </a:lnTo>
                          <a:cubicBezTo>
                            <a:pt x="990029" y="1702594"/>
                            <a:pt x="986504" y="1705166"/>
                            <a:pt x="982789" y="1707547"/>
                          </a:cubicBezTo>
                          <a:cubicBezTo>
                            <a:pt x="981361" y="1708499"/>
                            <a:pt x="980027" y="1709356"/>
                            <a:pt x="978598" y="1710119"/>
                          </a:cubicBezTo>
                          <a:lnTo>
                            <a:pt x="973074" y="1713548"/>
                          </a:lnTo>
                          <a:cubicBezTo>
                            <a:pt x="970407" y="1715262"/>
                            <a:pt x="967740" y="1716881"/>
                            <a:pt x="965073" y="1718501"/>
                          </a:cubicBezTo>
                          <a:cubicBezTo>
                            <a:pt x="963168" y="1719644"/>
                            <a:pt x="961454" y="1720596"/>
                            <a:pt x="959644" y="1721549"/>
                          </a:cubicBezTo>
                          <a:lnTo>
                            <a:pt x="955929" y="1723644"/>
                          </a:lnTo>
                          <a:cubicBezTo>
                            <a:pt x="952881" y="1725359"/>
                            <a:pt x="949833" y="1727073"/>
                            <a:pt x="946690" y="1728692"/>
                          </a:cubicBezTo>
                          <a:cubicBezTo>
                            <a:pt x="944880" y="1729645"/>
                            <a:pt x="943070" y="1730597"/>
                            <a:pt x="941165" y="1731455"/>
                          </a:cubicBezTo>
                          <a:lnTo>
                            <a:pt x="937165" y="1733455"/>
                          </a:lnTo>
                          <a:cubicBezTo>
                            <a:pt x="934117" y="1734979"/>
                            <a:pt x="930973" y="1736503"/>
                            <a:pt x="927830" y="1738027"/>
                          </a:cubicBezTo>
                          <a:cubicBezTo>
                            <a:pt x="925639" y="1739075"/>
                            <a:pt x="919163" y="1741837"/>
                            <a:pt x="919163" y="1741837"/>
                          </a:cubicBezTo>
                          <a:lnTo>
                            <a:pt x="917924" y="1742408"/>
                          </a:lnTo>
                          <a:cubicBezTo>
                            <a:pt x="914781" y="1743837"/>
                            <a:pt x="911638" y="1745171"/>
                            <a:pt x="908495" y="1746504"/>
                          </a:cubicBezTo>
                          <a:cubicBezTo>
                            <a:pt x="906304" y="1747361"/>
                            <a:pt x="899255" y="1750124"/>
                            <a:pt x="899255" y="1750124"/>
                          </a:cubicBezTo>
                          <a:cubicBezTo>
                            <a:pt x="895636" y="1751457"/>
                            <a:pt x="892016" y="1752886"/>
                            <a:pt x="888302" y="1754219"/>
                          </a:cubicBezTo>
                          <a:cubicBezTo>
                            <a:pt x="885825" y="1755077"/>
                            <a:pt x="878872" y="1757458"/>
                            <a:pt x="878872" y="1757458"/>
                          </a:cubicBezTo>
                          <a:lnTo>
                            <a:pt x="877729" y="1757839"/>
                          </a:lnTo>
                          <a:cubicBezTo>
                            <a:pt x="873252" y="1759363"/>
                            <a:pt x="868775" y="1760792"/>
                            <a:pt x="864203" y="1762220"/>
                          </a:cubicBezTo>
                          <a:cubicBezTo>
                            <a:pt x="806196" y="1779365"/>
                            <a:pt x="745236" y="1789176"/>
                            <a:pt x="683133" y="1791176"/>
                          </a:cubicBezTo>
                          <a:cubicBezTo>
                            <a:pt x="669798" y="1791652"/>
                            <a:pt x="659225" y="1802606"/>
                            <a:pt x="659225" y="1815941"/>
                          </a:cubicBezTo>
                          <a:lnTo>
                            <a:pt x="660559" y="2060067"/>
                          </a:lnTo>
                          <a:lnTo>
                            <a:pt x="541401" y="2055781"/>
                          </a:lnTo>
                          <a:close/>
                          <a:moveTo>
                            <a:pt x="651510" y="1234916"/>
                          </a:moveTo>
                          <a:cubicBezTo>
                            <a:pt x="646843" y="1234916"/>
                            <a:pt x="642176" y="1236250"/>
                            <a:pt x="638175" y="1238822"/>
                          </a:cubicBezTo>
                          <a:cubicBezTo>
                            <a:pt x="631127" y="1243394"/>
                            <a:pt x="626840" y="1251299"/>
                            <a:pt x="626840" y="1259681"/>
                          </a:cubicBezTo>
                          <a:lnTo>
                            <a:pt x="627698" y="1424654"/>
                          </a:lnTo>
                          <a:cubicBezTo>
                            <a:pt x="627698" y="1431417"/>
                            <a:pt x="630555" y="1437799"/>
                            <a:pt x="635413" y="1442466"/>
                          </a:cubicBezTo>
                          <a:cubicBezTo>
                            <a:pt x="639985" y="1446848"/>
                            <a:pt x="646081" y="1449229"/>
                            <a:pt x="652367" y="1449229"/>
                          </a:cubicBezTo>
                          <a:cubicBezTo>
                            <a:pt x="652748" y="1449229"/>
                            <a:pt x="653225" y="1449229"/>
                            <a:pt x="653606" y="1449229"/>
                          </a:cubicBezTo>
                          <a:cubicBezTo>
                            <a:pt x="659702" y="1448943"/>
                            <a:pt x="665321" y="1448372"/>
                            <a:pt x="670751" y="1447800"/>
                          </a:cubicBezTo>
                          <a:cubicBezTo>
                            <a:pt x="670941" y="1447800"/>
                            <a:pt x="672179" y="1447610"/>
                            <a:pt x="672465" y="1447610"/>
                          </a:cubicBezTo>
                          <a:cubicBezTo>
                            <a:pt x="675704" y="1447229"/>
                            <a:pt x="679323" y="1446752"/>
                            <a:pt x="682847" y="1446181"/>
                          </a:cubicBezTo>
                          <a:lnTo>
                            <a:pt x="685514" y="1445705"/>
                          </a:lnTo>
                          <a:cubicBezTo>
                            <a:pt x="688372" y="1445228"/>
                            <a:pt x="691134" y="1444657"/>
                            <a:pt x="693611" y="1444085"/>
                          </a:cubicBezTo>
                          <a:cubicBezTo>
                            <a:pt x="695039" y="1443800"/>
                            <a:pt x="696468" y="1443419"/>
                            <a:pt x="697992" y="1443038"/>
                          </a:cubicBezTo>
                          <a:cubicBezTo>
                            <a:pt x="700088" y="1442561"/>
                            <a:pt x="702374" y="1441895"/>
                            <a:pt x="704564" y="1441323"/>
                          </a:cubicBezTo>
                          <a:cubicBezTo>
                            <a:pt x="711708" y="1439227"/>
                            <a:pt x="718090" y="1436751"/>
                            <a:pt x="723710" y="1433989"/>
                          </a:cubicBezTo>
                          <a:cubicBezTo>
                            <a:pt x="729806" y="1430941"/>
                            <a:pt x="735044" y="1427702"/>
                            <a:pt x="739521" y="1423988"/>
                          </a:cubicBezTo>
                          <a:cubicBezTo>
                            <a:pt x="739997" y="1423606"/>
                            <a:pt x="740474" y="1423226"/>
                            <a:pt x="740855" y="1422749"/>
                          </a:cubicBezTo>
                          <a:cubicBezTo>
                            <a:pt x="741998" y="1421797"/>
                            <a:pt x="743331" y="1420368"/>
                            <a:pt x="744665" y="1418939"/>
                          </a:cubicBezTo>
                          <a:cubicBezTo>
                            <a:pt x="761143" y="1402747"/>
                            <a:pt x="769525" y="1381982"/>
                            <a:pt x="769430" y="1358551"/>
                          </a:cubicBezTo>
                          <a:cubicBezTo>
                            <a:pt x="769239" y="1330928"/>
                            <a:pt x="758095" y="1306259"/>
                            <a:pt x="736283" y="1285399"/>
                          </a:cubicBezTo>
                          <a:cubicBezTo>
                            <a:pt x="717328" y="1267206"/>
                            <a:pt x="692944" y="1251395"/>
                            <a:pt x="661797" y="1237107"/>
                          </a:cubicBezTo>
                          <a:cubicBezTo>
                            <a:pt x="658463" y="1235678"/>
                            <a:pt x="654939" y="1234916"/>
                            <a:pt x="651510" y="1234916"/>
                          </a:cubicBezTo>
                          <a:close/>
                          <a:moveTo>
                            <a:pt x="490823" y="755809"/>
                          </a:moveTo>
                          <a:cubicBezTo>
                            <a:pt x="493776" y="757714"/>
                            <a:pt x="496729" y="759333"/>
                            <a:pt x="499586" y="761048"/>
                          </a:cubicBezTo>
                          <a:lnTo>
                            <a:pt x="503206" y="763238"/>
                          </a:lnTo>
                          <a:cubicBezTo>
                            <a:pt x="504825" y="764191"/>
                            <a:pt x="506444" y="765143"/>
                            <a:pt x="508159" y="766096"/>
                          </a:cubicBezTo>
                          <a:cubicBezTo>
                            <a:pt x="508445" y="766286"/>
                            <a:pt x="509016" y="766572"/>
                            <a:pt x="509397" y="766667"/>
                          </a:cubicBezTo>
                          <a:cubicBezTo>
                            <a:pt x="515017" y="769715"/>
                            <a:pt x="521780" y="773049"/>
                            <a:pt x="528923" y="776383"/>
                          </a:cubicBezTo>
                          <a:cubicBezTo>
                            <a:pt x="532162" y="777907"/>
                            <a:pt x="535686" y="778669"/>
                            <a:pt x="539210" y="778669"/>
                          </a:cubicBezTo>
                          <a:cubicBezTo>
                            <a:pt x="543878" y="778669"/>
                            <a:pt x="548545" y="777335"/>
                            <a:pt x="552641" y="774764"/>
                          </a:cubicBezTo>
                          <a:cubicBezTo>
                            <a:pt x="559689" y="770192"/>
                            <a:pt x="563975" y="762286"/>
                            <a:pt x="563975" y="753904"/>
                          </a:cubicBezTo>
                          <a:lnTo>
                            <a:pt x="563023" y="584359"/>
                          </a:lnTo>
                          <a:cubicBezTo>
                            <a:pt x="563023" y="577406"/>
                            <a:pt x="560070" y="570833"/>
                            <a:pt x="554927" y="566166"/>
                          </a:cubicBezTo>
                          <a:cubicBezTo>
                            <a:pt x="550355" y="562070"/>
                            <a:pt x="544449" y="559784"/>
                            <a:pt x="538353" y="559784"/>
                          </a:cubicBezTo>
                          <a:cubicBezTo>
                            <a:pt x="537591" y="559784"/>
                            <a:pt x="536734" y="559784"/>
                            <a:pt x="535972" y="559880"/>
                          </a:cubicBezTo>
                          <a:cubicBezTo>
                            <a:pt x="521113" y="561308"/>
                            <a:pt x="507492" y="564166"/>
                            <a:pt x="495300" y="568166"/>
                          </a:cubicBezTo>
                          <a:cubicBezTo>
                            <a:pt x="493871" y="568643"/>
                            <a:pt x="492538" y="569214"/>
                            <a:pt x="491109" y="569690"/>
                          </a:cubicBezTo>
                          <a:cubicBezTo>
                            <a:pt x="491109" y="569690"/>
                            <a:pt x="489871" y="570167"/>
                            <a:pt x="489871" y="570167"/>
                          </a:cubicBezTo>
                          <a:cubicBezTo>
                            <a:pt x="485775" y="571786"/>
                            <a:pt x="481774" y="573500"/>
                            <a:pt x="478155" y="575405"/>
                          </a:cubicBezTo>
                          <a:cubicBezTo>
                            <a:pt x="475869" y="576644"/>
                            <a:pt x="474345" y="577406"/>
                            <a:pt x="472916" y="578263"/>
                          </a:cubicBezTo>
                          <a:cubicBezTo>
                            <a:pt x="468916" y="580644"/>
                            <a:pt x="465106" y="583311"/>
                            <a:pt x="461582" y="586169"/>
                          </a:cubicBezTo>
                          <a:cubicBezTo>
                            <a:pt x="460153" y="587312"/>
                            <a:pt x="458724" y="588455"/>
                            <a:pt x="457391" y="589693"/>
                          </a:cubicBezTo>
                          <a:cubicBezTo>
                            <a:pt x="455581" y="591312"/>
                            <a:pt x="454057" y="593026"/>
                            <a:pt x="452628" y="594741"/>
                          </a:cubicBezTo>
                          <a:lnTo>
                            <a:pt x="451295" y="596170"/>
                          </a:lnTo>
                          <a:cubicBezTo>
                            <a:pt x="449675" y="597789"/>
                            <a:pt x="448151" y="599504"/>
                            <a:pt x="446818" y="601313"/>
                          </a:cubicBezTo>
                          <a:cubicBezTo>
                            <a:pt x="445961" y="602551"/>
                            <a:pt x="445103" y="603790"/>
                            <a:pt x="444341" y="605028"/>
                          </a:cubicBezTo>
                          <a:cubicBezTo>
                            <a:pt x="443484" y="606362"/>
                            <a:pt x="442722" y="607790"/>
                            <a:pt x="441960" y="609219"/>
                          </a:cubicBezTo>
                          <a:cubicBezTo>
                            <a:pt x="440722" y="611410"/>
                            <a:pt x="439865" y="612934"/>
                            <a:pt x="439103" y="614363"/>
                          </a:cubicBezTo>
                          <a:cubicBezTo>
                            <a:pt x="438626" y="615220"/>
                            <a:pt x="438055" y="616268"/>
                            <a:pt x="437769" y="617125"/>
                          </a:cubicBezTo>
                          <a:cubicBezTo>
                            <a:pt x="437197" y="618363"/>
                            <a:pt x="436531" y="620173"/>
                            <a:pt x="435864" y="621983"/>
                          </a:cubicBezTo>
                          <a:cubicBezTo>
                            <a:pt x="435293" y="623411"/>
                            <a:pt x="434912" y="624840"/>
                            <a:pt x="434531" y="626269"/>
                          </a:cubicBezTo>
                          <a:cubicBezTo>
                            <a:pt x="433864" y="628460"/>
                            <a:pt x="433388" y="629984"/>
                            <a:pt x="433007" y="631603"/>
                          </a:cubicBezTo>
                          <a:cubicBezTo>
                            <a:pt x="432816" y="632365"/>
                            <a:pt x="432530" y="633127"/>
                            <a:pt x="432435" y="633889"/>
                          </a:cubicBezTo>
                          <a:cubicBezTo>
                            <a:pt x="431864" y="636365"/>
                            <a:pt x="431578" y="637794"/>
                            <a:pt x="431292" y="639223"/>
                          </a:cubicBezTo>
                          <a:cubicBezTo>
                            <a:pt x="431006" y="640937"/>
                            <a:pt x="430911" y="642652"/>
                            <a:pt x="430816" y="644271"/>
                          </a:cubicBezTo>
                          <a:cubicBezTo>
                            <a:pt x="430530" y="647319"/>
                            <a:pt x="430340" y="649700"/>
                            <a:pt x="430244" y="652177"/>
                          </a:cubicBezTo>
                          <a:cubicBezTo>
                            <a:pt x="430054" y="653606"/>
                            <a:pt x="429959" y="655225"/>
                            <a:pt x="429959" y="656939"/>
                          </a:cubicBezTo>
                          <a:cubicBezTo>
                            <a:pt x="429959" y="658654"/>
                            <a:pt x="430149" y="659987"/>
                            <a:pt x="430244" y="661416"/>
                          </a:cubicBezTo>
                          <a:cubicBezTo>
                            <a:pt x="430340" y="663131"/>
                            <a:pt x="430530" y="665607"/>
                            <a:pt x="430816" y="668084"/>
                          </a:cubicBezTo>
                          <a:lnTo>
                            <a:pt x="431006" y="670370"/>
                          </a:lnTo>
                          <a:cubicBezTo>
                            <a:pt x="431101" y="672465"/>
                            <a:pt x="431292" y="674561"/>
                            <a:pt x="431673" y="676561"/>
                          </a:cubicBezTo>
                          <a:cubicBezTo>
                            <a:pt x="431673" y="676751"/>
                            <a:pt x="431864" y="677894"/>
                            <a:pt x="431864" y="677990"/>
                          </a:cubicBezTo>
                          <a:cubicBezTo>
                            <a:pt x="431864" y="678180"/>
                            <a:pt x="432054" y="678942"/>
                            <a:pt x="432340" y="679799"/>
                          </a:cubicBezTo>
                          <a:cubicBezTo>
                            <a:pt x="432911" y="682276"/>
                            <a:pt x="433578" y="684752"/>
                            <a:pt x="434340" y="687134"/>
                          </a:cubicBezTo>
                          <a:lnTo>
                            <a:pt x="434816" y="688658"/>
                          </a:lnTo>
                          <a:cubicBezTo>
                            <a:pt x="435197" y="690277"/>
                            <a:pt x="435578" y="691610"/>
                            <a:pt x="436055" y="692944"/>
                          </a:cubicBezTo>
                          <a:cubicBezTo>
                            <a:pt x="436912" y="695325"/>
                            <a:pt x="437769" y="697611"/>
                            <a:pt x="438722" y="699802"/>
                          </a:cubicBezTo>
                          <a:cubicBezTo>
                            <a:pt x="439388" y="701326"/>
                            <a:pt x="440055" y="702564"/>
                            <a:pt x="440722" y="703898"/>
                          </a:cubicBezTo>
                          <a:lnTo>
                            <a:pt x="441579" y="705517"/>
                          </a:lnTo>
                          <a:cubicBezTo>
                            <a:pt x="442341" y="707136"/>
                            <a:pt x="443103" y="708660"/>
                            <a:pt x="444056" y="710184"/>
                          </a:cubicBezTo>
                          <a:cubicBezTo>
                            <a:pt x="445294" y="712375"/>
                            <a:pt x="446437" y="714280"/>
                            <a:pt x="447675" y="716090"/>
                          </a:cubicBezTo>
                          <a:cubicBezTo>
                            <a:pt x="448247" y="716947"/>
                            <a:pt x="449104" y="718090"/>
                            <a:pt x="450056" y="719233"/>
                          </a:cubicBezTo>
                          <a:cubicBezTo>
                            <a:pt x="452438" y="722471"/>
                            <a:pt x="454914" y="725996"/>
                            <a:pt x="458248" y="729425"/>
                          </a:cubicBezTo>
                          <a:cubicBezTo>
                            <a:pt x="459391" y="730568"/>
                            <a:pt x="460724" y="731806"/>
                            <a:pt x="461963" y="732949"/>
                          </a:cubicBezTo>
                          <a:cubicBezTo>
                            <a:pt x="464439" y="735235"/>
                            <a:pt x="466439" y="737045"/>
                            <a:pt x="468535" y="738854"/>
                          </a:cubicBezTo>
                          <a:cubicBezTo>
                            <a:pt x="470154" y="740378"/>
                            <a:pt x="471202" y="741331"/>
                            <a:pt x="472440" y="742379"/>
                          </a:cubicBezTo>
                          <a:cubicBezTo>
                            <a:pt x="472821" y="742760"/>
                            <a:pt x="475679" y="744760"/>
                            <a:pt x="476060" y="745046"/>
                          </a:cubicBezTo>
                          <a:cubicBezTo>
                            <a:pt x="478631" y="747046"/>
                            <a:pt x="481774" y="749237"/>
                            <a:pt x="484918" y="751427"/>
                          </a:cubicBezTo>
                          <a:lnTo>
                            <a:pt x="486156" y="752285"/>
                          </a:lnTo>
                          <a:cubicBezTo>
                            <a:pt x="487299" y="753142"/>
                            <a:pt x="488537" y="753999"/>
                            <a:pt x="489776" y="754761"/>
                          </a:cubicBezTo>
                          <a:cubicBezTo>
                            <a:pt x="489871" y="755237"/>
                            <a:pt x="490442" y="755618"/>
                            <a:pt x="490823" y="755809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DAF5FF">
                            <a:alpha val="100000"/>
                          </a:srgbClr>
                        </a:gs>
                        <a:gs pos="50000">
                          <a:srgbClr val="A4CDFF">
                            <a:alpha val="49803"/>
                          </a:srgbClr>
                        </a:gs>
                        <a:gs pos="100000">
                          <a:srgbClr val="6EA6FF">
                            <a:alpha val="0"/>
                          </a:srgbClr>
                        </a:gs>
                      </a:gsLst>
                      <a:lin ang="552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08" name="AutoShape 108"/>
                    <p:cNvSpPr/>
                    <p:nvPr/>
                  </p:nvSpPr>
                  <p:spPr>
                    <a:xfrm>
                      <a:off x="6310217" y="2625280"/>
                      <a:ext cx="544067" cy="46843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44067" h="468439">
                          <a:moveTo>
                            <a:pt x="0" y="468440"/>
                          </a:moveTo>
                          <a:lnTo>
                            <a:pt x="118777" y="431197"/>
                          </a:lnTo>
                          <a:lnTo>
                            <a:pt x="369094" y="352616"/>
                          </a:lnTo>
                          <a:lnTo>
                            <a:pt x="544068" y="0"/>
                          </a:lnTo>
                          <a:lnTo>
                            <a:pt x="175069" y="115919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105EDD">
                            <a:alpha val="100000"/>
                          </a:srgbClr>
                        </a:gs>
                        <a:gs pos="97140">
                          <a:srgbClr val="6EA6FF">
                            <a:alpha val="100000"/>
                          </a:srgbClr>
                        </a:gs>
                      </a:gsLst>
                      <a:lin ang="1752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09" name="AutoShape 109"/>
                  <p:cNvSpPr/>
                  <p:nvPr/>
                </p:nvSpPr>
                <p:spPr>
                  <a:xfrm>
                    <a:off x="10993346" y="449428"/>
                    <a:ext cx="526124" cy="7411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3186" h="1568196">
                        <a:moveTo>
                          <a:pt x="1064609" y="803624"/>
                        </a:moveTo>
                        <a:cubicBezTo>
                          <a:pt x="1057656" y="795814"/>
                          <a:pt x="1051655" y="789623"/>
                          <a:pt x="1045750" y="783907"/>
                        </a:cubicBezTo>
                        <a:lnTo>
                          <a:pt x="1041845" y="780288"/>
                        </a:lnTo>
                        <a:cubicBezTo>
                          <a:pt x="1037082" y="775906"/>
                          <a:pt x="1032224" y="771525"/>
                          <a:pt x="1027271" y="767239"/>
                        </a:cubicBezTo>
                        <a:lnTo>
                          <a:pt x="1021556" y="762381"/>
                        </a:lnTo>
                        <a:cubicBezTo>
                          <a:pt x="1016984" y="758571"/>
                          <a:pt x="1012317" y="754761"/>
                          <a:pt x="1007555" y="751046"/>
                        </a:cubicBezTo>
                        <a:lnTo>
                          <a:pt x="1002220" y="746855"/>
                        </a:lnTo>
                        <a:cubicBezTo>
                          <a:pt x="996886" y="742855"/>
                          <a:pt x="991457" y="738854"/>
                          <a:pt x="985933" y="734949"/>
                        </a:cubicBezTo>
                        <a:lnTo>
                          <a:pt x="983552" y="733235"/>
                        </a:lnTo>
                        <a:cubicBezTo>
                          <a:pt x="977170" y="728758"/>
                          <a:pt x="970598" y="724376"/>
                          <a:pt x="964025" y="720185"/>
                        </a:cubicBezTo>
                        <a:lnTo>
                          <a:pt x="957644" y="716280"/>
                        </a:lnTo>
                        <a:cubicBezTo>
                          <a:pt x="953072" y="713423"/>
                          <a:pt x="948309" y="710470"/>
                          <a:pt x="943737" y="707708"/>
                        </a:cubicBezTo>
                        <a:lnTo>
                          <a:pt x="935831" y="703135"/>
                        </a:lnTo>
                        <a:cubicBezTo>
                          <a:pt x="931355" y="700564"/>
                          <a:pt x="926782" y="697992"/>
                          <a:pt x="922211" y="695516"/>
                        </a:cubicBezTo>
                        <a:lnTo>
                          <a:pt x="920591" y="694658"/>
                        </a:lnTo>
                        <a:cubicBezTo>
                          <a:pt x="916591" y="692468"/>
                          <a:pt x="912686" y="690372"/>
                          <a:pt x="908590" y="688277"/>
                        </a:cubicBezTo>
                        <a:cubicBezTo>
                          <a:pt x="896207" y="681800"/>
                          <a:pt x="883349" y="675513"/>
                          <a:pt x="870299" y="669322"/>
                        </a:cubicBezTo>
                        <a:lnTo>
                          <a:pt x="857917" y="663607"/>
                        </a:lnTo>
                        <a:cubicBezTo>
                          <a:pt x="847249" y="658654"/>
                          <a:pt x="836486" y="653796"/>
                          <a:pt x="825437" y="649033"/>
                        </a:cubicBezTo>
                        <a:lnTo>
                          <a:pt x="819722" y="646557"/>
                        </a:lnTo>
                        <a:cubicBezTo>
                          <a:pt x="806291" y="640842"/>
                          <a:pt x="792480" y="635127"/>
                          <a:pt x="778288" y="629602"/>
                        </a:cubicBezTo>
                        <a:lnTo>
                          <a:pt x="770858" y="626650"/>
                        </a:lnTo>
                        <a:cubicBezTo>
                          <a:pt x="755809" y="620744"/>
                          <a:pt x="740474" y="615029"/>
                          <a:pt x="725519" y="609600"/>
                        </a:cubicBezTo>
                        <a:cubicBezTo>
                          <a:pt x="717233" y="606933"/>
                          <a:pt x="709136" y="604171"/>
                          <a:pt x="700469" y="600932"/>
                        </a:cubicBezTo>
                        <a:cubicBezTo>
                          <a:pt x="693325" y="598360"/>
                          <a:pt x="686276" y="595598"/>
                          <a:pt x="679418" y="592836"/>
                        </a:cubicBezTo>
                        <a:cubicBezTo>
                          <a:pt x="674084" y="590645"/>
                          <a:pt x="668941" y="588835"/>
                          <a:pt x="663893" y="587026"/>
                        </a:cubicBezTo>
                        <a:cubicBezTo>
                          <a:pt x="658940" y="585311"/>
                          <a:pt x="654177" y="583692"/>
                          <a:pt x="649319" y="582263"/>
                        </a:cubicBezTo>
                        <a:cubicBezTo>
                          <a:pt x="649319" y="582263"/>
                          <a:pt x="643319" y="580358"/>
                          <a:pt x="642080" y="579977"/>
                        </a:cubicBezTo>
                        <a:cubicBezTo>
                          <a:pt x="631508" y="577025"/>
                          <a:pt x="624078" y="567404"/>
                          <a:pt x="624078" y="556355"/>
                        </a:cubicBezTo>
                        <a:lnTo>
                          <a:pt x="623030" y="355664"/>
                        </a:lnTo>
                        <a:cubicBezTo>
                          <a:pt x="623030" y="348139"/>
                          <a:pt x="626364" y="340995"/>
                          <a:pt x="632270" y="336328"/>
                        </a:cubicBezTo>
                        <a:cubicBezTo>
                          <a:pt x="636651" y="332804"/>
                          <a:pt x="642176" y="330899"/>
                          <a:pt x="647700" y="330899"/>
                        </a:cubicBezTo>
                        <a:cubicBezTo>
                          <a:pt x="649510" y="330899"/>
                          <a:pt x="651320" y="331089"/>
                          <a:pt x="653129" y="331470"/>
                        </a:cubicBezTo>
                        <a:cubicBezTo>
                          <a:pt x="693896" y="340709"/>
                          <a:pt x="734568" y="353377"/>
                          <a:pt x="774002" y="369189"/>
                        </a:cubicBezTo>
                        <a:cubicBezTo>
                          <a:pt x="813911" y="385191"/>
                          <a:pt x="850106" y="402336"/>
                          <a:pt x="880682" y="419767"/>
                        </a:cubicBezTo>
                        <a:cubicBezTo>
                          <a:pt x="898779" y="429197"/>
                          <a:pt x="916591" y="439293"/>
                          <a:pt x="933926" y="449675"/>
                        </a:cubicBezTo>
                        <a:lnTo>
                          <a:pt x="935927" y="450914"/>
                        </a:lnTo>
                        <a:cubicBezTo>
                          <a:pt x="940594" y="453676"/>
                          <a:pt x="945070" y="456629"/>
                          <a:pt x="949547" y="459486"/>
                        </a:cubicBezTo>
                        <a:cubicBezTo>
                          <a:pt x="949547" y="459486"/>
                          <a:pt x="958310" y="465106"/>
                          <a:pt x="961263" y="467011"/>
                        </a:cubicBezTo>
                        <a:lnTo>
                          <a:pt x="1113187" y="161068"/>
                        </a:lnTo>
                        <a:lnTo>
                          <a:pt x="1037368" y="121063"/>
                        </a:lnTo>
                        <a:cubicBezTo>
                          <a:pt x="1025938" y="115157"/>
                          <a:pt x="1014222" y="109252"/>
                          <a:pt x="1002316" y="103441"/>
                        </a:cubicBezTo>
                        <a:lnTo>
                          <a:pt x="993077" y="98965"/>
                        </a:lnTo>
                        <a:cubicBezTo>
                          <a:pt x="981647" y="93536"/>
                          <a:pt x="970026" y="88106"/>
                          <a:pt x="957929" y="82677"/>
                        </a:cubicBezTo>
                        <a:lnTo>
                          <a:pt x="955834" y="81724"/>
                        </a:lnTo>
                        <a:cubicBezTo>
                          <a:pt x="946023" y="77343"/>
                          <a:pt x="936117" y="73057"/>
                          <a:pt x="926020" y="68770"/>
                        </a:cubicBezTo>
                        <a:cubicBezTo>
                          <a:pt x="907637" y="60960"/>
                          <a:pt x="887921" y="53149"/>
                          <a:pt x="866394" y="45244"/>
                        </a:cubicBezTo>
                        <a:cubicBezTo>
                          <a:pt x="845820" y="37719"/>
                          <a:pt x="824484" y="30480"/>
                          <a:pt x="802862" y="23813"/>
                        </a:cubicBezTo>
                        <a:cubicBezTo>
                          <a:pt x="795242" y="21431"/>
                          <a:pt x="787527" y="19336"/>
                          <a:pt x="779431" y="17050"/>
                        </a:cubicBezTo>
                        <a:cubicBezTo>
                          <a:pt x="774002" y="15526"/>
                          <a:pt x="768477" y="14002"/>
                          <a:pt x="763048" y="12573"/>
                        </a:cubicBezTo>
                        <a:cubicBezTo>
                          <a:pt x="757619" y="11144"/>
                          <a:pt x="752285" y="9811"/>
                          <a:pt x="746855" y="8477"/>
                        </a:cubicBezTo>
                        <a:cubicBezTo>
                          <a:pt x="741236" y="7144"/>
                          <a:pt x="735711" y="5810"/>
                          <a:pt x="729996" y="4572"/>
                        </a:cubicBezTo>
                        <a:cubicBezTo>
                          <a:pt x="725519" y="3619"/>
                          <a:pt x="721043" y="2667"/>
                          <a:pt x="716566" y="1714"/>
                        </a:cubicBezTo>
                        <a:cubicBezTo>
                          <a:pt x="713708" y="1143"/>
                          <a:pt x="710946" y="571"/>
                          <a:pt x="708279" y="0"/>
                        </a:cubicBezTo>
                        <a:lnTo>
                          <a:pt x="175736" y="770668"/>
                        </a:lnTo>
                        <a:cubicBezTo>
                          <a:pt x="198120" y="790670"/>
                          <a:pt x="223742" y="809625"/>
                          <a:pt x="252508" y="827056"/>
                        </a:cubicBezTo>
                        <a:cubicBezTo>
                          <a:pt x="291560" y="850868"/>
                          <a:pt x="337661" y="874014"/>
                          <a:pt x="389668" y="895922"/>
                        </a:cubicBezTo>
                        <a:cubicBezTo>
                          <a:pt x="399479" y="900017"/>
                          <a:pt x="409480" y="904208"/>
                          <a:pt x="420148" y="908399"/>
                        </a:cubicBezTo>
                        <a:cubicBezTo>
                          <a:pt x="428911" y="912019"/>
                          <a:pt x="437769" y="915543"/>
                          <a:pt x="446532" y="918972"/>
                        </a:cubicBezTo>
                        <a:cubicBezTo>
                          <a:pt x="480441" y="932212"/>
                          <a:pt x="514826" y="944213"/>
                          <a:pt x="548926" y="954691"/>
                        </a:cubicBezTo>
                        <a:cubicBezTo>
                          <a:pt x="559213" y="957834"/>
                          <a:pt x="566261" y="967359"/>
                          <a:pt x="566357" y="978122"/>
                        </a:cubicBezTo>
                        <a:lnTo>
                          <a:pt x="567404" y="1174337"/>
                        </a:lnTo>
                        <a:cubicBezTo>
                          <a:pt x="567404" y="1181672"/>
                          <a:pt x="564261" y="1188625"/>
                          <a:pt x="558641" y="1193387"/>
                        </a:cubicBezTo>
                        <a:cubicBezTo>
                          <a:pt x="554165" y="1197197"/>
                          <a:pt x="548545" y="1199198"/>
                          <a:pt x="542735" y="1199198"/>
                        </a:cubicBezTo>
                        <a:cubicBezTo>
                          <a:pt x="541306" y="1199198"/>
                          <a:pt x="539782" y="1199102"/>
                          <a:pt x="538353" y="1198817"/>
                        </a:cubicBezTo>
                        <a:cubicBezTo>
                          <a:pt x="532352" y="1197674"/>
                          <a:pt x="526256" y="1196435"/>
                          <a:pt x="520256" y="1195102"/>
                        </a:cubicBezTo>
                        <a:lnTo>
                          <a:pt x="510731" y="1193102"/>
                        </a:lnTo>
                        <a:cubicBezTo>
                          <a:pt x="508254" y="1192625"/>
                          <a:pt x="505778" y="1192149"/>
                          <a:pt x="503396" y="1191482"/>
                        </a:cubicBezTo>
                        <a:lnTo>
                          <a:pt x="496157" y="1189768"/>
                        </a:lnTo>
                        <a:cubicBezTo>
                          <a:pt x="486156" y="1187291"/>
                          <a:pt x="476250" y="1184624"/>
                          <a:pt x="465201" y="1181481"/>
                        </a:cubicBezTo>
                        <a:cubicBezTo>
                          <a:pt x="465201" y="1181481"/>
                          <a:pt x="460724" y="1180243"/>
                          <a:pt x="460439" y="1180243"/>
                        </a:cubicBezTo>
                        <a:lnTo>
                          <a:pt x="456343" y="1178909"/>
                        </a:lnTo>
                        <a:cubicBezTo>
                          <a:pt x="446151" y="1175766"/>
                          <a:pt x="436055" y="1172432"/>
                          <a:pt x="425863" y="1168908"/>
                        </a:cubicBezTo>
                        <a:lnTo>
                          <a:pt x="420338" y="1167003"/>
                        </a:lnTo>
                        <a:lnTo>
                          <a:pt x="417957" y="1166051"/>
                        </a:lnTo>
                        <a:cubicBezTo>
                          <a:pt x="405384" y="1161478"/>
                          <a:pt x="394335" y="1157192"/>
                          <a:pt x="384334" y="1153001"/>
                        </a:cubicBezTo>
                        <a:cubicBezTo>
                          <a:pt x="372523" y="1148048"/>
                          <a:pt x="360998" y="1143095"/>
                          <a:pt x="348996" y="1137666"/>
                        </a:cubicBezTo>
                        <a:lnTo>
                          <a:pt x="346900" y="1136714"/>
                        </a:lnTo>
                        <a:cubicBezTo>
                          <a:pt x="337090" y="1132332"/>
                          <a:pt x="327565" y="1127855"/>
                          <a:pt x="318421" y="1123474"/>
                        </a:cubicBezTo>
                        <a:lnTo>
                          <a:pt x="312992" y="1120902"/>
                        </a:lnTo>
                        <a:cubicBezTo>
                          <a:pt x="303562" y="1116330"/>
                          <a:pt x="294513" y="1111853"/>
                          <a:pt x="285655" y="1107281"/>
                        </a:cubicBezTo>
                        <a:lnTo>
                          <a:pt x="280321" y="1104519"/>
                        </a:lnTo>
                        <a:cubicBezTo>
                          <a:pt x="278225" y="1103471"/>
                          <a:pt x="267367" y="1097566"/>
                          <a:pt x="267367" y="1097566"/>
                        </a:cubicBezTo>
                        <a:cubicBezTo>
                          <a:pt x="262795" y="1095185"/>
                          <a:pt x="258318" y="1092708"/>
                          <a:pt x="254413" y="1090517"/>
                        </a:cubicBezTo>
                        <a:cubicBezTo>
                          <a:pt x="241459" y="1083469"/>
                          <a:pt x="228791" y="1076230"/>
                          <a:pt x="216313" y="1068896"/>
                        </a:cubicBezTo>
                        <a:lnTo>
                          <a:pt x="204978" y="1062133"/>
                        </a:lnTo>
                        <a:cubicBezTo>
                          <a:pt x="196215" y="1056894"/>
                          <a:pt x="187452" y="1051560"/>
                          <a:pt x="178975" y="1046131"/>
                        </a:cubicBezTo>
                        <a:lnTo>
                          <a:pt x="172402" y="1041940"/>
                        </a:lnTo>
                        <a:cubicBezTo>
                          <a:pt x="172402" y="1041940"/>
                          <a:pt x="158020" y="1032701"/>
                          <a:pt x="153638" y="1029748"/>
                        </a:cubicBezTo>
                        <a:lnTo>
                          <a:pt x="0" y="1359027"/>
                        </a:lnTo>
                        <a:cubicBezTo>
                          <a:pt x="69818" y="1403128"/>
                          <a:pt x="148685" y="1441132"/>
                          <a:pt x="234696" y="1472279"/>
                        </a:cubicBezTo>
                        <a:cubicBezTo>
                          <a:pt x="328327" y="1506188"/>
                          <a:pt x="423767" y="1529525"/>
                          <a:pt x="518541" y="1541621"/>
                        </a:cubicBezTo>
                        <a:cubicBezTo>
                          <a:pt x="530828" y="1543145"/>
                          <a:pt x="539972" y="1553623"/>
                          <a:pt x="540068" y="1565910"/>
                        </a:cubicBezTo>
                        <a:lnTo>
                          <a:pt x="540068" y="1568196"/>
                        </a:lnTo>
                        <a:lnTo>
                          <a:pt x="1066705" y="806101"/>
                        </a:lnTo>
                        <a:lnTo>
                          <a:pt x="1064609" y="803624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DAF5FF">
                          <a:alpha val="100000"/>
                        </a:srgbClr>
                      </a:gs>
                      <a:gs pos="50000">
                        <a:srgbClr val="A4CDFF">
                          <a:alpha val="49803"/>
                        </a:srgbClr>
                      </a:gs>
                      <a:gs pos="100000">
                        <a:srgbClr val="6EA6FF">
                          <a:alpha val="0"/>
                        </a:srgbClr>
                      </a:gs>
                    </a:gsLst>
                    <a:lin ang="7200000"/>
                  </a:gradFill>
                  <a:ln>
                    <a:prstDash val="solid"/>
                    <a:headEnd type="none"/>
                    <a:tailEnd type="none"/>
                  </a:ln>
                </p:spPr>
              </p:sp>
              <p:grpSp>
                <p:nvGrpSpPr>
                  <p:cNvPr id="110" name="Group 110"/>
                  <p:cNvGrpSpPr/>
                  <p:nvPr/>
                </p:nvGrpSpPr>
                <p:grpSpPr>
                  <a:xfrm rot="0">
                    <a:off x="11686093" y="834151"/>
                    <a:ext cx="138565" cy="398633"/>
                    <a:chOff x="6804755" y="3404711"/>
                    <a:chExt cx="293179" cy="843438"/>
                  </a:xfrm>
                </p:grpSpPr>
                <p:sp>
                  <p:nvSpPr>
                    <p:cNvPr id="111" name="AutoShape 111"/>
                    <p:cNvSpPr/>
                    <p:nvPr/>
                  </p:nvSpPr>
                  <p:spPr>
                    <a:xfrm>
                      <a:off x="6912006" y="3404711"/>
                      <a:ext cx="65722" cy="8434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843438">
                          <a:moveTo>
                            <a:pt x="32861" y="843439"/>
                          </a:moveTo>
                          <a:lnTo>
                            <a:pt x="32861" y="843439"/>
                          </a:lnTo>
                          <a:cubicBezTo>
                            <a:pt x="14669" y="843439"/>
                            <a:pt x="0" y="828675"/>
                            <a:pt x="0" y="810578"/>
                          </a:cubicBezTo>
                          <a:lnTo>
                            <a:pt x="0" y="32861"/>
                          </a:lnTo>
                          <a:cubicBezTo>
                            <a:pt x="0" y="14669"/>
                            <a:pt x="14764" y="0"/>
                            <a:pt x="32861" y="0"/>
                          </a:cubicBezTo>
                          <a:lnTo>
                            <a:pt x="32861" y="0"/>
                          </a:lnTo>
                          <a:cubicBezTo>
                            <a:pt x="51054" y="0"/>
                            <a:pt x="65723" y="14764"/>
                            <a:pt x="65723" y="32861"/>
                          </a:cubicBezTo>
                          <a:lnTo>
                            <a:pt x="65723" y="810578"/>
                          </a:lnTo>
                          <a:cubicBezTo>
                            <a:pt x="65723" y="828675"/>
                            <a:pt x="50959" y="843439"/>
                            <a:pt x="32861" y="843439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60">
                          <a:srgbClr val="105EDD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162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2" name="AutoShape 112"/>
                    <p:cNvSpPr/>
                    <p:nvPr/>
                  </p:nvSpPr>
                  <p:spPr>
                    <a:xfrm>
                      <a:off x="6804755" y="3854672"/>
                      <a:ext cx="65722" cy="3934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393477">
                          <a:moveTo>
                            <a:pt x="32861" y="393478"/>
                          </a:moveTo>
                          <a:lnTo>
                            <a:pt x="32861" y="393478"/>
                          </a:lnTo>
                          <a:cubicBezTo>
                            <a:pt x="14668" y="393478"/>
                            <a:pt x="0" y="378714"/>
                            <a:pt x="0" y="360617"/>
                          </a:cubicBezTo>
                          <a:lnTo>
                            <a:pt x="0" y="32861"/>
                          </a:lnTo>
                          <a:cubicBezTo>
                            <a:pt x="0" y="14668"/>
                            <a:pt x="14764" y="0"/>
                            <a:pt x="32861" y="0"/>
                          </a:cubicBezTo>
                          <a:lnTo>
                            <a:pt x="32861" y="0"/>
                          </a:lnTo>
                          <a:cubicBezTo>
                            <a:pt x="51054" y="0"/>
                            <a:pt x="65722" y="14764"/>
                            <a:pt x="65722" y="32861"/>
                          </a:cubicBezTo>
                          <a:lnTo>
                            <a:pt x="65722" y="360617"/>
                          </a:lnTo>
                          <a:cubicBezTo>
                            <a:pt x="65722" y="378714"/>
                            <a:pt x="51054" y="393478"/>
                            <a:pt x="32861" y="393478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28">
                          <a:srgbClr val="EAF8FF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162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3" name="AutoShape 113"/>
                    <p:cNvSpPr/>
                    <p:nvPr/>
                  </p:nvSpPr>
                  <p:spPr>
                    <a:xfrm>
                      <a:off x="7032212" y="3638073"/>
                      <a:ext cx="65723" cy="6100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3" h="610076">
                          <a:moveTo>
                            <a:pt x="32861" y="610076"/>
                          </a:moveTo>
                          <a:lnTo>
                            <a:pt x="32861" y="610076"/>
                          </a:lnTo>
                          <a:cubicBezTo>
                            <a:pt x="14669" y="610076"/>
                            <a:pt x="0" y="595313"/>
                            <a:pt x="0" y="577215"/>
                          </a:cubicBezTo>
                          <a:lnTo>
                            <a:pt x="0" y="32861"/>
                          </a:lnTo>
                          <a:cubicBezTo>
                            <a:pt x="0" y="14669"/>
                            <a:pt x="14764" y="0"/>
                            <a:pt x="32861" y="0"/>
                          </a:cubicBezTo>
                          <a:lnTo>
                            <a:pt x="32861" y="0"/>
                          </a:lnTo>
                          <a:cubicBezTo>
                            <a:pt x="51054" y="0"/>
                            <a:pt x="65723" y="14764"/>
                            <a:pt x="65723" y="32861"/>
                          </a:cubicBezTo>
                          <a:lnTo>
                            <a:pt x="65723" y="577215"/>
                          </a:lnTo>
                          <a:cubicBezTo>
                            <a:pt x="65818" y="595313"/>
                            <a:pt x="51054" y="610076"/>
                            <a:pt x="32861" y="610076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59C6ED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162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14" name="Group 114"/>
                  <p:cNvGrpSpPr/>
                  <p:nvPr/>
                </p:nvGrpSpPr>
                <p:grpSpPr>
                  <a:xfrm rot="0">
                    <a:off x="11686093" y="233388"/>
                    <a:ext cx="138565" cy="398633"/>
                    <a:chOff x="6804755" y="2133600"/>
                    <a:chExt cx="293179" cy="843438"/>
                  </a:xfrm>
                </p:grpSpPr>
                <p:sp>
                  <p:nvSpPr>
                    <p:cNvPr id="115" name="AutoShape 115"/>
                    <p:cNvSpPr/>
                    <p:nvPr/>
                  </p:nvSpPr>
                  <p:spPr>
                    <a:xfrm>
                      <a:off x="6924960" y="2133600"/>
                      <a:ext cx="65722" cy="84343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843438">
                          <a:moveTo>
                            <a:pt x="32861" y="0"/>
                          </a:moveTo>
                          <a:lnTo>
                            <a:pt x="32861" y="0"/>
                          </a:lnTo>
                          <a:cubicBezTo>
                            <a:pt x="51054" y="0"/>
                            <a:pt x="65722" y="14764"/>
                            <a:pt x="65722" y="32861"/>
                          </a:cubicBezTo>
                          <a:lnTo>
                            <a:pt x="65722" y="810578"/>
                          </a:lnTo>
                          <a:cubicBezTo>
                            <a:pt x="65722" y="828770"/>
                            <a:pt x="50959" y="843439"/>
                            <a:pt x="32861" y="843439"/>
                          </a:cubicBezTo>
                          <a:lnTo>
                            <a:pt x="32861" y="843439"/>
                          </a:lnTo>
                          <a:cubicBezTo>
                            <a:pt x="14669" y="843439"/>
                            <a:pt x="0" y="828675"/>
                            <a:pt x="0" y="810578"/>
                          </a:cubicBezTo>
                          <a:lnTo>
                            <a:pt x="0" y="32861"/>
                          </a:lnTo>
                          <a:cubicBezTo>
                            <a:pt x="0" y="14764"/>
                            <a:pt x="14764" y="0"/>
                            <a:pt x="328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60">
                          <a:srgbClr val="105EDD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6" name="AutoShape 116"/>
                    <p:cNvSpPr/>
                    <p:nvPr/>
                  </p:nvSpPr>
                  <p:spPr>
                    <a:xfrm>
                      <a:off x="7032212" y="2133600"/>
                      <a:ext cx="65722" cy="3934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393477">
                          <a:moveTo>
                            <a:pt x="32861" y="0"/>
                          </a:moveTo>
                          <a:lnTo>
                            <a:pt x="32861" y="0"/>
                          </a:lnTo>
                          <a:cubicBezTo>
                            <a:pt x="51054" y="0"/>
                            <a:pt x="65723" y="14764"/>
                            <a:pt x="65723" y="32861"/>
                          </a:cubicBezTo>
                          <a:lnTo>
                            <a:pt x="65723" y="360617"/>
                          </a:lnTo>
                          <a:cubicBezTo>
                            <a:pt x="65723" y="378809"/>
                            <a:pt x="50959" y="393478"/>
                            <a:pt x="32861" y="393478"/>
                          </a:cubicBezTo>
                          <a:lnTo>
                            <a:pt x="32861" y="393478"/>
                          </a:lnTo>
                          <a:cubicBezTo>
                            <a:pt x="14669" y="393478"/>
                            <a:pt x="0" y="378714"/>
                            <a:pt x="0" y="360617"/>
                          </a:cubicBezTo>
                          <a:lnTo>
                            <a:pt x="0" y="32861"/>
                          </a:lnTo>
                          <a:cubicBezTo>
                            <a:pt x="0" y="14764"/>
                            <a:pt x="14764" y="0"/>
                            <a:pt x="328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28">
                          <a:srgbClr val="5F63F2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17" name="AutoShape 117"/>
                    <p:cNvSpPr/>
                    <p:nvPr/>
                  </p:nvSpPr>
                  <p:spPr>
                    <a:xfrm>
                      <a:off x="6804755" y="2133600"/>
                      <a:ext cx="65722" cy="6100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5722" h="610076">
                          <a:moveTo>
                            <a:pt x="32861" y="0"/>
                          </a:moveTo>
                          <a:lnTo>
                            <a:pt x="32861" y="0"/>
                          </a:lnTo>
                          <a:cubicBezTo>
                            <a:pt x="51054" y="0"/>
                            <a:pt x="65722" y="14764"/>
                            <a:pt x="65722" y="32861"/>
                          </a:cubicBezTo>
                          <a:lnTo>
                            <a:pt x="65722" y="577215"/>
                          </a:lnTo>
                          <a:cubicBezTo>
                            <a:pt x="65722" y="595408"/>
                            <a:pt x="50959" y="610076"/>
                            <a:pt x="32861" y="610076"/>
                          </a:cubicBezTo>
                          <a:lnTo>
                            <a:pt x="32861" y="610076"/>
                          </a:lnTo>
                          <a:cubicBezTo>
                            <a:pt x="14668" y="610076"/>
                            <a:pt x="0" y="595313"/>
                            <a:pt x="0" y="577215"/>
                          </a:cubicBezTo>
                          <a:lnTo>
                            <a:pt x="0" y="32861"/>
                          </a:lnTo>
                          <a:cubicBezTo>
                            <a:pt x="0" y="14764"/>
                            <a:pt x="14668" y="0"/>
                            <a:pt x="328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59C6ED">
                            <a:alpha val="100000"/>
                          </a:srgbClr>
                        </a:gs>
                        <a:gs pos="99959">
                          <a:srgbClr val="FFFFFF">
                            <a:alpha val="0"/>
                          </a:srgbClr>
                        </a:gs>
                      </a:gsLst>
                      <a:lin ang="54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18" name="Group 118"/>
                  <p:cNvGrpSpPr/>
                  <p:nvPr/>
                </p:nvGrpSpPr>
                <p:grpSpPr>
                  <a:xfrm rot="0">
                    <a:off x="11649033" y="1158223"/>
                    <a:ext cx="206417" cy="202682"/>
                    <a:chOff x="6726343" y="4090390"/>
                    <a:chExt cx="436742" cy="428841"/>
                  </a:xfrm>
                </p:grpSpPr>
                <p:sp>
                  <p:nvSpPr>
                    <p:cNvPr id="119" name="AutoShape 119"/>
                    <p:cNvSpPr/>
                    <p:nvPr/>
                  </p:nvSpPr>
                  <p:spPr>
                    <a:xfrm>
                      <a:off x="6774534" y="4137945"/>
                      <a:ext cx="306827" cy="2982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6827" h="298227">
                          <a:moveTo>
                            <a:pt x="163476" y="22955"/>
                          </a:moveTo>
                          <a:cubicBezTo>
                            <a:pt x="162619" y="23432"/>
                            <a:pt x="161666" y="23908"/>
                            <a:pt x="160809" y="24384"/>
                          </a:cubicBezTo>
                          <a:cubicBezTo>
                            <a:pt x="160523" y="24575"/>
                            <a:pt x="160142" y="24765"/>
                            <a:pt x="159856" y="24860"/>
                          </a:cubicBezTo>
                          <a:cubicBezTo>
                            <a:pt x="158713" y="25527"/>
                            <a:pt x="157475" y="26194"/>
                            <a:pt x="156332" y="26861"/>
                          </a:cubicBezTo>
                          <a:cubicBezTo>
                            <a:pt x="155380" y="27432"/>
                            <a:pt x="154427" y="27908"/>
                            <a:pt x="153475" y="28480"/>
                          </a:cubicBezTo>
                          <a:cubicBezTo>
                            <a:pt x="153189" y="28670"/>
                            <a:pt x="152903" y="28766"/>
                            <a:pt x="152617" y="28956"/>
                          </a:cubicBezTo>
                          <a:cubicBezTo>
                            <a:pt x="152427" y="29051"/>
                            <a:pt x="152236" y="29147"/>
                            <a:pt x="152046" y="29242"/>
                          </a:cubicBezTo>
                          <a:cubicBezTo>
                            <a:pt x="151760" y="29337"/>
                            <a:pt x="151570" y="29528"/>
                            <a:pt x="151284" y="29623"/>
                          </a:cubicBezTo>
                          <a:cubicBezTo>
                            <a:pt x="141092" y="35624"/>
                            <a:pt x="130710" y="42482"/>
                            <a:pt x="120423" y="50197"/>
                          </a:cubicBezTo>
                          <a:cubicBezTo>
                            <a:pt x="37651" y="112109"/>
                            <a:pt x="-14642" y="206502"/>
                            <a:pt x="3646" y="260985"/>
                          </a:cubicBezTo>
                          <a:cubicBezTo>
                            <a:pt x="10504" y="281273"/>
                            <a:pt x="26125" y="293180"/>
                            <a:pt x="47461" y="296990"/>
                          </a:cubicBezTo>
                          <a:cubicBezTo>
                            <a:pt x="47842" y="297085"/>
                            <a:pt x="48223" y="297085"/>
                            <a:pt x="48604" y="297180"/>
                          </a:cubicBezTo>
                          <a:cubicBezTo>
                            <a:pt x="49747" y="297371"/>
                            <a:pt x="50795" y="297466"/>
                            <a:pt x="51938" y="297656"/>
                          </a:cubicBezTo>
                          <a:cubicBezTo>
                            <a:pt x="52510" y="297752"/>
                            <a:pt x="53081" y="297847"/>
                            <a:pt x="53748" y="297847"/>
                          </a:cubicBezTo>
                          <a:cubicBezTo>
                            <a:pt x="53938" y="297847"/>
                            <a:pt x="54224" y="297847"/>
                            <a:pt x="54415" y="297847"/>
                          </a:cubicBezTo>
                          <a:cubicBezTo>
                            <a:pt x="57272" y="298133"/>
                            <a:pt x="60320" y="298228"/>
                            <a:pt x="63368" y="298228"/>
                          </a:cubicBezTo>
                          <a:cubicBezTo>
                            <a:pt x="63749" y="298228"/>
                            <a:pt x="64225" y="298228"/>
                            <a:pt x="64606" y="298228"/>
                          </a:cubicBezTo>
                          <a:cubicBezTo>
                            <a:pt x="64892" y="298228"/>
                            <a:pt x="65178" y="298228"/>
                            <a:pt x="65464" y="298228"/>
                          </a:cubicBezTo>
                          <a:cubicBezTo>
                            <a:pt x="65940" y="298228"/>
                            <a:pt x="66416" y="298228"/>
                            <a:pt x="66797" y="298133"/>
                          </a:cubicBezTo>
                          <a:cubicBezTo>
                            <a:pt x="69464" y="298037"/>
                            <a:pt x="72131" y="297847"/>
                            <a:pt x="74798" y="297561"/>
                          </a:cubicBezTo>
                          <a:cubicBezTo>
                            <a:pt x="75274" y="297561"/>
                            <a:pt x="75655" y="297466"/>
                            <a:pt x="76132" y="297466"/>
                          </a:cubicBezTo>
                          <a:cubicBezTo>
                            <a:pt x="76608" y="297371"/>
                            <a:pt x="77084" y="297371"/>
                            <a:pt x="77560" y="297275"/>
                          </a:cubicBezTo>
                          <a:cubicBezTo>
                            <a:pt x="78322" y="297180"/>
                            <a:pt x="79180" y="296990"/>
                            <a:pt x="80037" y="296894"/>
                          </a:cubicBezTo>
                          <a:cubicBezTo>
                            <a:pt x="84037" y="296323"/>
                            <a:pt x="88133" y="295561"/>
                            <a:pt x="92324" y="294608"/>
                          </a:cubicBezTo>
                          <a:cubicBezTo>
                            <a:pt x="93753" y="294227"/>
                            <a:pt x="95277" y="293942"/>
                            <a:pt x="96706" y="293561"/>
                          </a:cubicBezTo>
                          <a:cubicBezTo>
                            <a:pt x="96801" y="293561"/>
                            <a:pt x="96991" y="293465"/>
                            <a:pt x="97087" y="293465"/>
                          </a:cubicBezTo>
                          <a:cubicBezTo>
                            <a:pt x="99277" y="292894"/>
                            <a:pt x="101563" y="292227"/>
                            <a:pt x="103849" y="291560"/>
                          </a:cubicBezTo>
                          <a:cubicBezTo>
                            <a:pt x="104421" y="291370"/>
                            <a:pt x="105088" y="291179"/>
                            <a:pt x="105659" y="290989"/>
                          </a:cubicBezTo>
                          <a:cubicBezTo>
                            <a:pt x="106231" y="290798"/>
                            <a:pt x="106802" y="290608"/>
                            <a:pt x="107374" y="290417"/>
                          </a:cubicBezTo>
                          <a:cubicBezTo>
                            <a:pt x="109279" y="289751"/>
                            <a:pt x="111184" y="289179"/>
                            <a:pt x="113089" y="288417"/>
                          </a:cubicBezTo>
                          <a:cubicBezTo>
                            <a:pt x="114327" y="287941"/>
                            <a:pt x="115660" y="287465"/>
                            <a:pt x="116899" y="286988"/>
                          </a:cubicBezTo>
                          <a:cubicBezTo>
                            <a:pt x="117756" y="286607"/>
                            <a:pt x="118708" y="286322"/>
                            <a:pt x="119566" y="285941"/>
                          </a:cubicBezTo>
                          <a:cubicBezTo>
                            <a:pt x="120994" y="285369"/>
                            <a:pt x="122328" y="284798"/>
                            <a:pt x="123757" y="284226"/>
                          </a:cubicBezTo>
                          <a:cubicBezTo>
                            <a:pt x="124614" y="283845"/>
                            <a:pt x="125376" y="283559"/>
                            <a:pt x="126233" y="283178"/>
                          </a:cubicBezTo>
                          <a:cubicBezTo>
                            <a:pt x="126328" y="283178"/>
                            <a:pt x="126424" y="283083"/>
                            <a:pt x="126519" y="283083"/>
                          </a:cubicBezTo>
                          <a:cubicBezTo>
                            <a:pt x="128138" y="282416"/>
                            <a:pt x="129662" y="281654"/>
                            <a:pt x="131281" y="280988"/>
                          </a:cubicBezTo>
                          <a:cubicBezTo>
                            <a:pt x="132043" y="280607"/>
                            <a:pt x="132710" y="280321"/>
                            <a:pt x="133472" y="279940"/>
                          </a:cubicBezTo>
                          <a:cubicBezTo>
                            <a:pt x="135568" y="278892"/>
                            <a:pt x="137758" y="277940"/>
                            <a:pt x="139854" y="276797"/>
                          </a:cubicBezTo>
                          <a:cubicBezTo>
                            <a:pt x="140044" y="276701"/>
                            <a:pt x="140235" y="276606"/>
                            <a:pt x="140425" y="276511"/>
                          </a:cubicBezTo>
                          <a:cubicBezTo>
                            <a:pt x="142807" y="275368"/>
                            <a:pt x="145093" y="274034"/>
                            <a:pt x="147474" y="272796"/>
                          </a:cubicBezTo>
                          <a:cubicBezTo>
                            <a:pt x="148236" y="272415"/>
                            <a:pt x="148998" y="271939"/>
                            <a:pt x="149665" y="271558"/>
                          </a:cubicBezTo>
                          <a:cubicBezTo>
                            <a:pt x="151284" y="270605"/>
                            <a:pt x="152903" y="269748"/>
                            <a:pt x="154522" y="268796"/>
                          </a:cubicBezTo>
                          <a:cubicBezTo>
                            <a:pt x="155380" y="268319"/>
                            <a:pt x="156332" y="267748"/>
                            <a:pt x="157189" y="267176"/>
                          </a:cubicBezTo>
                          <a:cubicBezTo>
                            <a:pt x="158809" y="266224"/>
                            <a:pt x="160333" y="265271"/>
                            <a:pt x="161952" y="264319"/>
                          </a:cubicBezTo>
                          <a:cubicBezTo>
                            <a:pt x="162809" y="263747"/>
                            <a:pt x="163666" y="263271"/>
                            <a:pt x="164524" y="262700"/>
                          </a:cubicBezTo>
                          <a:cubicBezTo>
                            <a:pt x="166143" y="261652"/>
                            <a:pt x="167762" y="260699"/>
                            <a:pt x="169286" y="259556"/>
                          </a:cubicBezTo>
                          <a:cubicBezTo>
                            <a:pt x="170143" y="258985"/>
                            <a:pt x="170905" y="258509"/>
                            <a:pt x="171763" y="257937"/>
                          </a:cubicBezTo>
                          <a:cubicBezTo>
                            <a:pt x="173477" y="256794"/>
                            <a:pt x="175096" y="255651"/>
                            <a:pt x="176811" y="254508"/>
                          </a:cubicBezTo>
                          <a:cubicBezTo>
                            <a:pt x="177573" y="254032"/>
                            <a:pt x="178335" y="253460"/>
                            <a:pt x="179097" y="252984"/>
                          </a:cubicBezTo>
                          <a:cubicBezTo>
                            <a:pt x="181478" y="251270"/>
                            <a:pt x="183955" y="249555"/>
                            <a:pt x="186336" y="247745"/>
                          </a:cubicBezTo>
                          <a:cubicBezTo>
                            <a:pt x="188908" y="245840"/>
                            <a:pt x="191479" y="243840"/>
                            <a:pt x="193956" y="241840"/>
                          </a:cubicBezTo>
                          <a:cubicBezTo>
                            <a:pt x="194051" y="241745"/>
                            <a:pt x="194242" y="241649"/>
                            <a:pt x="194337" y="241554"/>
                          </a:cubicBezTo>
                          <a:cubicBezTo>
                            <a:pt x="196528" y="239840"/>
                            <a:pt x="198718" y="238030"/>
                            <a:pt x="200909" y="236220"/>
                          </a:cubicBezTo>
                          <a:cubicBezTo>
                            <a:pt x="201576" y="235649"/>
                            <a:pt x="202338" y="234982"/>
                            <a:pt x="203005" y="234410"/>
                          </a:cubicBezTo>
                          <a:cubicBezTo>
                            <a:pt x="204529" y="233077"/>
                            <a:pt x="206148" y="231743"/>
                            <a:pt x="207672" y="230410"/>
                          </a:cubicBezTo>
                          <a:cubicBezTo>
                            <a:pt x="208434" y="229743"/>
                            <a:pt x="209291" y="228981"/>
                            <a:pt x="210053" y="228314"/>
                          </a:cubicBezTo>
                          <a:cubicBezTo>
                            <a:pt x="211577" y="226981"/>
                            <a:pt x="213006" y="225647"/>
                            <a:pt x="214435" y="224314"/>
                          </a:cubicBezTo>
                          <a:cubicBezTo>
                            <a:pt x="215197" y="223647"/>
                            <a:pt x="215863" y="222980"/>
                            <a:pt x="216625" y="222314"/>
                          </a:cubicBezTo>
                          <a:cubicBezTo>
                            <a:pt x="218340" y="220790"/>
                            <a:pt x="219959" y="219170"/>
                            <a:pt x="221674" y="217551"/>
                          </a:cubicBezTo>
                          <a:cubicBezTo>
                            <a:pt x="222150" y="217170"/>
                            <a:pt x="222531" y="216694"/>
                            <a:pt x="223007" y="216313"/>
                          </a:cubicBezTo>
                          <a:cubicBezTo>
                            <a:pt x="225103" y="214313"/>
                            <a:pt x="227103" y="212217"/>
                            <a:pt x="229103" y="210217"/>
                          </a:cubicBezTo>
                          <a:cubicBezTo>
                            <a:pt x="229675" y="209645"/>
                            <a:pt x="230246" y="209074"/>
                            <a:pt x="230818" y="208407"/>
                          </a:cubicBezTo>
                          <a:cubicBezTo>
                            <a:pt x="232246" y="206883"/>
                            <a:pt x="233675" y="205454"/>
                            <a:pt x="235104" y="203930"/>
                          </a:cubicBezTo>
                          <a:cubicBezTo>
                            <a:pt x="235961" y="203073"/>
                            <a:pt x="236723" y="202216"/>
                            <a:pt x="237485" y="201359"/>
                          </a:cubicBezTo>
                          <a:cubicBezTo>
                            <a:pt x="238628" y="200120"/>
                            <a:pt x="239771" y="198882"/>
                            <a:pt x="240914" y="197644"/>
                          </a:cubicBezTo>
                          <a:cubicBezTo>
                            <a:pt x="242057" y="196406"/>
                            <a:pt x="243105" y="195167"/>
                            <a:pt x="244153" y="193929"/>
                          </a:cubicBezTo>
                          <a:cubicBezTo>
                            <a:pt x="245105" y="192881"/>
                            <a:pt x="245962" y="191834"/>
                            <a:pt x="246915" y="190786"/>
                          </a:cubicBezTo>
                          <a:cubicBezTo>
                            <a:pt x="248725" y="188595"/>
                            <a:pt x="250534" y="186404"/>
                            <a:pt x="252344" y="184214"/>
                          </a:cubicBezTo>
                          <a:cubicBezTo>
                            <a:pt x="252725" y="183737"/>
                            <a:pt x="253201" y="183166"/>
                            <a:pt x="253582" y="182690"/>
                          </a:cubicBezTo>
                          <a:cubicBezTo>
                            <a:pt x="255868" y="179737"/>
                            <a:pt x="258154" y="176879"/>
                            <a:pt x="260345" y="173927"/>
                          </a:cubicBezTo>
                          <a:cubicBezTo>
                            <a:pt x="260917" y="173165"/>
                            <a:pt x="261488" y="172307"/>
                            <a:pt x="262060" y="171545"/>
                          </a:cubicBezTo>
                          <a:cubicBezTo>
                            <a:pt x="263774" y="169259"/>
                            <a:pt x="265393" y="166878"/>
                            <a:pt x="267013" y="164592"/>
                          </a:cubicBezTo>
                          <a:cubicBezTo>
                            <a:pt x="267775" y="163449"/>
                            <a:pt x="268632" y="162306"/>
                            <a:pt x="269394" y="161068"/>
                          </a:cubicBezTo>
                          <a:cubicBezTo>
                            <a:pt x="269394" y="161068"/>
                            <a:pt x="269489" y="160973"/>
                            <a:pt x="269489" y="160973"/>
                          </a:cubicBezTo>
                          <a:cubicBezTo>
                            <a:pt x="269775" y="160496"/>
                            <a:pt x="270061" y="160020"/>
                            <a:pt x="270346" y="159639"/>
                          </a:cubicBezTo>
                          <a:cubicBezTo>
                            <a:pt x="271775" y="157544"/>
                            <a:pt x="273204" y="155353"/>
                            <a:pt x="274537" y="153257"/>
                          </a:cubicBezTo>
                          <a:cubicBezTo>
                            <a:pt x="275109" y="152400"/>
                            <a:pt x="275585" y="151448"/>
                            <a:pt x="276157" y="150590"/>
                          </a:cubicBezTo>
                          <a:cubicBezTo>
                            <a:pt x="277204" y="148876"/>
                            <a:pt x="278252" y="147257"/>
                            <a:pt x="279205" y="145542"/>
                          </a:cubicBezTo>
                          <a:cubicBezTo>
                            <a:pt x="279776" y="144494"/>
                            <a:pt x="280348" y="143542"/>
                            <a:pt x="280919" y="142494"/>
                          </a:cubicBezTo>
                          <a:cubicBezTo>
                            <a:pt x="281776" y="140970"/>
                            <a:pt x="282729" y="139351"/>
                            <a:pt x="283586" y="137827"/>
                          </a:cubicBezTo>
                          <a:cubicBezTo>
                            <a:pt x="284158" y="136779"/>
                            <a:pt x="284729" y="135731"/>
                            <a:pt x="285301" y="134684"/>
                          </a:cubicBezTo>
                          <a:cubicBezTo>
                            <a:pt x="286063" y="133160"/>
                            <a:pt x="286920" y="131636"/>
                            <a:pt x="287682" y="130112"/>
                          </a:cubicBezTo>
                          <a:cubicBezTo>
                            <a:pt x="288158" y="129064"/>
                            <a:pt x="288730" y="128016"/>
                            <a:pt x="289206" y="126968"/>
                          </a:cubicBezTo>
                          <a:cubicBezTo>
                            <a:pt x="289968" y="125349"/>
                            <a:pt x="290730" y="123730"/>
                            <a:pt x="291492" y="122111"/>
                          </a:cubicBezTo>
                          <a:cubicBezTo>
                            <a:pt x="291968" y="121158"/>
                            <a:pt x="292349" y="120206"/>
                            <a:pt x="292825" y="119253"/>
                          </a:cubicBezTo>
                          <a:cubicBezTo>
                            <a:pt x="293587" y="117443"/>
                            <a:pt x="294349" y="115634"/>
                            <a:pt x="295111" y="113824"/>
                          </a:cubicBezTo>
                          <a:cubicBezTo>
                            <a:pt x="295397" y="113062"/>
                            <a:pt x="295778" y="112300"/>
                            <a:pt x="296064" y="111633"/>
                          </a:cubicBezTo>
                          <a:cubicBezTo>
                            <a:pt x="296350" y="110871"/>
                            <a:pt x="296635" y="110109"/>
                            <a:pt x="296921" y="109347"/>
                          </a:cubicBezTo>
                          <a:cubicBezTo>
                            <a:pt x="297493" y="107918"/>
                            <a:pt x="298064" y="106490"/>
                            <a:pt x="298540" y="104966"/>
                          </a:cubicBezTo>
                          <a:cubicBezTo>
                            <a:pt x="298826" y="104108"/>
                            <a:pt x="299112" y="103251"/>
                            <a:pt x="299398" y="102394"/>
                          </a:cubicBezTo>
                          <a:cubicBezTo>
                            <a:pt x="299779" y="101156"/>
                            <a:pt x="300160" y="100013"/>
                            <a:pt x="300541" y="98774"/>
                          </a:cubicBezTo>
                          <a:cubicBezTo>
                            <a:pt x="301493" y="95822"/>
                            <a:pt x="302255" y="92964"/>
                            <a:pt x="303017" y="90107"/>
                          </a:cubicBezTo>
                          <a:cubicBezTo>
                            <a:pt x="303208" y="89440"/>
                            <a:pt x="303303" y="88868"/>
                            <a:pt x="303493" y="88202"/>
                          </a:cubicBezTo>
                          <a:cubicBezTo>
                            <a:pt x="303970" y="86297"/>
                            <a:pt x="304351" y="84296"/>
                            <a:pt x="304732" y="82487"/>
                          </a:cubicBezTo>
                          <a:cubicBezTo>
                            <a:pt x="304922" y="81629"/>
                            <a:pt x="305113" y="80677"/>
                            <a:pt x="305208" y="79820"/>
                          </a:cubicBezTo>
                          <a:cubicBezTo>
                            <a:pt x="305494" y="78391"/>
                            <a:pt x="305684" y="76962"/>
                            <a:pt x="305875" y="75533"/>
                          </a:cubicBezTo>
                          <a:cubicBezTo>
                            <a:pt x="305970" y="74581"/>
                            <a:pt x="306160" y="73628"/>
                            <a:pt x="306256" y="72676"/>
                          </a:cubicBezTo>
                          <a:cubicBezTo>
                            <a:pt x="306351" y="71533"/>
                            <a:pt x="306446" y="70485"/>
                            <a:pt x="306541" y="69437"/>
                          </a:cubicBezTo>
                          <a:cubicBezTo>
                            <a:pt x="306637" y="68390"/>
                            <a:pt x="306732" y="67437"/>
                            <a:pt x="306732" y="66389"/>
                          </a:cubicBezTo>
                          <a:cubicBezTo>
                            <a:pt x="306827" y="65437"/>
                            <a:pt x="306827" y="64389"/>
                            <a:pt x="306827" y="63437"/>
                          </a:cubicBezTo>
                          <a:cubicBezTo>
                            <a:pt x="306827" y="62389"/>
                            <a:pt x="306827" y="61341"/>
                            <a:pt x="306827" y="60293"/>
                          </a:cubicBezTo>
                          <a:cubicBezTo>
                            <a:pt x="306827" y="59436"/>
                            <a:pt x="306827" y="58579"/>
                            <a:pt x="306732" y="57722"/>
                          </a:cubicBezTo>
                          <a:cubicBezTo>
                            <a:pt x="306732" y="56674"/>
                            <a:pt x="306637" y="55626"/>
                            <a:pt x="306541" y="54578"/>
                          </a:cubicBezTo>
                          <a:cubicBezTo>
                            <a:pt x="306446" y="53816"/>
                            <a:pt x="306446" y="53054"/>
                            <a:pt x="306351" y="52197"/>
                          </a:cubicBezTo>
                          <a:cubicBezTo>
                            <a:pt x="306256" y="51149"/>
                            <a:pt x="306065" y="50102"/>
                            <a:pt x="305970" y="49054"/>
                          </a:cubicBezTo>
                          <a:cubicBezTo>
                            <a:pt x="305875" y="48292"/>
                            <a:pt x="305779" y="47625"/>
                            <a:pt x="305684" y="46863"/>
                          </a:cubicBezTo>
                          <a:cubicBezTo>
                            <a:pt x="305494" y="45720"/>
                            <a:pt x="305303" y="44672"/>
                            <a:pt x="305017" y="43625"/>
                          </a:cubicBezTo>
                          <a:cubicBezTo>
                            <a:pt x="304922" y="43053"/>
                            <a:pt x="304732" y="42386"/>
                            <a:pt x="304636" y="41815"/>
                          </a:cubicBezTo>
                          <a:cubicBezTo>
                            <a:pt x="304446" y="40862"/>
                            <a:pt x="304160" y="40005"/>
                            <a:pt x="303874" y="39148"/>
                          </a:cubicBezTo>
                          <a:cubicBezTo>
                            <a:pt x="303684" y="38481"/>
                            <a:pt x="303493" y="37719"/>
                            <a:pt x="303303" y="37052"/>
                          </a:cubicBezTo>
                          <a:cubicBezTo>
                            <a:pt x="302731" y="35433"/>
                            <a:pt x="302160" y="33814"/>
                            <a:pt x="301493" y="32290"/>
                          </a:cubicBezTo>
                          <a:cubicBezTo>
                            <a:pt x="301398" y="32099"/>
                            <a:pt x="301303" y="31909"/>
                            <a:pt x="301207" y="31718"/>
                          </a:cubicBezTo>
                          <a:cubicBezTo>
                            <a:pt x="300636" y="30385"/>
                            <a:pt x="299969" y="29147"/>
                            <a:pt x="299398" y="28004"/>
                          </a:cubicBezTo>
                          <a:cubicBezTo>
                            <a:pt x="299207" y="27623"/>
                            <a:pt x="298921" y="27242"/>
                            <a:pt x="298731" y="26861"/>
                          </a:cubicBezTo>
                          <a:cubicBezTo>
                            <a:pt x="298159" y="25908"/>
                            <a:pt x="297588" y="24860"/>
                            <a:pt x="296921" y="24003"/>
                          </a:cubicBezTo>
                          <a:cubicBezTo>
                            <a:pt x="296540" y="23432"/>
                            <a:pt x="296159" y="22955"/>
                            <a:pt x="295778" y="22384"/>
                          </a:cubicBezTo>
                          <a:cubicBezTo>
                            <a:pt x="295207" y="21622"/>
                            <a:pt x="294730" y="20955"/>
                            <a:pt x="294159" y="20193"/>
                          </a:cubicBezTo>
                          <a:cubicBezTo>
                            <a:pt x="293683" y="19622"/>
                            <a:pt x="293206" y="19050"/>
                            <a:pt x="292730" y="18479"/>
                          </a:cubicBezTo>
                          <a:cubicBezTo>
                            <a:pt x="292159" y="17812"/>
                            <a:pt x="291587" y="17240"/>
                            <a:pt x="291016" y="16574"/>
                          </a:cubicBezTo>
                          <a:cubicBezTo>
                            <a:pt x="290539" y="16097"/>
                            <a:pt x="289968" y="15526"/>
                            <a:pt x="289396" y="15050"/>
                          </a:cubicBezTo>
                          <a:cubicBezTo>
                            <a:pt x="288825" y="14478"/>
                            <a:pt x="288158" y="13907"/>
                            <a:pt x="287491" y="13430"/>
                          </a:cubicBezTo>
                          <a:cubicBezTo>
                            <a:pt x="286920" y="12954"/>
                            <a:pt x="286348" y="12478"/>
                            <a:pt x="285777" y="12097"/>
                          </a:cubicBezTo>
                          <a:cubicBezTo>
                            <a:pt x="285110" y="11621"/>
                            <a:pt x="284443" y="11049"/>
                            <a:pt x="283777" y="10668"/>
                          </a:cubicBezTo>
                          <a:cubicBezTo>
                            <a:pt x="283205" y="10287"/>
                            <a:pt x="282538" y="9811"/>
                            <a:pt x="281872" y="9430"/>
                          </a:cubicBezTo>
                          <a:cubicBezTo>
                            <a:pt x="281110" y="8954"/>
                            <a:pt x="280443" y="8573"/>
                            <a:pt x="279681" y="8096"/>
                          </a:cubicBezTo>
                          <a:cubicBezTo>
                            <a:pt x="279014" y="7715"/>
                            <a:pt x="278347" y="7334"/>
                            <a:pt x="277681" y="7049"/>
                          </a:cubicBezTo>
                          <a:cubicBezTo>
                            <a:pt x="276919" y="6668"/>
                            <a:pt x="276157" y="6287"/>
                            <a:pt x="275395" y="5906"/>
                          </a:cubicBezTo>
                          <a:cubicBezTo>
                            <a:pt x="274728" y="5620"/>
                            <a:pt x="273966" y="5334"/>
                            <a:pt x="273299" y="5048"/>
                          </a:cubicBezTo>
                          <a:cubicBezTo>
                            <a:pt x="272442" y="4763"/>
                            <a:pt x="271680" y="4382"/>
                            <a:pt x="270823" y="4096"/>
                          </a:cubicBezTo>
                          <a:cubicBezTo>
                            <a:pt x="270061" y="3810"/>
                            <a:pt x="269394" y="3620"/>
                            <a:pt x="268632" y="3334"/>
                          </a:cubicBezTo>
                          <a:cubicBezTo>
                            <a:pt x="267775" y="3048"/>
                            <a:pt x="266917" y="2858"/>
                            <a:pt x="265965" y="2572"/>
                          </a:cubicBezTo>
                          <a:cubicBezTo>
                            <a:pt x="265203" y="2381"/>
                            <a:pt x="264441" y="2191"/>
                            <a:pt x="263679" y="2000"/>
                          </a:cubicBezTo>
                          <a:cubicBezTo>
                            <a:pt x="262726" y="1810"/>
                            <a:pt x="261869" y="1619"/>
                            <a:pt x="260917" y="1429"/>
                          </a:cubicBezTo>
                          <a:cubicBezTo>
                            <a:pt x="260155" y="1238"/>
                            <a:pt x="259297" y="1143"/>
                            <a:pt x="258535" y="953"/>
                          </a:cubicBezTo>
                          <a:cubicBezTo>
                            <a:pt x="257583" y="762"/>
                            <a:pt x="256630" y="667"/>
                            <a:pt x="255678" y="572"/>
                          </a:cubicBezTo>
                          <a:cubicBezTo>
                            <a:pt x="254821" y="476"/>
                            <a:pt x="254059" y="381"/>
                            <a:pt x="253201" y="286"/>
                          </a:cubicBezTo>
                          <a:cubicBezTo>
                            <a:pt x="252249" y="191"/>
                            <a:pt x="251201" y="95"/>
                            <a:pt x="250153" y="95"/>
                          </a:cubicBezTo>
                          <a:cubicBezTo>
                            <a:pt x="249296" y="0"/>
                            <a:pt x="248439" y="0"/>
                            <a:pt x="247582" y="0"/>
                          </a:cubicBezTo>
                          <a:cubicBezTo>
                            <a:pt x="246534" y="0"/>
                            <a:pt x="245486" y="0"/>
                            <a:pt x="244438" y="0"/>
                          </a:cubicBezTo>
                          <a:cubicBezTo>
                            <a:pt x="243581" y="0"/>
                            <a:pt x="242724" y="0"/>
                            <a:pt x="241771" y="0"/>
                          </a:cubicBezTo>
                          <a:cubicBezTo>
                            <a:pt x="240628" y="0"/>
                            <a:pt x="239581" y="95"/>
                            <a:pt x="238438" y="191"/>
                          </a:cubicBezTo>
                          <a:cubicBezTo>
                            <a:pt x="237580" y="286"/>
                            <a:pt x="236723" y="286"/>
                            <a:pt x="235771" y="381"/>
                          </a:cubicBezTo>
                          <a:cubicBezTo>
                            <a:pt x="234628" y="476"/>
                            <a:pt x="233389" y="572"/>
                            <a:pt x="232246" y="762"/>
                          </a:cubicBezTo>
                          <a:cubicBezTo>
                            <a:pt x="231389" y="857"/>
                            <a:pt x="230532" y="953"/>
                            <a:pt x="229579" y="1048"/>
                          </a:cubicBezTo>
                          <a:cubicBezTo>
                            <a:pt x="228341" y="1238"/>
                            <a:pt x="227008" y="1429"/>
                            <a:pt x="225769" y="1619"/>
                          </a:cubicBezTo>
                          <a:cubicBezTo>
                            <a:pt x="225293" y="1715"/>
                            <a:pt x="224722" y="1810"/>
                            <a:pt x="224245" y="1810"/>
                          </a:cubicBezTo>
                          <a:cubicBezTo>
                            <a:pt x="223960" y="1905"/>
                            <a:pt x="223579" y="1905"/>
                            <a:pt x="223293" y="2000"/>
                          </a:cubicBezTo>
                          <a:cubicBezTo>
                            <a:pt x="221864" y="2286"/>
                            <a:pt x="220435" y="2572"/>
                            <a:pt x="219007" y="2858"/>
                          </a:cubicBezTo>
                          <a:cubicBezTo>
                            <a:pt x="218340" y="3048"/>
                            <a:pt x="217673" y="3143"/>
                            <a:pt x="216911" y="3239"/>
                          </a:cubicBezTo>
                          <a:cubicBezTo>
                            <a:pt x="216530" y="3334"/>
                            <a:pt x="216054" y="3429"/>
                            <a:pt x="215673" y="3524"/>
                          </a:cubicBezTo>
                          <a:cubicBezTo>
                            <a:pt x="213958" y="3905"/>
                            <a:pt x="212149" y="4382"/>
                            <a:pt x="210339" y="4763"/>
                          </a:cubicBezTo>
                          <a:cubicBezTo>
                            <a:pt x="210244" y="4763"/>
                            <a:pt x="210148" y="4858"/>
                            <a:pt x="210053" y="4858"/>
                          </a:cubicBezTo>
                          <a:cubicBezTo>
                            <a:pt x="210053" y="4858"/>
                            <a:pt x="210053" y="4858"/>
                            <a:pt x="210053" y="4858"/>
                          </a:cubicBezTo>
                          <a:cubicBezTo>
                            <a:pt x="207958" y="5429"/>
                            <a:pt x="205957" y="6001"/>
                            <a:pt x="203862" y="6668"/>
                          </a:cubicBezTo>
                          <a:cubicBezTo>
                            <a:pt x="202909" y="6953"/>
                            <a:pt x="202052" y="7239"/>
                            <a:pt x="201100" y="7525"/>
                          </a:cubicBezTo>
                          <a:cubicBezTo>
                            <a:pt x="199861" y="7906"/>
                            <a:pt x="198528" y="8382"/>
                            <a:pt x="197290" y="8763"/>
                          </a:cubicBezTo>
                          <a:cubicBezTo>
                            <a:pt x="197194" y="8763"/>
                            <a:pt x="197099" y="8858"/>
                            <a:pt x="197004" y="8858"/>
                          </a:cubicBezTo>
                          <a:cubicBezTo>
                            <a:pt x="193861" y="9906"/>
                            <a:pt x="190622" y="11144"/>
                            <a:pt x="187384" y="12478"/>
                          </a:cubicBezTo>
                          <a:cubicBezTo>
                            <a:pt x="187098" y="12573"/>
                            <a:pt x="186812" y="12764"/>
                            <a:pt x="186431" y="12859"/>
                          </a:cubicBezTo>
                          <a:cubicBezTo>
                            <a:pt x="185860" y="13145"/>
                            <a:pt x="185193" y="13335"/>
                            <a:pt x="184621" y="13621"/>
                          </a:cubicBezTo>
                          <a:cubicBezTo>
                            <a:pt x="183097" y="14288"/>
                            <a:pt x="181478" y="14954"/>
                            <a:pt x="179954" y="15621"/>
                          </a:cubicBezTo>
                          <a:cubicBezTo>
                            <a:pt x="175954" y="17431"/>
                            <a:pt x="171858" y="19336"/>
                            <a:pt x="167762" y="21336"/>
                          </a:cubicBezTo>
                          <a:cubicBezTo>
                            <a:pt x="167762" y="21336"/>
                            <a:pt x="167762" y="21336"/>
                            <a:pt x="167762" y="21336"/>
                          </a:cubicBezTo>
                          <a:cubicBezTo>
                            <a:pt x="166143" y="21527"/>
                            <a:pt x="164809" y="22289"/>
                            <a:pt x="163476" y="22955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5B000">
                            <a:alpha val="100000"/>
                          </a:srgbClr>
                        </a:gs>
                        <a:gs pos="99910">
                          <a:srgbClr val="CD8A00">
                            <a:alpha val="100000"/>
                          </a:srgbClr>
                        </a:gs>
                      </a:gsLst>
                      <a:lin ang="1896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0" name="AutoShape 120"/>
                    <p:cNvSpPr/>
                    <p:nvPr/>
                  </p:nvSpPr>
                  <p:spPr>
                    <a:xfrm>
                      <a:off x="6747129" y="4118609"/>
                      <a:ext cx="415956" cy="40062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5956" h="400621">
                          <a:moveTo>
                            <a:pt x="410909" y="126587"/>
                          </a:moveTo>
                          <a:cubicBezTo>
                            <a:pt x="411004" y="126302"/>
                            <a:pt x="411004" y="126016"/>
                            <a:pt x="411099" y="125730"/>
                          </a:cubicBezTo>
                          <a:cubicBezTo>
                            <a:pt x="411289" y="125063"/>
                            <a:pt x="411385" y="124492"/>
                            <a:pt x="411575" y="123825"/>
                          </a:cubicBezTo>
                          <a:cubicBezTo>
                            <a:pt x="412147" y="121253"/>
                            <a:pt x="412718" y="118777"/>
                            <a:pt x="413195" y="116300"/>
                          </a:cubicBezTo>
                          <a:cubicBezTo>
                            <a:pt x="413290" y="115824"/>
                            <a:pt x="413385" y="115253"/>
                            <a:pt x="413480" y="114776"/>
                          </a:cubicBezTo>
                          <a:cubicBezTo>
                            <a:pt x="413575" y="114110"/>
                            <a:pt x="413766" y="113443"/>
                            <a:pt x="413861" y="112776"/>
                          </a:cubicBezTo>
                          <a:cubicBezTo>
                            <a:pt x="414147" y="110871"/>
                            <a:pt x="414433" y="109061"/>
                            <a:pt x="414718" y="107156"/>
                          </a:cubicBezTo>
                          <a:cubicBezTo>
                            <a:pt x="414814" y="106490"/>
                            <a:pt x="414909" y="105728"/>
                            <a:pt x="415004" y="105061"/>
                          </a:cubicBezTo>
                          <a:cubicBezTo>
                            <a:pt x="415100" y="104489"/>
                            <a:pt x="415195" y="104013"/>
                            <a:pt x="415195" y="103442"/>
                          </a:cubicBezTo>
                          <a:cubicBezTo>
                            <a:pt x="415385" y="102013"/>
                            <a:pt x="415480" y="100584"/>
                            <a:pt x="415576" y="99155"/>
                          </a:cubicBezTo>
                          <a:cubicBezTo>
                            <a:pt x="415671" y="98298"/>
                            <a:pt x="415671" y="97536"/>
                            <a:pt x="415766" y="96679"/>
                          </a:cubicBezTo>
                          <a:cubicBezTo>
                            <a:pt x="415766" y="96203"/>
                            <a:pt x="415862" y="95631"/>
                            <a:pt x="415862" y="95155"/>
                          </a:cubicBezTo>
                          <a:cubicBezTo>
                            <a:pt x="415957" y="93821"/>
                            <a:pt x="415957" y="92583"/>
                            <a:pt x="415957" y="91250"/>
                          </a:cubicBezTo>
                          <a:cubicBezTo>
                            <a:pt x="415957" y="90392"/>
                            <a:pt x="415957" y="89630"/>
                            <a:pt x="415957" y="88773"/>
                          </a:cubicBezTo>
                          <a:cubicBezTo>
                            <a:pt x="415957" y="88202"/>
                            <a:pt x="415957" y="87725"/>
                            <a:pt x="415957" y="87154"/>
                          </a:cubicBezTo>
                          <a:cubicBezTo>
                            <a:pt x="415957" y="86011"/>
                            <a:pt x="415957" y="84868"/>
                            <a:pt x="415862" y="83725"/>
                          </a:cubicBezTo>
                          <a:cubicBezTo>
                            <a:pt x="415862" y="82963"/>
                            <a:pt x="415766" y="82201"/>
                            <a:pt x="415766" y="81439"/>
                          </a:cubicBezTo>
                          <a:cubicBezTo>
                            <a:pt x="415766" y="80772"/>
                            <a:pt x="415671" y="80201"/>
                            <a:pt x="415671" y="79534"/>
                          </a:cubicBezTo>
                          <a:cubicBezTo>
                            <a:pt x="415576" y="78486"/>
                            <a:pt x="415480" y="77438"/>
                            <a:pt x="415385" y="76486"/>
                          </a:cubicBezTo>
                          <a:cubicBezTo>
                            <a:pt x="415290" y="75819"/>
                            <a:pt x="415195" y="75248"/>
                            <a:pt x="415195" y="74581"/>
                          </a:cubicBezTo>
                          <a:cubicBezTo>
                            <a:pt x="415100" y="73819"/>
                            <a:pt x="415004" y="73057"/>
                            <a:pt x="414909" y="72295"/>
                          </a:cubicBezTo>
                          <a:cubicBezTo>
                            <a:pt x="414814" y="71342"/>
                            <a:pt x="414623" y="70390"/>
                            <a:pt x="414433" y="69437"/>
                          </a:cubicBezTo>
                          <a:cubicBezTo>
                            <a:pt x="414338" y="68961"/>
                            <a:pt x="414242" y="68485"/>
                            <a:pt x="414147" y="68104"/>
                          </a:cubicBezTo>
                          <a:cubicBezTo>
                            <a:pt x="413957" y="67151"/>
                            <a:pt x="413766" y="66104"/>
                            <a:pt x="413575" y="65151"/>
                          </a:cubicBezTo>
                          <a:cubicBezTo>
                            <a:pt x="413385" y="64389"/>
                            <a:pt x="413195" y="63532"/>
                            <a:pt x="413004" y="62770"/>
                          </a:cubicBezTo>
                          <a:cubicBezTo>
                            <a:pt x="412909" y="62484"/>
                            <a:pt x="412813" y="62198"/>
                            <a:pt x="412813" y="62008"/>
                          </a:cubicBezTo>
                          <a:cubicBezTo>
                            <a:pt x="412337" y="60198"/>
                            <a:pt x="411861" y="58293"/>
                            <a:pt x="411194" y="56579"/>
                          </a:cubicBezTo>
                          <a:cubicBezTo>
                            <a:pt x="411099" y="56483"/>
                            <a:pt x="411099" y="56293"/>
                            <a:pt x="411004" y="56198"/>
                          </a:cubicBezTo>
                          <a:cubicBezTo>
                            <a:pt x="410337" y="54197"/>
                            <a:pt x="409575" y="52292"/>
                            <a:pt x="408718" y="50483"/>
                          </a:cubicBezTo>
                          <a:cubicBezTo>
                            <a:pt x="408622" y="50292"/>
                            <a:pt x="408527" y="50006"/>
                            <a:pt x="408432" y="49816"/>
                          </a:cubicBezTo>
                          <a:cubicBezTo>
                            <a:pt x="408146" y="49244"/>
                            <a:pt x="407860" y="48578"/>
                            <a:pt x="407575" y="48006"/>
                          </a:cubicBezTo>
                          <a:cubicBezTo>
                            <a:pt x="407099" y="46958"/>
                            <a:pt x="406527" y="46006"/>
                            <a:pt x="406051" y="45053"/>
                          </a:cubicBezTo>
                          <a:cubicBezTo>
                            <a:pt x="405765" y="44577"/>
                            <a:pt x="405575" y="44006"/>
                            <a:pt x="405289" y="43529"/>
                          </a:cubicBezTo>
                          <a:cubicBezTo>
                            <a:pt x="404908" y="42863"/>
                            <a:pt x="404527" y="42196"/>
                            <a:pt x="404146" y="41529"/>
                          </a:cubicBezTo>
                          <a:cubicBezTo>
                            <a:pt x="403765" y="40958"/>
                            <a:pt x="403384" y="40386"/>
                            <a:pt x="403003" y="39815"/>
                          </a:cubicBezTo>
                          <a:cubicBezTo>
                            <a:pt x="402431" y="38957"/>
                            <a:pt x="401955" y="38195"/>
                            <a:pt x="401384" y="37338"/>
                          </a:cubicBezTo>
                          <a:cubicBezTo>
                            <a:pt x="401003" y="36862"/>
                            <a:pt x="400621" y="36290"/>
                            <a:pt x="400241" y="35814"/>
                          </a:cubicBezTo>
                          <a:cubicBezTo>
                            <a:pt x="399955" y="35433"/>
                            <a:pt x="399574" y="35052"/>
                            <a:pt x="399288" y="34671"/>
                          </a:cubicBezTo>
                          <a:lnTo>
                            <a:pt x="366236" y="0"/>
                          </a:lnTo>
                          <a:cubicBezTo>
                            <a:pt x="366332" y="191"/>
                            <a:pt x="366427" y="286"/>
                            <a:pt x="366617" y="476"/>
                          </a:cubicBezTo>
                          <a:cubicBezTo>
                            <a:pt x="366998" y="953"/>
                            <a:pt x="367284" y="1429"/>
                            <a:pt x="367665" y="1905"/>
                          </a:cubicBezTo>
                          <a:cubicBezTo>
                            <a:pt x="368141" y="2572"/>
                            <a:pt x="368713" y="3334"/>
                            <a:pt x="369189" y="4096"/>
                          </a:cubicBezTo>
                          <a:cubicBezTo>
                            <a:pt x="369380" y="4382"/>
                            <a:pt x="369570" y="4667"/>
                            <a:pt x="369760" y="4953"/>
                          </a:cubicBezTo>
                          <a:cubicBezTo>
                            <a:pt x="370046" y="5334"/>
                            <a:pt x="370237" y="5810"/>
                            <a:pt x="370522" y="6287"/>
                          </a:cubicBezTo>
                          <a:cubicBezTo>
                            <a:pt x="370904" y="6858"/>
                            <a:pt x="371189" y="7429"/>
                            <a:pt x="371570" y="8001"/>
                          </a:cubicBezTo>
                          <a:cubicBezTo>
                            <a:pt x="371856" y="8477"/>
                            <a:pt x="372142" y="9049"/>
                            <a:pt x="372428" y="9525"/>
                          </a:cubicBezTo>
                          <a:cubicBezTo>
                            <a:pt x="372523" y="9716"/>
                            <a:pt x="372713" y="9906"/>
                            <a:pt x="372809" y="10097"/>
                          </a:cubicBezTo>
                          <a:cubicBezTo>
                            <a:pt x="373285" y="10954"/>
                            <a:pt x="373666" y="11906"/>
                            <a:pt x="374047" y="12764"/>
                          </a:cubicBezTo>
                          <a:cubicBezTo>
                            <a:pt x="374333" y="13335"/>
                            <a:pt x="374618" y="13811"/>
                            <a:pt x="374809" y="14383"/>
                          </a:cubicBezTo>
                          <a:cubicBezTo>
                            <a:pt x="374904" y="14669"/>
                            <a:pt x="374999" y="14859"/>
                            <a:pt x="375190" y="15145"/>
                          </a:cubicBezTo>
                          <a:cubicBezTo>
                            <a:pt x="375190" y="15240"/>
                            <a:pt x="375285" y="15335"/>
                            <a:pt x="375285" y="15431"/>
                          </a:cubicBezTo>
                          <a:cubicBezTo>
                            <a:pt x="376047" y="17240"/>
                            <a:pt x="376809" y="19145"/>
                            <a:pt x="377476" y="21050"/>
                          </a:cubicBezTo>
                          <a:cubicBezTo>
                            <a:pt x="377476" y="21146"/>
                            <a:pt x="377571" y="21336"/>
                            <a:pt x="377571" y="21431"/>
                          </a:cubicBezTo>
                          <a:cubicBezTo>
                            <a:pt x="378142" y="23241"/>
                            <a:pt x="378714" y="25051"/>
                            <a:pt x="379190" y="26956"/>
                          </a:cubicBezTo>
                          <a:cubicBezTo>
                            <a:pt x="379285" y="27242"/>
                            <a:pt x="379285" y="27432"/>
                            <a:pt x="379381" y="27718"/>
                          </a:cubicBezTo>
                          <a:cubicBezTo>
                            <a:pt x="379571" y="28480"/>
                            <a:pt x="379762" y="29337"/>
                            <a:pt x="379952" y="30099"/>
                          </a:cubicBezTo>
                          <a:cubicBezTo>
                            <a:pt x="380143" y="31147"/>
                            <a:pt x="380429" y="32099"/>
                            <a:pt x="380619" y="33147"/>
                          </a:cubicBezTo>
                          <a:cubicBezTo>
                            <a:pt x="380714" y="33528"/>
                            <a:pt x="380714" y="34004"/>
                            <a:pt x="380809" y="34385"/>
                          </a:cubicBezTo>
                          <a:cubicBezTo>
                            <a:pt x="381000" y="35338"/>
                            <a:pt x="381095" y="36290"/>
                            <a:pt x="381286" y="37243"/>
                          </a:cubicBezTo>
                          <a:cubicBezTo>
                            <a:pt x="381381" y="38005"/>
                            <a:pt x="381571" y="38767"/>
                            <a:pt x="381667" y="39624"/>
                          </a:cubicBezTo>
                          <a:cubicBezTo>
                            <a:pt x="381762" y="40196"/>
                            <a:pt x="381762" y="40862"/>
                            <a:pt x="381857" y="41434"/>
                          </a:cubicBezTo>
                          <a:cubicBezTo>
                            <a:pt x="381953" y="42482"/>
                            <a:pt x="382048" y="43434"/>
                            <a:pt x="382143" y="44482"/>
                          </a:cubicBezTo>
                          <a:cubicBezTo>
                            <a:pt x="382238" y="45149"/>
                            <a:pt x="382238" y="45815"/>
                            <a:pt x="382334" y="46387"/>
                          </a:cubicBezTo>
                          <a:cubicBezTo>
                            <a:pt x="382334" y="47149"/>
                            <a:pt x="382334" y="47911"/>
                            <a:pt x="382429" y="48578"/>
                          </a:cubicBezTo>
                          <a:cubicBezTo>
                            <a:pt x="382429" y="49721"/>
                            <a:pt x="382524" y="50864"/>
                            <a:pt x="382524" y="52007"/>
                          </a:cubicBezTo>
                          <a:cubicBezTo>
                            <a:pt x="382524" y="52578"/>
                            <a:pt x="382524" y="53150"/>
                            <a:pt x="382524" y="53721"/>
                          </a:cubicBezTo>
                          <a:cubicBezTo>
                            <a:pt x="382524" y="54483"/>
                            <a:pt x="382429" y="55340"/>
                            <a:pt x="382429" y="56102"/>
                          </a:cubicBezTo>
                          <a:cubicBezTo>
                            <a:pt x="382429" y="57436"/>
                            <a:pt x="382334" y="58674"/>
                            <a:pt x="382238" y="60008"/>
                          </a:cubicBezTo>
                          <a:cubicBezTo>
                            <a:pt x="382238" y="60579"/>
                            <a:pt x="382238" y="61055"/>
                            <a:pt x="382143" y="61627"/>
                          </a:cubicBezTo>
                          <a:cubicBezTo>
                            <a:pt x="382048" y="62389"/>
                            <a:pt x="381953" y="63246"/>
                            <a:pt x="381953" y="64008"/>
                          </a:cubicBezTo>
                          <a:cubicBezTo>
                            <a:pt x="381857" y="65437"/>
                            <a:pt x="381667" y="66866"/>
                            <a:pt x="381571" y="68294"/>
                          </a:cubicBezTo>
                          <a:cubicBezTo>
                            <a:pt x="381476" y="68866"/>
                            <a:pt x="381476" y="69437"/>
                            <a:pt x="381381" y="70009"/>
                          </a:cubicBezTo>
                          <a:cubicBezTo>
                            <a:pt x="381286" y="70676"/>
                            <a:pt x="381191" y="71438"/>
                            <a:pt x="381095" y="72104"/>
                          </a:cubicBezTo>
                          <a:cubicBezTo>
                            <a:pt x="380809" y="73914"/>
                            <a:pt x="380524" y="75819"/>
                            <a:pt x="380238" y="77724"/>
                          </a:cubicBezTo>
                          <a:cubicBezTo>
                            <a:pt x="380143" y="78391"/>
                            <a:pt x="380047" y="79058"/>
                            <a:pt x="379952" y="79724"/>
                          </a:cubicBezTo>
                          <a:cubicBezTo>
                            <a:pt x="379857" y="80201"/>
                            <a:pt x="379762" y="80772"/>
                            <a:pt x="379667" y="81248"/>
                          </a:cubicBezTo>
                          <a:cubicBezTo>
                            <a:pt x="379190" y="83725"/>
                            <a:pt x="378619" y="86297"/>
                            <a:pt x="378047" y="88773"/>
                          </a:cubicBezTo>
                          <a:cubicBezTo>
                            <a:pt x="378047" y="88868"/>
                            <a:pt x="378047" y="88964"/>
                            <a:pt x="377952" y="89059"/>
                          </a:cubicBezTo>
                          <a:cubicBezTo>
                            <a:pt x="377857" y="89630"/>
                            <a:pt x="377762" y="90202"/>
                            <a:pt x="377571" y="90773"/>
                          </a:cubicBezTo>
                          <a:cubicBezTo>
                            <a:pt x="377476" y="91059"/>
                            <a:pt x="377380" y="91345"/>
                            <a:pt x="377380" y="91535"/>
                          </a:cubicBezTo>
                          <a:cubicBezTo>
                            <a:pt x="377190" y="92202"/>
                            <a:pt x="377000" y="92774"/>
                            <a:pt x="376904" y="93440"/>
                          </a:cubicBezTo>
                          <a:cubicBezTo>
                            <a:pt x="376618" y="94488"/>
                            <a:pt x="376333" y="95536"/>
                            <a:pt x="376047" y="96679"/>
                          </a:cubicBezTo>
                          <a:cubicBezTo>
                            <a:pt x="375761" y="97631"/>
                            <a:pt x="375475" y="98584"/>
                            <a:pt x="375190" y="99632"/>
                          </a:cubicBezTo>
                          <a:cubicBezTo>
                            <a:pt x="374999" y="100394"/>
                            <a:pt x="374713" y="101251"/>
                            <a:pt x="374428" y="102013"/>
                          </a:cubicBezTo>
                          <a:cubicBezTo>
                            <a:pt x="374237" y="102584"/>
                            <a:pt x="374047" y="103156"/>
                            <a:pt x="373951" y="103727"/>
                          </a:cubicBezTo>
                          <a:cubicBezTo>
                            <a:pt x="373666" y="104585"/>
                            <a:pt x="373380" y="105442"/>
                            <a:pt x="373094" y="106299"/>
                          </a:cubicBezTo>
                          <a:cubicBezTo>
                            <a:pt x="372999" y="106680"/>
                            <a:pt x="372809" y="107061"/>
                            <a:pt x="372713" y="107442"/>
                          </a:cubicBezTo>
                          <a:cubicBezTo>
                            <a:pt x="372332" y="108585"/>
                            <a:pt x="371951" y="109728"/>
                            <a:pt x="371570" y="110871"/>
                          </a:cubicBezTo>
                          <a:cubicBezTo>
                            <a:pt x="371475" y="111252"/>
                            <a:pt x="371284" y="111633"/>
                            <a:pt x="371189" y="112014"/>
                          </a:cubicBezTo>
                          <a:cubicBezTo>
                            <a:pt x="370618" y="113538"/>
                            <a:pt x="370046" y="115062"/>
                            <a:pt x="369475" y="116586"/>
                          </a:cubicBezTo>
                          <a:cubicBezTo>
                            <a:pt x="369094" y="117539"/>
                            <a:pt x="368713" y="118586"/>
                            <a:pt x="368332" y="119539"/>
                          </a:cubicBezTo>
                          <a:cubicBezTo>
                            <a:pt x="368237" y="119729"/>
                            <a:pt x="368237" y="119920"/>
                            <a:pt x="368141" y="120110"/>
                          </a:cubicBezTo>
                          <a:cubicBezTo>
                            <a:pt x="367855" y="120872"/>
                            <a:pt x="367475" y="121729"/>
                            <a:pt x="367093" y="122492"/>
                          </a:cubicBezTo>
                          <a:cubicBezTo>
                            <a:pt x="366141" y="124873"/>
                            <a:pt x="365188" y="127254"/>
                            <a:pt x="364141" y="129635"/>
                          </a:cubicBezTo>
                          <a:cubicBezTo>
                            <a:pt x="363569" y="130874"/>
                            <a:pt x="362998" y="132112"/>
                            <a:pt x="362426" y="133445"/>
                          </a:cubicBezTo>
                          <a:cubicBezTo>
                            <a:pt x="361474" y="135541"/>
                            <a:pt x="360521" y="137732"/>
                            <a:pt x="359474" y="139827"/>
                          </a:cubicBezTo>
                          <a:cubicBezTo>
                            <a:pt x="359188" y="140399"/>
                            <a:pt x="358902" y="140970"/>
                            <a:pt x="358616" y="141637"/>
                          </a:cubicBezTo>
                          <a:cubicBezTo>
                            <a:pt x="358235" y="142399"/>
                            <a:pt x="357854" y="143161"/>
                            <a:pt x="357473" y="143923"/>
                          </a:cubicBezTo>
                          <a:cubicBezTo>
                            <a:pt x="356425" y="145923"/>
                            <a:pt x="355473" y="147923"/>
                            <a:pt x="354425" y="149924"/>
                          </a:cubicBezTo>
                          <a:cubicBezTo>
                            <a:pt x="353663" y="151257"/>
                            <a:pt x="352996" y="152686"/>
                            <a:pt x="352234" y="154019"/>
                          </a:cubicBezTo>
                          <a:cubicBezTo>
                            <a:pt x="351092" y="156020"/>
                            <a:pt x="349949" y="158115"/>
                            <a:pt x="348805" y="160115"/>
                          </a:cubicBezTo>
                          <a:cubicBezTo>
                            <a:pt x="348043" y="161449"/>
                            <a:pt x="347282" y="162782"/>
                            <a:pt x="346520" y="164116"/>
                          </a:cubicBezTo>
                          <a:cubicBezTo>
                            <a:pt x="345281" y="166307"/>
                            <a:pt x="343948" y="168497"/>
                            <a:pt x="342519" y="170688"/>
                          </a:cubicBezTo>
                          <a:cubicBezTo>
                            <a:pt x="341757" y="171831"/>
                            <a:pt x="341090" y="173069"/>
                            <a:pt x="340328" y="174212"/>
                          </a:cubicBezTo>
                          <a:cubicBezTo>
                            <a:pt x="338614" y="176975"/>
                            <a:pt x="336804" y="179737"/>
                            <a:pt x="334994" y="182499"/>
                          </a:cubicBezTo>
                          <a:cubicBezTo>
                            <a:pt x="334613" y="183071"/>
                            <a:pt x="334328" y="183642"/>
                            <a:pt x="333946" y="184118"/>
                          </a:cubicBezTo>
                          <a:cubicBezTo>
                            <a:pt x="333851" y="184214"/>
                            <a:pt x="333851" y="184309"/>
                            <a:pt x="333756" y="184404"/>
                          </a:cubicBezTo>
                          <a:cubicBezTo>
                            <a:pt x="333661" y="184499"/>
                            <a:pt x="333661" y="184595"/>
                            <a:pt x="333566" y="184595"/>
                          </a:cubicBezTo>
                          <a:cubicBezTo>
                            <a:pt x="332994" y="185452"/>
                            <a:pt x="332422" y="186309"/>
                            <a:pt x="331851" y="187166"/>
                          </a:cubicBezTo>
                          <a:cubicBezTo>
                            <a:pt x="331375" y="187833"/>
                            <a:pt x="330899" y="188500"/>
                            <a:pt x="330422" y="189167"/>
                          </a:cubicBezTo>
                          <a:cubicBezTo>
                            <a:pt x="328327" y="192215"/>
                            <a:pt x="326136" y="195263"/>
                            <a:pt x="323850" y="198311"/>
                          </a:cubicBezTo>
                          <a:cubicBezTo>
                            <a:pt x="323850" y="198311"/>
                            <a:pt x="323850" y="198406"/>
                            <a:pt x="323755" y="198406"/>
                          </a:cubicBezTo>
                          <a:cubicBezTo>
                            <a:pt x="323183" y="199168"/>
                            <a:pt x="322612" y="200025"/>
                            <a:pt x="322040" y="200787"/>
                          </a:cubicBezTo>
                          <a:cubicBezTo>
                            <a:pt x="321850" y="200978"/>
                            <a:pt x="321755" y="201168"/>
                            <a:pt x="321564" y="201359"/>
                          </a:cubicBezTo>
                          <a:cubicBezTo>
                            <a:pt x="318707" y="205264"/>
                            <a:pt x="315754" y="209074"/>
                            <a:pt x="312706" y="212884"/>
                          </a:cubicBezTo>
                          <a:cubicBezTo>
                            <a:pt x="312610" y="212979"/>
                            <a:pt x="312515" y="213074"/>
                            <a:pt x="312420" y="213170"/>
                          </a:cubicBezTo>
                          <a:cubicBezTo>
                            <a:pt x="311944" y="213741"/>
                            <a:pt x="311467" y="214313"/>
                            <a:pt x="310991" y="214884"/>
                          </a:cubicBezTo>
                          <a:cubicBezTo>
                            <a:pt x="308705" y="217742"/>
                            <a:pt x="306324" y="220599"/>
                            <a:pt x="303943" y="223457"/>
                          </a:cubicBezTo>
                          <a:cubicBezTo>
                            <a:pt x="303562" y="223933"/>
                            <a:pt x="303181" y="224314"/>
                            <a:pt x="302800" y="224790"/>
                          </a:cubicBezTo>
                          <a:cubicBezTo>
                            <a:pt x="301942" y="225743"/>
                            <a:pt x="301180" y="226695"/>
                            <a:pt x="300323" y="227648"/>
                          </a:cubicBezTo>
                          <a:cubicBezTo>
                            <a:pt x="298895" y="229267"/>
                            <a:pt x="297466" y="230886"/>
                            <a:pt x="296037" y="232505"/>
                          </a:cubicBezTo>
                          <a:cubicBezTo>
                            <a:pt x="295561" y="233077"/>
                            <a:pt x="295084" y="233648"/>
                            <a:pt x="294608" y="234220"/>
                          </a:cubicBezTo>
                          <a:cubicBezTo>
                            <a:pt x="293656" y="235268"/>
                            <a:pt x="292608" y="236411"/>
                            <a:pt x="291655" y="237458"/>
                          </a:cubicBezTo>
                          <a:cubicBezTo>
                            <a:pt x="290608" y="238601"/>
                            <a:pt x="289560" y="239744"/>
                            <a:pt x="288512" y="240887"/>
                          </a:cubicBezTo>
                          <a:cubicBezTo>
                            <a:pt x="288131" y="241364"/>
                            <a:pt x="287750" y="241745"/>
                            <a:pt x="287274" y="242221"/>
                          </a:cubicBezTo>
                          <a:cubicBezTo>
                            <a:pt x="286226" y="243269"/>
                            <a:pt x="285179" y="244316"/>
                            <a:pt x="284226" y="245459"/>
                          </a:cubicBezTo>
                          <a:cubicBezTo>
                            <a:pt x="283750" y="245936"/>
                            <a:pt x="283369" y="246412"/>
                            <a:pt x="282892" y="246793"/>
                          </a:cubicBezTo>
                          <a:cubicBezTo>
                            <a:pt x="282130" y="247555"/>
                            <a:pt x="281368" y="248317"/>
                            <a:pt x="280702" y="249079"/>
                          </a:cubicBezTo>
                          <a:cubicBezTo>
                            <a:pt x="280511" y="249269"/>
                            <a:pt x="280321" y="249460"/>
                            <a:pt x="280130" y="249650"/>
                          </a:cubicBezTo>
                          <a:cubicBezTo>
                            <a:pt x="279463" y="250317"/>
                            <a:pt x="278892" y="250889"/>
                            <a:pt x="278225" y="251555"/>
                          </a:cubicBezTo>
                          <a:cubicBezTo>
                            <a:pt x="276511" y="253270"/>
                            <a:pt x="274796" y="255079"/>
                            <a:pt x="272987" y="256794"/>
                          </a:cubicBezTo>
                          <a:cubicBezTo>
                            <a:pt x="272891" y="256889"/>
                            <a:pt x="272701" y="256985"/>
                            <a:pt x="272605" y="257175"/>
                          </a:cubicBezTo>
                          <a:cubicBezTo>
                            <a:pt x="272034" y="257747"/>
                            <a:pt x="271463" y="258318"/>
                            <a:pt x="270891" y="258890"/>
                          </a:cubicBezTo>
                          <a:cubicBezTo>
                            <a:pt x="269367" y="260318"/>
                            <a:pt x="267843" y="261842"/>
                            <a:pt x="266319" y="263271"/>
                          </a:cubicBezTo>
                          <a:cubicBezTo>
                            <a:pt x="266129" y="263462"/>
                            <a:pt x="265938" y="263652"/>
                            <a:pt x="265747" y="263747"/>
                          </a:cubicBezTo>
                          <a:cubicBezTo>
                            <a:pt x="265271" y="264224"/>
                            <a:pt x="264795" y="264605"/>
                            <a:pt x="264319" y="265081"/>
                          </a:cubicBezTo>
                          <a:cubicBezTo>
                            <a:pt x="263366" y="265938"/>
                            <a:pt x="262414" y="266795"/>
                            <a:pt x="261461" y="267748"/>
                          </a:cubicBezTo>
                          <a:cubicBezTo>
                            <a:pt x="260985" y="268129"/>
                            <a:pt x="260604" y="268605"/>
                            <a:pt x="260128" y="268986"/>
                          </a:cubicBezTo>
                          <a:cubicBezTo>
                            <a:pt x="259556" y="269558"/>
                            <a:pt x="258889" y="270129"/>
                            <a:pt x="258318" y="270701"/>
                          </a:cubicBezTo>
                          <a:cubicBezTo>
                            <a:pt x="257461" y="271463"/>
                            <a:pt x="256604" y="272225"/>
                            <a:pt x="255746" y="272987"/>
                          </a:cubicBezTo>
                          <a:cubicBezTo>
                            <a:pt x="254699" y="273939"/>
                            <a:pt x="253651" y="274796"/>
                            <a:pt x="252603" y="275749"/>
                          </a:cubicBezTo>
                          <a:cubicBezTo>
                            <a:pt x="251936" y="276320"/>
                            <a:pt x="251270" y="276892"/>
                            <a:pt x="250603" y="277463"/>
                          </a:cubicBezTo>
                          <a:cubicBezTo>
                            <a:pt x="249555" y="278416"/>
                            <a:pt x="248412" y="279368"/>
                            <a:pt x="247269" y="280226"/>
                          </a:cubicBezTo>
                          <a:cubicBezTo>
                            <a:pt x="246983" y="280416"/>
                            <a:pt x="246697" y="280702"/>
                            <a:pt x="246412" y="280892"/>
                          </a:cubicBezTo>
                          <a:cubicBezTo>
                            <a:pt x="245459" y="281654"/>
                            <a:pt x="244507" y="282512"/>
                            <a:pt x="243650" y="283274"/>
                          </a:cubicBezTo>
                          <a:cubicBezTo>
                            <a:pt x="243364" y="283559"/>
                            <a:pt x="242983" y="283845"/>
                            <a:pt x="242697" y="284131"/>
                          </a:cubicBezTo>
                          <a:cubicBezTo>
                            <a:pt x="242030" y="284702"/>
                            <a:pt x="241268" y="285274"/>
                            <a:pt x="240601" y="285845"/>
                          </a:cubicBezTo>
                          <a:cubicBezTo>
                            <a:pt x="238792" y="287369"/>
                            <a:pt x="236887" y="288893"/>
                            <a:pt x="235077" y="290322"/>
                          </a:cubicBezTo>
                          <a:cubicBezTo>
                            <a:pt x="234887" y="290417"/>
                            <a:pt x="234791" y="290608"/>
                            <a:pt x="234601" y="290703"/>
                          </a:cubicBezTo>
                          <a:cubicBezTo>
                            <a:pt x="234601" y="290703"/>
                            <a:pt x="234601" y="290703"/>
                            <a:pt x="234505" y="290798"/>
                          </a:cubicBezTo>
                          <a:cubicBezTo>
                            <a:pt x="234220" y="290989"/>
                            <a:pt x="234029" y="291179"/>
                            <a:pt x="233743" y="291370"/>
                          </a:cubicBezTo>
                          <a:cubicBezTo>
                            <a:pt x="231458" y="293180"/>
                            <a:pt x="229076" y="294989"/>
                            <a:pt x="226695" y="296799"/>
                          </a:cubicBezTo>
                          <a:cubicBezTo>
                            <a:pt x="226504" y="296990"/>
                            <a:pt x="226314" y="297085"/>
                            <a:pt x="226124" y="297275"/>
                          </a:cubicBezTo>
                          <a:cubicBezTo>
                            <a:pt x="225647" y="297656"/>
                            <a:pt x="225076" y="298037"/>
                            <a:pt x="224600" y="298418"/>
                          </a:cubicBezTo>
                          <a:cubicBezTo>
                            <a:pt x="222980" y="299657"/>
                            <a:pt x="221361" y="300800"/>
                            <a:pt x="219646" y="302038"/>
                          </a:cubicBezTo>
                          <a:cubicBezTo>
                            <a:pt x="218884" y="302609"/>
                            <a:pt x="218122" y="303181"/>
                            <a:pt x="217456" y="303657"/>
                          </a:cubicBezTo>
                          <a:cubicBezTo>
                            <a:pt x="217170" y="303848"/>
                            <a:pt x="216884" y="304038"/>
                            <a:pt x="216694" y="304229"/>
                          </a:cubicBezTo>
                          <a:cubicBezTo>
                            <a:pt x="216122" y="304610"/>
                            <a:pt x="215646" y="304991"/>
                            <a:pt x="215075" y="305372"/>
                          </a:cubicBezTo>
                          <a:cubicBezTo>
                            <a:pt x="214122" y="306038"/>
                            <a:pt x="213074" y="306705"/>
                            <a:pt x="212122" y="307467"/>
                          </a:cubicBezTo>
                          <a:cubicBezTo>
                            <a:pt x="210979" y="308229"/>
                            <a:pt x="209836" y="309086"/>
                            <a:pt x="208788" y="309848"/>
                          </a:cubicBezTo>
                          <a:cubicBezTo>
                            <a:pt x="208502" y="310039"/>
                            <a:pt x="208312" y="310134"/>
                            <a:pt x="208026" y="310325"/>
                          </a:cubicBezTo>
                          <a:cubicBezTo>
                            <a:pt x="207169" y="310896"/>
                            <a:pt x="206407" y="311372"/>
                            <a:pt x="205550" y="311944"/>
                          </a:cubicBezTo>
                          <a:cubicBezTo>
                            <a:pt x="204407" y="312706"/>
                            <a:pt x="203359" y="313373"/>
                            <a:pt x="202216" y="314135"/>
                          </a:cubicBezTo>
                          <a:cubicBezTo>
                            <a:pt x="201359" y="314706"/>
                            <a:pt x="200596" y="315278"/>
                            <a:pt x="199739" y="315754"/>
                          </a:cubicBezTo>
                          <a:cubicBezTo>
                            <a:pt x="199549" y="315849"/>
                            <a:pt x="199358" y="316040"/>
                            <a:pt x="199168" y="316135"/>
                          </a:cubicBezTo>
                          <a:cubicBezTo>
                            <a:pt x="198692" y="316421"/>
                            <a:pt x="198120" y="316802"/>
                            <a:pt x="197644" y="317087"/>
                          </a:cubicBezTo>
                          <a:cubicBezTo>
                            <a:pt x="197072" y="317468"/>
                            <a:pt x="196501" y="317754"/>
                            <a:pt x="196025" y="318135"/>
                          </a:cubicBezTo>
                          <a:cubicBezTo>
                            <a:pt x="194882" y="318897"/>
                            <a:pt x="193738" y="319564"/>
                            <a:pt x="192596" y="320326"/>
                          </a:cubicBezTo>
                          <a:cubicBezTo>
                            <a:pt x="192024" y="320707"/>
                            <a:pt x="191357" y="321088"/>
                            <a:pt x="190786" y="321469"/>
                          </a:cubicBezTo>
                          <a:cubicBezTo>
                            <a:pt x="190691" y="321564"/>
                            <a:pt x="190500" y="321659"/>
                            <a:pt x="190405" y="321755"/>
                          </a:cubicBezTo>
                          <a:cubicBezTo>
                            <a:pt x="190309" y="321850"/>
                            <a:pt x="190119" y="321945"/>
                            <a:pt x="190024" y="322040"/>
                          </a:cubicBezTo>
                          <a:cubicBezTo>
                            <a:pt x="188785" y="322802"/>
                            <a:pt x="187642" y="323469"/>
                            <a:pt x="186500" y="324136"/>
                          </a:cubicBezTo>
                          <a:cubicBezTo>
                            <a:pt x="185357" y="324803"/>
                            <a:pt x="184118" y="325565"/>
                            <a:pt x="182975" y="326231"/>
                          </a:cubicBezTo>
                          <a:cubicBezTo>
                            <a:pt x="182689" y="326422"/>
                            <a:pt x="182404" y="326612"/>
                            <a:pt x="182023" y="326803"/>
                          </a:cubicBezTo>
                          <a:cubicBezTo>
                            <a:pt x="181832" y="326898"/>
                            <a:pt x="181737" y="326993"/>
                            <a:pt x="181642" y="327089"/>
                          </a:cubicBezTo>
                          <a:cubicBezTo>
                            <a:pt x="181546" y="327089"/>
                            <a:pt x="181546" y="327184"/>
                            <a:pt x="181451" y="327184"/>
                          </a:cubicBezTo>
                          <a:cubicBezTo>
                            <a:pt x="181451" y="327184"/>
                            <a:pt x="181451" y="327184"/>
                            <a:pt x="181451" y="327184"/>
                          </a:cubicBezTo>
                          <a:cubicBezTo>
                            <a:pt x="179832" y="328136"/>
                            <a:pt x="178117" y="328994"/>
                            <a:pt x="176498" y="329946"/>
                          </a:cubicBezTo>
                          <a:cubicBezTo>
                            <a:pt x="175546" y="330518"/>
                            <a:pt x="174593" y="331089"/>
                            <a:pt x="173546" y="331565"/>
                          </a:cubicBezTo>
                          <a:cubicBezTo>
                            <a:pt x="173450" y="331661"/>
                            <a:pt x="173355" y="331661"/>
                            <a:pt x="173260" y="331756"/>
                          </a:cubicBezTo>
                          <a:cubicBezTo>
                            <a:pt x="172879" y="331946"/>
                            <a:pt x="172593" y="332137"/>
                            <a:pt x="172212" y="332327"/>
                          </a:cubicBezTo>
                          <a:cubicBezTo>
                            <a:pt x="172021" y="332423"/>
                            <a:pt x="171831" y="332518"/>
                            <a:pt x="171641" y="332613"/>
                          </a:cubicBezTo>
                          <a:cubicBezTo>
                            <a:pt x="170879" y="332994"/>
                            <a:pt x="170212" y="333375"/>
                            <a:pt x="169450" y="333756"/>
                          </a:cubicBezTo>
                          <a:cubicBezTo>
                            <a:pt x="167735" y="334709"/>
                            <a:pt x="165925" y="335661"/>
                            <a:pt x="164211" y="336518"/>
                          </a:cubicBezTo>
                          <a:cubicBezTo>
                            <a:pt x="164021" y="336614"/>
                            <a:pt x="163735" y="336709"/>
                            <a:pt x="163544" y="336899"/>
                          </a:cubicBezTo>
                          <a:cubicBezTo>
                            <a:pt x="163259" y="336995"/>
                            <a:pt x="162973" y="337185"/>
                            <a:pt x="162782" y="337280"/>
                          </a:cubicBezTo>
                          <a:cubicBezTo>
                            <a:pt x="162401" y="337471"/>
                            <a:pt x="161925" y="337757"/>
                            <a:pt x="161544" y="337947"/>
                          </a:cubicBezTo>
                          <a:cubicBezTo>
                            <a:pt x="160877" y="338233"/>
                            <a:pt x="160306" y="338519"/>
                            <a:pt x="159639" y="338804"/>
                          </a:cubicBezTo>
                          <a:cubicBezTo>
                            <a:pt x="158115" y="339566"/>
                            <a:pt x="156591" y="340328"/>
                            <a:pt x="155067" y="340995"/>
                          </a:cubicBezTo>
                          <a:cubicBezTo>
                            <a:pt x="154114" y="341471"/>
                            <a:pt x="153162" y="341852"/>
                            <a:pt x="152209" y="342329"/>
                          </a:cubicBezTo>
                          <a:cubicBezTo>
                            <a:pt x="151638" y="342614"/>
                            <a:pt x="151067" y="342900"/>
                            <a:pt x="150400" y="343186"/>
                          </a:cubicBezTo>
                          <a:cubicBezTo>
                            <a:pt x="150019" y="343376"/>
                            <a:pt x="149733" y="343472"/>
                            <a:pt x="149352" y="343662"/>
                          </a:cubicBezTo>
                          <a:cubicBezTo>
                            <a:pt x="148209" y="344138"/>
                            <a:pt x="147066" y="344710"/>
                            <a:pt x="145923" y="345186"/>
                          </a:cubicBezTo>
                          <a:cubicBezTo>
                            <a:pt x="144780" y="345662"/>
                            <a:pt x="143637" y="346139"/>
                            <a:pt x="142494" y="346615"/>
                          </a:cubicBezTo>
                          <a:cubicBezTo>
                            <a:pt x="141732" y="346901"/>
                            <a:pt x="140970" y="347282"/>
                            <a:pt x="140208" y="347567"/>
                          </a:cubicBezTo>
                          <a:cubicBezTo>
                            <a:pt x="139732" y="347758"/>
                            <a:pt x="139255" y="347948"/>
                            <a:pt x="138684" y="348139"/>
                          </a:cubicBezTo>
                          <a:cubicBezTo>
                            <a:pt x="138589" y="348234"/>
                            <a:pt x="138398" y="348234"/>
                            <a:pt x="138303" y="348329"/>
                          </a:cubicBezTo>
                          <a:cubicBezTo>
                            <a:pt x="137636" y="348615"/>
                            <a:pt x="136970" y="348901"/>
                            <a:pt x="136303" y="349091"/>
                          </a:cubicBezTo>
                          <a:cubicBezTo>
                            <a:pt x="135446" y="349472"/>
                            <a:pt x="134588" y="349758"/>
                            <a:pt x="133731" y="350044"/>
                          </a:cubicBezTo>
                          <a:cubicBezTo>
                            <a:pt x="132874" y="350330"/>
                            <a:pt x="132112" y="350711"/>
                            <a:pt x="131254" y="350996"/>
                          </a:cubicBezTo>
                          <a:cubicBezTo>
                            <a:pt x="130969" y="351092"/>
                            <a:pt x="130588" y="351187"/>
                            <a:pt x="130302" y="351377"/>
                          </a:cubicBezTo>
                          <a:cubicBezTo>
                            <a:pt x="129159" y="351758"/>
                            <a:pt x="128016" y="352235"/>
                            <a:pt x="126873" y="352616"/>
                          </a:cubicBezTo>
                          <a:cubicBezTo>
                            <a:pt x="126301" y="352806"/>
                            <a:pt x="125730" y="352997"/>
                            <a:pt x="125158" y="353282"/>
                          </a:cubicBezTo>
                          <a:cubicBezTo>
                            <a:pt x="124968" y="353378"/>
                            <a:pt x="124778" y="353473"/>
                            <a:pt x="124492" y="353473"/>
                          </a:cubicBezTo>
                          <a:cubicBezTo>
                            <a:pt x="124301" y="353568"/>
                            <a:pt x="124016" y="353568"/>
                            <a:pt x="123825" y="353663"/>
                          </a:cubicBezTo>
                          <a:cubicBezTo>
                            <a:pt x="122015" y="354330"/>
                            <a:pt x="120205" y="354902"/>
                            <a:pt x="118396" y="355473"/>
                          </a:cubicBezTo>
                          <a:cubicBezTo>
                            <a:pt x="117634" y="355759"/>
                            <a:pt x="116776" y="355949"/>
                            <a:pt x="116014" y="356235"/>
                          </a:cubicBezTo>
                          <a:cubicBezTo>
                            <a:pt x="115824" y="356330"/>
                            <a:pt x="115633" y="356330"/>
                            <a:pt x="115443" y="356426"/>
                          </a:cubicBezTo>
                          <a:cubicBezTo>
                            <a:pt x="112681" y="357283"/>
                            <a:pt x="109918" y="358045"/>
                            <a:pt x="107251" y="358712"/>
                          </a:cubicBezTo>
                          <a:cubicBezTo>
                            <a:pt x="107251" y="358712"/>
                            <a:pt x="107156" y="358712"/>
                            <a:pt x="107156" y="358712"/>
                          </a:cubicBezTo>
                          <a:cubicBezTo>
                            <a:pt x="107156" y="358712"/>
                            <a:pt x="107156" y="358712"/>
                            <a:pt x="107156" y="358712"/>
                          </a:cubicBezTo>
                          <a:cubicBezTo>
                            <a:pt x="107061" y="358712"/>
                            <a:pt x="106871" y="358807"/>
                            <a:pt x="106775" y="358807"/>
                          </a:cubicBezTo>
                          <a:cubicBezTo>
                            <a:pt x="106489" y="358902"/>
                            <a:pt x="106204" y="358902"/>
                            <a:pt x="105918" y="358997"/>
                          </a:cubicBezTo>
                          <a:cubicBezTo>
                            <a:pt x="103632" y="359569"/>
                            <a:pt x="101346" y="360140"/>
                            <a:pt x="99155" y="360617"/>
                          </a:cubicBezTo>
                          <a:cubicBezTo>
                            <a:pt x="98870" y="360712"/>
                            <a:pt x="98679" y="360712"/>
                            <a:pt x="98393" y="360807"/>
                          </a:cubicBezTo>
                          <a:cubicBezTo>
                            <a:pt x="97631" y="360998"/>
                            <a:pt x="96869" y="361093"/>
                            <a:pt x="96107" y="361283"/>
                          </a:cubicBezTo>
                          <a:cubicBezTo>
                            <a:pt x="94488" y="361664"/>
                            <a:pt x="92774" y="361950"/>
                            <a:pt x="91154" y="362236"/>
                          </a:cubicBezTo>
                          <a:cubicBezTo>
                            <a:pt x="90678" y="362331"/>
                            <a:pt x="90297" y="362426"/>
                            <a:pt x="89821" y="362522"/>
                          </a:cubicBezTo>
                          <a:cubicBezTo>
                            <a:pt x="89059" y="362617"/>
                            <a:pt x="88392" y="362712"/>
                            <a:pt x="87630" y="362903"/>
                          </a:cubicBezTo>
                          <a:cubicBezTo>
                            <a:pt x="86201" y="363093"/>
                            <a:pt x="84772" y="363379"/>
                            <a:pt x="83344" y="363569"/>
                          </a:cubicBezTo>
                          <a:cubicBezTo>
                            <a:pt x="82772" y="363665"/>
                            <a:pt x="82105" y="363760"/>
                            <a:pt x="81534" y="363855"/>
                          </a:cubicBezTo>
                          <a:cubicBezTo>
                            <a:pt x="80867" y="363950"/>
                            <a:pt x="80296" y="363950"/>
                            <a:pt x="79629" y="364046"/>
                          </a:cubicBezTo>
                          <a:cubicBezTo>
                            <a:pt x="78296" y="364236"/>
                            <a:pt x="77057" y="364331"/>
                            <a:pt x="75724" y="364427"/>
                          </a:cubicBezTo>
                          <a:cubicBezTo>
                            <a:pt x="74962" y="364522"/>
                            <a:pt x="74200" y="364617"/>
                            <a:pt x="73438" y="364617"/>
                          </a:cubicBezTo>
                          <a:cubicBezTo>
                            <a:pt x="72962" y="364617"/>
                            <a:pt x="72390" y="364712"/>
                            <a:pt x="71914" y="364712"/>
                          </a:cubicBezTo>
                          <a:cubicBezTo>
                            <a:pt x="70675" y="364808"/>
                            <a:pt x="69437" y="364808"/>
                            <a:pt x="68294" y="364903"/>
                          </a:cubicBezTo>
                          <a:cubicBezTo>
                            <a:pt x="67437" y="364903"/>
                            <a:pt x="66484" y="364998"/>
                            <a:pt x="65627" y="364998"/>
                          </a:cubicBezTo>
                          <a:cubicBezTo>
                            <a:pt x="65246" y="364998"/>
                            <a:pt x="64865" y="364998"/>
                            <a:pt x="64484" y="364998"/>
                          </a:cubicBezTo>
                          <a:cubicBezTo>
                            <a:pt x="63341" y="364998"/>
                            <a:pt x="62103" y="364998"/>
                            <a:pt x="60960" y="364998"/>
                          </a:cubicBezTo>
                          <a:cubicBezTo>
                            <a:pt x="60008" y="364998"/>
                            <a:pt x="59150" y="364998"/>
                            <a:pt x="58198" y="364998"/>
                          </a:cubicBezTo>
                          <a:cubicBezTo>
                            <a:pt x="57912" y="364998"/>
                            <a:pt x="57531" y="364998"/>
                            <a:pt x="57245" y="364998"/>
                          </a:cubicBezTo>
                          <a:cubicBezTo>
                            <a:pt x="56864" y="364998"/>
                            <a:pt x="56388" y="364903"/>
                            <a:pt x="56007" y="364903"/>
                          </a:cubicBezTo>
                          <a:cubicBezTo>
                            <a:pt x="55150" y="364903"/>
                            <a:pt x="54388" y="364808"/>
                            <a:pt x="53530" y="364712"/>
                          </a:cubicBezTo>
                          <a:cubicBezTo>
                            <a:pt x="52768" y="364617"/>
                            <a:pt x="52102" y="364617"/>
                            <a:pt x="51340" y="364617"/>
                          </a:cubicBezTo>
                          <a:cubicBezTo>
                            <a:pt x="50959" y="364617"/>
                            <a:pt x="50578" y="364522"/>
                            <a:pt x="50197" y="364522"/>
                          </a:cubicBezTo>
                          <a:cubicBezTo>
                            <a:pt x="49435" y="364427"/>
                            <a:pt x="48673" y="364331"/>
                            <a:pt x="47816" y="364236"/>
                          </a:cubicBezTo>
                          <a:cubicBezTo>
                            <a:pt x="46768" y="364141"/>
                            <a:pt x="45720" y="364046"/>
                            <a:pt x="44672" y="363855"/>
                          </a:cubicBezTo>
                          <a:cubicBezTo>
                            <a:pt x="44482" y="363855"/>
                            <a:pt x="44291" y="363760"/>
                            <a:pt x="44101" y="363760"/>
                          </a:cubicBezTo>
                          <a:cubicBezTo>
                            <a:pt x="43910" y="363760"/>
                            <a:pt x="43625" y="363665"/>
                            <a:pt x="43434" y="363665"/>
                          </a:cubicBezTo>
                          <a:cubicBezTo>
                            <a:pt x="42577" y="363569"/>
                            <a:pt x="41720" y="363379"/>
                            <a:pt x="40862" y="363188"/>
                          </a:cubicBezTo>
                          <a:cubicBezTo>
                            <a:pt x="40005" y="362998"/>
                            <a:pt x="39148" y="362903"/>
                            <a:pt x="38291" y="362712"/>
                          </a:cubicBezTo>
                          <a:cubicBezTo>
                            <a:pt x="37719" y="362617"/>
                            <a:pt x="37243" y="362426"/>
                            <a:pt x="36671" y="362331"/>
                          </a:cubicBezTo>
                          <a:cubicBezTo>
                            <a:pt x="35909" y="362141"/>
                            <a:pt x="35147" y="361950"/>
                            <a:pt x="34385" y="361760"/>
                          </a:cubicBezTo>
                          <a:cubicBezTo>
                            <a:pt x="33623" y="361569"/>
                            <a:pt x="32861" y="361379"/>
                            <a:pt x="32195" y="361188"/>
                          </a:cubicBezTo>
                          <a:cubicBezTo>
                            <a:pt x="31528" y="360998"/>
                            <a:pt x="30861" y="360807"/>
                            <a:pt x="30194" y="360617"/>
                          </a:cubicBezTo>
                          <a:cubicBezTo>
                            <a:pt x="29528" y="360426"/>
                            <a:pt x="28956" y="360236"/>
                            <a:pt x="28289" y="360045"/>
                          </a:cubicBezTo>
                          <a:cubicBezTo>
                            <a:pt x="27622" y="359855"/>
                            <a:pt x="26956" y="359569"/>
                            <a:pt x="26384" y="359378"/>
                          </a:cubicBezTo>
                          <a:cubicBezTo>
                            <a:pt x="25622" y="359093"/>
                            <a:pt x="24860" y="358807"/>
                            <a:pt x="24098" y="358426"/>
                          </a:cubicBezTo>
                          <a:cubicBezTo>
                            <a:pt x="23622" y="358235"/>
                            <a:pt x="23050" y="358045"/>
                            <a:pt x="22574" y="357854"/>
                          </a:cubicBezTo>
                          <a:cubicBezTo>
                            <a:pt x="22003" y="357569"/>
                            <a:pt x="21431" y="357283"/>
                            <a:pt x="20860" y="357092"/>
                          </a:cubicBezTo>
                          <a:cubicBezTo>
                            <a:pt x="20098" y="356711"/>
                            <a:pt x="19336" y="356426"/>
                            <a:pt x="18669" y="356045"/>
                          </a:cubicBezTo>
                          <a:cubicBezTo>
                            <a:pt x="18193" y="355759"/>
                            <a:pt x="17621" y="355568"/>
                            <a:pt x="17145" y="355283"/>
                          </a:cubicBezTo>
                          <a:cubicBezTo>
                            <a:pt x="16764" y="355092"/>
                            <a:pt x="16383" y="354902"/>
                            <a:pt x="16002" y="354616"/>
                          </a:cubicBezTo>
                          <a:cubicBezTo>
                            <a:pt x="15812" y="354521"/>
                            <a:pt x="15716" y="354425"/>
                            <a:pt x="15526" y="354330"/>
                          </a:cubicBezTo>
                          <a:cubicBezTo>
                            <a:pt x="14859" y="353949"/>
                            <a:pt x="14097" y="353568"/>
                            <a:pt x="13430" y="353092"/>
                          </a:cubicBezTo>
                          <a:cubicBezTo>
                            <a:pt x="12954" y="352806"/>
                            <a:pt x="12383" y="352425"/>
                            <a:pt x="11906" y="352139"/>
                          </a:cubicBezTo>
                          <a:cubicBezTo>
                            <a:pt x="11335" y="351758"/>
                            <a:pt x="10858" y="351377"/>
                            <a:pt x="10287" y="351092"/>
                          </a:cubicBezTo>
                          <a:cubicBezTo>
                            <a:pt x="9716" y="350711"/>
                            <a:pt x="9144" y="350330"/>
                            <a:pt x="8572" y="349949"/>
                          </a:cubicBezTo>
                          <a:cubicBezTo>
                            <a:pt x="8096" y="349568"/>
                            <a:pt x="7525" y="349187"/>
                            <a:pt x="7049" y="348806"/>
                          </a:cubicBezTo>
                          <a:cubicBezTo>
                            <a:pt x="6477" y="348329"/>
                            <a:pt x="5905" y="347853"/>
                            <a:pt x="5334" y="347472"/>
                          </a:cubicBezTo>
                          <a:cubicBezTo>
                            <a:pt x="4953" y="347091"/>
                            <a:pt x="4477" y="346805"/>
                            <a:pt x="4096" y="346424"/>
                          </a:cubicBezTo>
                          <a:cubicBezTo>
                            <a:pt x="3524" y="345948"/>
                            <a:pt x="3048" y="345472"/>
                            <a:pt x="2572" y="344996"/>
                          </a:cubicBezTo>
                          <a:cubicBezTo>
                            <a:pt x="2000" y="344519"/>
                            <a:pt x="1429" y="343948"/>
                            <a:pt x="953" y="343376"/>
                          </a:cubicBezTo>
                          <a:cubicBezTo>
                            <a:pt x="667" y="343091"/>
                            <a:pt x="286" y="342805"/>
                            <a:pt x="0" y="342519"/>
                          </a:cubicBezTo>
                          <a:lnTo>
                            <a:pt x="33718" y="377762"/>
                          </a:lnTo>
                          <a:cubicBezTo>
                            <a:pt x="35052" y="379190"/>
                            <a:pt x="36385" y="380429"/>
                            <a:pt x="37909" y="381762"/>
                          </a:cubicBezTo>
                          <a:cubicBezTo>
                            <a:pt x="38386" y="382143"/>
                            <a:pt x="38862" y="382524"/>
                            <a:pt x="39338" y="383000"/>
                          </a:cubicBezTo>
                          <a:cubicBezTo>
                            <a:pt x="40291" y="383858"/>
                            <a:pt x="41338" y="384620"/>
                            <a:pt x="42386" y="385382"/>
                          </a:cubicBezTo>
                          <a:cubicBezTo>
                            <a:pt x="42958" y="385858"/>
                            <a:pt x="43625" y="386239"/>
                            <a:pt x="44196" y="386620"/>
                          </a:cubicBezTo>
                          <a:cubicBezTo>
                            <a:pt x="45149" y="387287"/>
                            <a:pt x="46196" y="387953"/>
                            <a:pt x="47149" y="388525"/>
                          </a:cubicBezTo>
                          <a:cubicBezTo>
                            <a:pt x="47816" y="388906"/>
                            <a:pt x="48482" y="389287"/>
                            <a:pt x="49244" y="389763"/>
                          </a:cubicBezTo>
                          <a:cubicBezTo>
                            <a:pt x="50292" y="390335"/>
                            <a:pt x="51245" y="390906"/>
                            <a:pt x="52292" y="391382"/>
                          </a:cubicBezTo>
                          <a:cubicBezTo>
                            <a:pt x="53054" y="391763"/>
                            <a:pt x="53816" y="392144"/>
                            <a:pt x="54483" y="392430"/>
                          </a:cubicBezTo>
                          <a:cubicBezTo>
                            <a:pt x="55531" y="392906"/>
                            <a:pt x="56674" y="393383"/>
                            <a:pt x="57721" y="393859"/>
                          </a:cubicBezTo>
                          <a:cubicBezTo>
                            <a:pt x="58483" y="394145"/>
                            <a:pt x="59246" y="394526"/>
                            <a:pt x="60008" y="394811"/>
                          </a:cubicBezTo>
                          <a:cubicBezTo>
                            <a:pt x="61150" y="395192"/>
                            <a:pt x="62389" y="395669"/>
                            <a:pt x="63532" y="396050"/>
                          </a:cubicBezTo>
                          <a:cubicBezTo>
                            <a:pt x="64294" y="396335"/>
                            <a:pt x="65056" y="396526"/>
                            <a:pt x="65818" y="396812"/>
                          </a:cubicBezTo>
                          <a:cubicBezTo>
                            <a:pt x="67151" y="397193"/>
                            <a:pt x="68485" y="397478"/>
                            <a:pt x="69818" y="397859"/>
                          </a:cubicBezTo>
                          <a:cubicBezTo>
                            <a:pt x="70485" y="398050"/>
                            <a:pt x="71152" y="398240"/>
                            <a:pt x="71914" y="398336"/>
                          </a:cubicBezTo>
                          <a:cubicBezTo>
                            <a:pt x="73819" y="398717"/>
                            <a:pt x="75724" y="399098"/>
                            <a:pt x="77724" y="399383"/>
                          </a:cubicBezTo>
                          <a:cubicBezTo>
                            <a:pt x="77914" y="399383"/>
                            <a:pt x="78105" y="399479"/>
                            <a:pt x="78296" y="399479"/>
                          </a:cubicBezTo>
                          <a:cubicBezTo>
                            <a:pt x="80486" y="399764"/>
                            <a:pt x="82677" y="400050"/>
                            <a:pt x="84963" y="400241"/>
                          </a:cubicBezTo>
                          <a:cubicBezTo>
                            <a:pt x="85630" y="400336"/>
                            <a:pt x="86392" y="400336"/>
                            <a:pt x="87154" y="400336"/>
                          </a:cubicBezTo>
                          <a:cubicBezTo>
                            <a:pt x="88678" y="400431"/>
                            <a:pt x="90297" y="400526"/>
                            <a:pt x="91916" y="400622"/>
                          </a:cubicBezTo>
                          <a:cubicBezTo>
                            <a:pt x="92774" y="400622"/>
                            <a:pt x="93726" y="400622"/>
                            <a:pt x="94679" y="400622"/>
                          </a:cubicBezTo>
                          <a:cubicBezTo>
                            <a:pt x="96107" y="400622"/>
                            <a:pt x="97631" y="400622"/>
                            <a:pt x="99060" y="400622"/>
                          </a:cubicBezTo>
                          <a:cubicBezTo>
                            <a:pt x="100013" y="400622"/>
                            <a:pt x="101060" y="400526"/>
                            <a:pt x="102013" y="400526"/>
                          </a:cubicBezTo>
                          <a:cubicBezTo>
                            <a:pt x="103442" y="400431"/>
                            <a:pt x="104870" y="400431"/>
                            <a:pt x="106394" y="400241"/>
                          </a:cubicBezTo>
                          <a:cubicBezTo>
                            <a:pt x="107442" y="400145"/>
                            <a:pt x="108490" y="400050"/>
                            <a:pt x="109538" y="399955"/>
                          </a:cubicBezTo>
                          <a:cubicBezTo>
                            <a:pt x="111062" y="399860"/>
                            <a:pt x="112490" y="399669"/>
                            <a:pt x="114014" y="399479"/>
                          </a:cubicBezTo>
                          <a:cubicBezTo>
                            <a:pt x="115062" y="399383"/>
                            <a:pt x="116110" y="399193"/>
                            <a:pt x="117158" y="399098"/>
                          </a:cubicBezTo>
                          <a:cubicBezTo>
                            <a:pt x="118682" y="398907"/>
                            <a:pt x="120301" y="398621"/>
                            <a:pt x="121825" y="398336"/>
                          </a:cubicBezTo>
                          <a:cubicBezTo>
                            <a:pt x="122872" y="398145"/>
                            <a:pt x="123920" y="398050"/>
                            <a:pt x="124968" y="397859"/>
                          </a:cubicBezTo>
                          <a:cubicBezTo>
                            <a:pt x="126683" y="397574"/>
                            <a:pt x="128397" y="397193"/>
                            <a:pt x="130112" y="396812"/>
                          </a:cubicBezTo>
                          <a:cubicBezTo>
                            <a:pt x="131064" y="396621"/>
                            <a:pt x="132017" y="396431"/>
                            <a:pt x="132874" y="396240"/>
                          </a:cubicBezTo>
                          <a:cubicBezTo>
                            <a:pt x="135160" y="395764"/>
                            <a:pt x="137350" y="395192"/>
                            <a:pt x="139637" y="394621"/>
                          </a:cubicBezTo>
                          <a:cubicBezTo>
                            <a:pt x="140017" y="394526"/>
                            <a:pt x="140494" y="394430"/>
                            <a:pt x="140875" y="394335"/>
                          </a:cubicBezTo>
                          <a:cubicBezTo>
                            <a:pt x="140875" y="394335"/>
                            <a:pt x="140970" y="394335"/>
                            <a:pt x="140970" y="394335"/>
                          </a:cubicBezTo>
                          <a:cubicBezTo>
                            <a:pt x="143637" y="393573"/>
                            <a:pt x="146399" y="392811"/>
                            <a:pt x="149162" y="392049"/>
                          </a:cubicBezTo>
                          <a:cubicBezTo>
                            <a:pt x="149924" y="391763"/>
                            <a:pt x="150781" y="391478"/>
                            <a:pt x="151638" y="391287"/>
                          </a:cubicBezTo>
                          <a:cubicBezTo>
                            <a:pt x="153638" y="390716"/>
                            <a:pt x="155543" y="390049"/>
                            <a:pt x="157543" y="389382"/>
                          </a:cubicBezTo>
                          <a:cubicBezTo>
                            <a:pt x="157734" y="389287"/>
                            <a:pt x="158020" y="389192"/>
                            <a:pt x="158210" y="389192"/>
                          </a:cubicBezTo>
                          <a:cubicBezTo>
                            <a:pt x="160115" y="388525"/>
                            <a:pt x="162020" y="387858"/>
                            <a:pt x="164021" y="387096"/>
                          </a:cubicBezTo>
                          <a:cubicBezTo>
                            <a:pt x="164306" y="387001"/>
                            <a:pt x="164687" y="386906"/>
                            <a:pt x="164973" y="386715"/>
                          </a:cubicBezTo>
                          <a:cubicBezTo>
                            <a:pt x="167259" y="385858"/>
                            <a:pt x="169640" y="384905"/>
                            <a:pt x="172021" y="383953"/>
                          </a:cubicBezTo>
                          <a:cubicBezTo>
                            <a:pt x="172117" y="383858"/>
                            <a:pt x="172307" y="383858"/>
                            <a:pt x="172403" y="383762"/>
                          </a:cubicBezTo>
                          <a:cubicBezTo>
                            <a:pt x="175927" y="382334"/>
                            <a:pt x="179451" y="380810"/>
                            <a:pt x="183071" y="379190"/>
                          </a:cubicBezTo>
                          <a:cubicBezTo>
                            <a:pt x="183451" y="379000"/>
                            <a:pt x="183737" y="378905"/>
                            <a:pt x="184118" y="378714"/>
                          </a:cubicBezTo>
                          <a:cubicBezTo>
                            <a:pt x="184785" y="378428"/>
                            <a:pt x="185357" y="378143"/>
                            <a:pt x="186023" y="377857"/>
                          </a:cubicBezTo>
                          <a:cubicBezTo>
                            <a:pt x="188500" y="376714"/>
                            <a:pt x="190976" y="375571"/>
                            <a:pt x="193453" y="374333"/>
                          </a:cubicBezTo>
                          <a:cubicBezTo>
                            <a:pt x="194120" y="374047"/>
                            <a:pt x="194691" y="373761"/>
                            <a:pt x="195358" y="373380"/>
                          </a:cubicBezTo>
                          <a:cubicBezTo>
                            <a:pt x="195739" y="373190"/>
                            <a:pt x="196215" y="372999"/>
                            <a:pt x="196596" y="372809"/>
                          </a:cubicBezTo>
                          <a:cubicBezTo>
                            <a:pt x="198882" y="371666"/>
                            <a:pt x="201073" y="370523"/>
                            <a:pt x="203359" y="369284"/>
                          </a:cubicBezTo>
                          <a:cubicBezTo>
                            <a:pt x="204025" y="368903"/>
                            <a:pt x="204788" y="368522"/>
                            <a:pt x="205454" y="368141"/>
                          </a:cubicBezTo>
                          <a:cubicBezTo>
                            <a:pt x="205645" y="368046"/>
                            <a:pt x="205835" y="367951"/>
                            <a:pt x="206026" y="367856"/>
                          </a:cubicBezTo>
                          <a:cubicBezTo>
                            <a:pt x="209074" y="366236"/>
                            <a:pt x="212122" y="364522"/>
                            <a:pt x="215265" y="362712"/>
                          </a:cubicBezTo>
                          <a:lnTo>
                            <a:pt x="215265" y="362712"/>
                          </a:lnTo>
                          <a:cubicBezTo>
                            <a:pt x="215265" y="362712"/>
                            <a:pt x="215265" y="362712"/>
                            <a:pt x="215360" y="362712"/>
                          </a:cubicBezTo>
                          <a:cubicBezTo>
                            <a:pt x="218313" y="360998"/>
                            <a:pt x="221361" y="359188"/>
                            <a:pt x="224314" y="357378"/>
                          </a:cubicBezTo>
                          <a:cubicBezTo>
                            <a:pt x="224409" y="357283"/>
                            <a:pt x="224600" y="357188"/>
                            <a:pt x="224695" y="357092"/>
                          </a:cubicBezTo>
                          <a:cubicBezTo>
                            <a:pt x="225742" y="356426"/>
                            <a:pt x="226790" y="355759"/>
                            <a:pt x="227838" y="355092"/>
                          </a:cubicBezTo>
                          <a:cubicBezTo>
                            <a:pt x="229553" y="353949"/>
                            <a:pt x="231362" y="352901"/>
                            <a:pt x="233077" y="351758"/>
                          </a:cubicBezTo>
                          <a:cubicBezTo>
                            <a:pt x="233267" y="351663"/>
                            <a:pt x="233458" y="351473"/>
                            <a:pt x="233648" y="351377"/>
                          </a:cubicBezTo>
                          <a:cubicBezTo>
                            <a:pt x="234696" y="350711"/>
                            <a:pt x="235839" y="349949"/>
                            <a:pt x="236982" y="349187"/>
                          </a:cubicBezTo>
                          <a:cubicBezTo>
                            <a:pt x="238601" y="348139"/>
                            <a:pt x="240316" y="346996"/>
                            <a:pt x="241935" y="345853"/>
                          </a:cubicBezTo>
                          <a:cubicBezTo>
                            <a:pt x="242221" y="345662"/>
                            <a:pt x="242411" y="345472"/>
                            <a:pt x="242697" y="345377"/>
                          </a:cubicBezTo>
                          <a:cubicBezTo>
                            <a:pt x="243840" y="344615"/>
                            <a:pt x="245078" y="343757"/>
                            <a:pt x="246221" y="342900"/>
                          </a:cubicBezTo>
                          <a:cubicBezTo>
                            <a:pt x="247650" y="341852"/>
                            <a:pt x="249174" y="340900"/>
                            <a:pt x="250603" y="339852"/>
                          </a:cubicBezTo>
                          <a:cubicBezTo>
                            <a:pt x="250888" y="339662"/>
                            <a:pt x="251079" y="339471"/>
                            <a:pt x="251365" y="339281"/>
                          </a:cubicBezTo>
                          <a:cubicBezTo>
                            <a:pt x="253746" y="337566"/>
                            <a:pt x="256127" y="335852"/>
                            <a:pt x="258509" y="334042"/>
                          </a:cubicBezTo>
                          <a:cubicBezTo>
                            <a:pt x="258985" y="333661"/>
                            <a:pt x="259556" y="333280"/>
                            <a:pt x="260033" y="332899"/>
                          </a:cubicBezTo>
                          <a:cubicBezTo>
                            <a:pt x="262890" y="330803"/>
                            <a:pt x="265652" y="328613"/>
                            <a:pt x="268510" y="326422"/>
                          </a:cubicBezTo>
                          <a:cubicBezTo>
                            <a:pt x="268510" y="326422"/>
                            <a:pt x="268510" y="326422"/>
                            <a:pt x="268605" y="326422"/>
                          </a:cubicBezTo>
                          <a:cubicBezTo>
                            <a:pt x="268796" y="326327"/>
                            <a:pt x="268986" y="326136"/>
                            <a:pt x="269176" y="325946"/>
                          </a:cubicBezTo>
                          <a:cubicBezTo>
                            <a:pt x="271748" y="323945"/>
                            <a:pt x="274225" y="321850"/>
                            <a:pt x="276796" y="319754"/>
                          </a:cubicBezTo>
                          <a:cubicBezTo>
                            <a:pt x="277082" y="319469"/>
                            <a:pt x="277463" y="319278"/>
                            <a:pt x="277749" y="318992"/>
                          </a:cubicBezTo>
                          <a:cubicBezTo>
                            <a:pt x="278701" y="318230"/>
                            <a:pt x="279654" y="317373"/>
                            <a:pt x="280607" y="316611"/>
                          </a:cubicBezTo>
                          <a:cubicBezTo>
                            <a:pt x="281940" y="315468"/>
                            <a:pt x="283369" y="314325"/>
                            <a:pt x="284702" y="313087"/>
                          </a:cubicBezTo>
                          <a:cubicBezTo>
                            <a:pt x="285369" y="312515"/>
                            <a:pt x="286036" y="311944"/>
                            <a:pt x="286703" y="311372"/>
                          </a:cubicBezTo>
                          <a:cubicBezTo>
                            <a:pt x="287750" y="310420"/>
                            <a:pt x="288798" y="309563"/>
                            <a:pt x="289846" y="308610"/>
                          </a:cubicBezTo>
                          <a:cubicBezTo>
                            <a:pt x="290703" y="307848"/>
                            <a:pt x="291560" y="307086"/>
                            <a:pt x="292417" y="306324"/>
                          </a:cubicBezTo>
                          <a:cubicBezTo>
                            <a:pt x="293465" y="305372"/>
                            <a:pt x="294513" y="304419"/>
                            <a:pt x="295561" y="303467"/>
                          </a:cubicBezTo>
                          <a:cubicBezTo>
                            <a:pt x="296513" y="302609"/>
                            <a:pt x="297466" y="301752"/>
                            <a:pt x="298418" y="300800"/>
                          </a:cubicBezTo>
                          <a:cubicBezTo>
                            <a:pt x="298895" y="300323"/>
                            <a:pt x="299371" y="299942"/>
                            <a:pt x="299752" y="299466"/>
                          </a:cubicBezTo>
                          <a:cubicBezTo>
                            <a:pt x="301466" y="297847"/>
                            <a:pt x="303181" y="296228"/>
                            <a:pt x="304895" y="294608"/>
                          </a:cubicBezTo>
                          <a:cubicBezTo>
                            <a:pt x="305467" y="294037"/>
                            <a:pt x="306038" y="293465"/>
                            <a:pt x="306610" y="292894"/>
                          </a:cubicBezTo>
                          <a:cubicBezTo>
                            <a:pt x="306705" y="292799"/>
                            <a:pt x="306896" y="292608"/>
                            <a:pt x="306991" y="292513"/>
                          </a:cubicBezTo>
                          <a:cubicBezTo>
                            <a:pt x="309372" y="290132"/>
                            <a:pt x="311753" y="287846"/>
                            <a:pt x="314134" y="285369"/>
                          </a:cubicBezTo>
                          <a:cubicBezTo>
                            <a:pt x="314325" y="285179"/>
                            <a:pt x="314516" y="284988"/>
                            <a:pt x="314706" y="284798"/>
                          </a:cubicBezTo>
                          <a:cubicBezTo>
                            <a:pt x="315468" y="284036"/>
                            <a:pt x="316230" y="283274"/>
                            <a:pt x="316992" y="282416"/>
                          </a:cubicBezTo>
                          <a:cubicBezTo>
                            <a:pt x="318421" y="280892"/>
                            <a:pt x="319945" y="279368"/>
                            <a:pt x="321374" y="277844"/>
                          </a:cubicBezTo>
                          <a:cubicBezTo>
                            <a:pt x="321755" y="277368"/>
                            <a:pt x="322231" y="276987"/>
                            <a:pt x="322612" y="276511"/>
                          </a:cubicBezTo>
                          <a:cubicBezTo>
                            <a:pt x="323659" y="275368"/>
                            <a:pt x="324707" y="274225"/>
                            <a:pt x="325755" y="273082"/>
                          </a:cubicBezTo>
                          <a:cubicBezTo>
                            <a:pt x="326708" y="272034"/>
                            <a:pt x="327755" y="270891"/>
                            <a:pt x="328708" y="269843"/>
                          </a:cubicBezTo>
                          <a:cubicBezTo>
                            <a:pt x="329184" y="269272"/>
                            <a:pt x="329755" y="268700"/>
                            <a:pt x="330232" y="268224"/>
                          </a:cubicBezTo>
                          <a:cubicBezTo>
                            <a:pt x="331660" y="266605"/>
                            <a:pt x="333089" y="264986"/>
                            <a:pt x="334518" y="263366"/>
                          </a:cubicBezTo>
                          <a:cubicBezTo>
                            <a:pt x="335375" y="262414"/>
                            <a:pt x="336137" y="261461"/>
                            <a:pt x="336995" y="260509"/>
                          </a:cubicBezTo>
                          <a:cubicBezTo>
                            <a:pt x="337375" y="260033"/>
                            <a:pt x="337757" y="259652"/>
                            <a:pt x="338138" y="259175"/>
                          </a:cubicBezTo>
                          <a:cubicBezTo>
                            <a:pt x="340519" y="256318"/>
                            <a:pt x="342900" y="253460"/>
                            <a:pt x="345186" y="250603"/>
                          </a:cubicBezTo>
                          <a:cubicBezTo>
                            <a:pt x="345662" y="250031"/>
                            <a:pt x="346138" y="249460"/>
                            <a:pt x="346615" y="248888"/>
                          </a:cubicBezTo>
                          <a:cubicBezTo>
                            <a:pt x="346710" y="248793"/>
                            <a:pt x="346805" y="248698"/>
                            <a:pt x="346900" y="248603"/>
                          </a:cubicBezTo>
                          <a:cubicBezTo>
                            <a:pt x="349949" y="244793"/>
                            <a:pt x="352901" y="240887"/>
                            <a:pt x="355759" y="237077"/>
                          </a:cubicBezTo>
                          <a:cubicBezTo>
                            <a:pt x="356521" y="236029"/>
                            <a:pt x="357283" y="234982"/>
                            <a:pt x="358045" y="234029"/>
                          </a:cubicBezTo>
                          <a:cubicBezTo>
                            <a:pt x="360235" y="230981"/>
                            <a:pt x="362426" y="227933"/>
                            <a:pt x="364617" y="224885"/>
                          </a:cubicBezTo>
                          <a:cubicBezTo>
                            <a:pt x="365093" y="224219"/>
                            <a:pt x="365570" y="223552"/>
                            <a:pt x="365950" y="222885"/>
                          </a:cubicBezTo>
                          <a:cubicBezTo>
                            <a:pt x="366522" y="222028"/>
                            <a:pt x="367189" y="221171"/>
                            <a:pt x="367760" y="220313"/>
                          </a:cubicBezTo>
                          <a:cubicBezTo>
                            <a:pt x="367855" y="220218"/>
                            <a:pt x="367855" y="220123"/>
                            <a:pt x="367951" y="220123"/>
                          </a:cubicBezTo>
                          <a:cubicBezTo>
                            <a:pt x="368046" y="220028"/>
                            <a:pt x="368046" y="219932"/>
                            <a:pt x="368141" y="219837"/>
                          </a:cubicBezTo>
                          <a:cubicBezTo>
                            <a:pt x="368522" y="219266"/>
                            <a:pt x="368903" y="218694"/>
                            <a:pt x="369189" y="218218"/>
                          </a:cubicBezTo>
                          <a:cubicBezTo>
                            <a:pt x="370999" y="215456"/>
                            <a:pt x="372809" y="212693"/>
                            <a:pt x="374523" y="209931"/>
                          </a:cubicBezTo>
                          <a:cubicBezTo>
                            <a:pt x="375285" y="208788"/>
                            <a:pt x="375952" y="207550"/>
                            <a:pt x="376714" y="206407"/>
                          </a:cubicBezTo>
                          <a:cubicBezTo>
                            <a:pt x="378047" y="204216"/>
                            <a:pt x="379381" y="202025"/>
                            <a:pt x="380619" y="199835"/>
                          </a:cubicBezTo>
                          <a:cubicBezTo>
                            <a:pt x="381381" y="198501"/>
                            <a:pt x="382143" y="197168"/>
                            <a:pt x="382905" y="195834"/>
                          </a:cubicBezTo>
                          <a:cubicBezTo>
                            <a:pt x="384048" y="193834"/>
                            <a:pt x="385191" y="191738"/>
                            <a:pt x="386334" y="189738"/>
                          </a:cubicBezTo>
                          <a:cubicBezTo>
                            <a:pt x="387096" y="188404"/>
                            <a:pt x="387858" y="186976"/>
                            <a:pt x="388525" y="185642"/>
                          </a:cubicBezTo>
                          <a:cubicBezTo>
                            <a:pt x="389572" y="183642"/>
                            <a:pt x="390620" y="181642"/>
                            <a:pt x="391573" y="179642"/>
                          </a:cubicBezTo>
                          <a:cubicBezTo>
                            <a:pt x="391954" y="178879"/>
                            <a:pt x="392335" y="178118"/>
                            <a:pt x="392716" y="177260"/>
                          </a:cubicBezTo>
                          <a:cubicBezTo>
                            <a:pt x="393001" y="176689"/>
                            <a:pt x="393287" y="176117"/>
                            <a:pt x="393573" y="175546"/>
                          </a:cubicBezTo>
                          <a:cubicBezTo>
                            <a:pt x="394621" y="173450"/>
                            <a:pt x="395573" y="171260"/>
                            <a:pt x="396526" y="169164"/>
                          </a:cubicBezTo>
                          <a:cubicBezTo>
                            <a:pt x="397097" y="167926"/>
                            <a:pt x="397669" y="166688"/>
                            <a:pt x="398240" y="165449"/>
                          </a:cubicBezTo>
                          <a:cubicBezTo>
                            <a:pt x="399288" y="163068"/>
                            <a:pt x="400241" y="160687"/>
                            <a:pt x="401193" y="158306"/>
                          </a:cubicBezTo>
                          <a:cubicBezTo>
                            <a:pt x="401479" y="157448"/>
                            <a:pt x="401860" y="156686"/>
                            <a:pt x="402241" y="155829"/>
                          </a:cubicBezTo>
                          <a:cubicBezTo>
                            <a:pt x="402336" y="155639"/>
                            <a:pt x="402431" y="155448"/>
                            <a:pt x="402431" y="155258"/>
                          </a:cubicBezTo>
                          <a:cubicBezTo>
                            <a:pt x="402812" y="154305"/>
                            <a:pt x="403193" y="153257"/>
                            <a:pt x="403574" y="152305"/>
                          </a:cubicBezTo>
                          <a:cubicBezTo>
                            <a:pt x="404336" y="150400"/>
                            <a:pt x="405003" y="148495"/>
                            <a:pt x="405670" y="146590"/>
                          </a:cubicBezTo>
                          <a:cubicBezTo>
                            <a:pt x="406051" y="145447"/>
                            <a:pt x="406432" y="144304"/>
                            <a:pt x="406813" y="143161"/>
                          </a:cubicBezTo>
                          <a:cubicBezTo>
                            <a:pt x="407194" y="141923"/>
                            <a:pt x="407670" y="140684"/>
                            <a:pt x="408051" y="139446"/>
                          </a:cubicBezTo>
                          <a:cubicBezTo>
                            <a:pt x="408242" y="138875"/>
                            <a:pt x="408432" y="138303"/>
                            <a:pt x="408622" y="137732"/>
                          </a:cubicBezTo>
                          <a:cubicBezTo>
                            <a:pt x="408908" y="136970"/>
                            <a:pt x="409099" y="136112"/>
                            <a:pt x="409289" y="135350"/>
                          </a:cubicBezTo>
                          <a:cubicBezTo>
                            <a:pt x="409861" y="133255"/>
                            <a:pt x="410432" y="131254"/>
                            <a:pt x="411004" y="129159"/>
                          </a:cubicBezTo>
                          <a:cubicBezTo>
                            <a:pt x="410623" y="127826"/>
                            <a:pt x="410718" y="127254"/>
                            <a:pt x="410909" y="12658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F7D2">
                            <a:alpha val="100000"/>
                          </a:srgbClr>
                        </a:gs>
                        <a:gs pos="17090">
                          <a:srgbClr val="E8A027">
                            <a:alpha val="100000"/>
                          </a:srgbClr>
                        </a:gs>
                        <a:gs pos="34580">
                          <a:srgbClr val="965200">
                            <a:alpha val="100000"/>
                          </a:srgbClr>
                        </a:gs>
                        <a:gs pos="60439">
                          <a:srgbClr val="965200">
                            <a:alpha val="100000"/>
                          </a:srgbClr>
                        </a:gs>
                        <a:gs pos="83370">
                          <a:srgbClr val="E8A027">
                            <a:alpha val="100000"/>
                          </a:srgbClr>
                        </a:gs>
                        <a:gs pos="99910">
                          <a:srgbClr val="FFD108">
                            <a:alpha val="100000"/>
                          </a:srgbClr>
                        </a:gs>
                      </a:gsLst>
                      <a:lin ang="822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1" name="AutoShape 121"/>
                    <p:cNvSpPr/>
                    <p:nvPr/>
                  </p:nvSpPr>
                  <p:spPr>
                    <a:xfrm>
                      <a:off x="6726343" y="4090390"/>
                      <a:ext cx="403214" cy="3925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03214" h="392551">
                          <a:moveTo>
                            <a:pt x="25739" y="374835"/>
                          </a:moveTo>
                          <a:cubicBezTo>
                            <a:pt x="26310" y="375311"/>
                            <a:pt x="26882" y="375787"/>
                            <a:pt x="27453" y="376168"/>
                          </a:cubicBezTo>
                          <a:cubicBezTo>
                            <a:pt x="28501" y="377025"/>
                            <a:pt x="29549" y="377787"/>
                            <a:pt x="30692" y="378549"/>
                          </a:cubicBezTo>
                          <a:cubicBezTo>
                            <a:pt x="31263" y="378930"/>
                            <a:pt x="31739" y="379311"/>
                            <a:pt x="32311" y="379597"/>
                          </a:cubicBezTo>
                          <a:cubicBezTo>
                            <a:pt x="33645" y="380454"/>
                            <a:pt x="34978" y="381216"/>
                            <a:pt x="36312" y="381978"/>
                          </a:cubicBezTo>
                          <a:cubicBezTo>
                            <a:pt x="36692" y="382169"/>
                            <a:pt x="37074" y="382455"/>
                            <a:pt x="37454" y="382645"/>
                          </a:cubicBezTo>
                          <a:cubicBezTo>
                            <a:pt x="39264" y="383598"/>
                            <a:pt x="41074" y="384455"/>
                            <a:pt x="42884" y="385217"/>
                          </a:cubicBezTo>
                          <a:cubicBezTo>
                            <a:pt x="43360" y="385407"/>
                            <a:pt x="43931" y="385598"/>
                            <a:pt x="44408" y="385788"/>
                          </a:cubicBezTo>
                          <a:cubicBezTo>
                            <a:pt x="45837" y="386360"/>
                            <a:pt x="47170" y="386931"/>
                            <a:pt x="48694" y="387408"/>
                          </a:cubicBezTo>
                          <a:cubicBezTo>
                            <a:pt x="49361" y="387598"/>
                            <a:pt x="49932" y="387789"/>
                            <a:pt x="50599" y="387979"/>
                          </a:cubicBezTo>
                          <a:cubicBezTo>
                            <a:pt x="52028" y="388455"/>
                            <a:pt x="53361" y="388836"/>
                            <a:pt x="54790" y="389217"/>
                          </a:cubicBezTo>
                          <a:cubicBezTo>
                            <a:pt x="55552" y="389408"/>
                            <a:pt x="56314" y="389598"/>
                            <a:pt x="57076" y="389789"/>
                          </a:cubicBezTo>
                          <a:cubicBezTo>
                            <a:pt x="58505" y="390075"/>
                            <a:pt x="59838" y="390360"/>
                            <a:pt x="61267" y="390646"/>
                          </a:cubicBezTo>
                          <a:cubicBezTo>
                            <a:pt x="62124" y="390837"/>
                            <a:pt x="62981" y="390932"/>
                            <a:pt x="63839" y="391122"/>
                          </a:cubicBezTo>
                          <a:cubicBezTo>
                            <a:pt x="65267" y="391313"/>
                            <a:pt x="66791" y="391503"/>
                            <a:pt x="68220" y="391694"/>
                          </a:cubicBezTo>
                          <a:cubicBezTo>
                            <a:pt x="68982" y="391789"/>
                            <a:pt x="69744" y="391884"/>
                            <a:pt x="70601" y="391980"/>
                          </a:cubicBezTo>
                          <a:cubicBezTo>
                            <a:pt x="72506" y="392170"/>
                            <a:pt x="74412" y="392265"/>
                            <a:pt x="76316" y="392361"/>
                          </a:cubicBezTo>
                          <a:cubicBezTo>
                            <a:pt x="76697" y="392361"/>
                            <a:pt x="77174" y="392456"/>
                            <a:pt x="77555" y="392456"/>
                          </a:cubicBezTo>
                          <a:cubicBezTo>
                            <a:pt x="79936" y="392551"/>
                            <a:pt x="82317" y="392551"/>
                            <a:pt x="84794" y="392551"/>
                          </a:cubicBezTo>
                          <a:cubicBezTo>
                            <a:pt x="85175" y="392551"/>
                            <a:pt x="85556" y="392551"/>
                            <a:pt x="85937" y="392551"/>
                          </a:cubicBezTo>
                          <a:cubicBezTo>
                            <a:pt x="88032" y="392456"/>
                            <a:pt x="90128" y="392361"/>
                            <a:pt x="92318" y="392265"/>
                          </a:cubicBezTo>
                          <a:cubicBezTo>
                            <a:pt x="92795" y="392265"/>
                            <a:pt x="93366" y="392170"/>
                            <a:pt x="93842" y="392170"/>
                          </a:cubicBezTo>
                          <a:cubicBezTo>
                            <a:pt x="95938" y="391980"/>
                            <a:pt x="97938" y="391789"/>
                            <a:pt x="100034" y="391503"/>
                          </a:cubicBezTo>
                          <a:cubicBezTo>
                            <a:pt x="100700" y="391408"/>
                            <a:pt x="101272" y="391408"/>
                            <a:pt x="101939" y="391313"/>
                          </a:cubicBezTo>
                          <a:cubicBezTo>
                            <a:pt x="103939" y="391027"/>
                            <a:pt x="106034" y="390741"/>
                            <a:pt x="108035" y="390360"/>
                          </a:cubicBezTo>
                          <a:cubicBezTo>
                            <a:pt x="108797" y="390265"/>
                            <a:pt x="109463" y="390170"/>
                            <a:pt x="110225" y="389979"/>
                          </a:cubicBezTo>
                          <a:cubicBezTo>
                            <a:pt x="112321" y="389598"/>
                            <a:pt x="114416" y="389217"/>
                            <a:pt x="116512" y="388741"/>
                          </a:cubicBezTo>
                          <a:cubicBezTo>
                            <a:pt x="117274" y="388551"/>
                            <a:pt x="118036" y="388455"/>
                            <a:pt x="118798" y="388265"/>
                          </a:cubicBezTo>
                          <a:cubicBezTo>
                            <a:pt x="121560" y="387693"/>
                            <a:pt x="124322" y="387027"/>
                            <a:pt x="127180" y="386265"/>
                          </a:cubicBezTo>
                          <a:cubicBezTo>
                            <a:pt x="127275" y="386265"/>
                            <a:pt x="127466" y="386169"/>
                            <a:pt x="127561" y="386169"/>
                          </a:cubicBezTo>
                          <a:cubicBezTo>
                            <a:pt x="130514" y="385407"/>
                            <a:pt x="133466" y="384550"/>
                            <a:pt x="136419" y="383598"/>
                          </a:cubicBezTo>
                          <a:cubicBezTo>
                            <a:pt x="137181" y="383312"/>
                            <a:pt x="138038" y="383121"/>
                            <a:pt x="138800" y="382836"/>
                          </a:cubicBezTo>
                          <a:cubicBezTo>
                            <a:pt x="140991" y="382169"/>
                            <a:pt x="143277" y="381407"/>
                            <a:pt x="145563" y="380645"/>
                          </a:cubicBezTo>
                          <a:cubicBezTo>
                            <a:pt x="146135" y="380454"/>
                            <a:pt x="146706" y="380264"/>
                            <a:pt x="147278" y="379978"/>
                          </a:cubicBezTo>
                          <a:cubicBezTo>
                            <a:pt x="149564" y="379216"/>
                            <a:pt x="151850" y="378359"/>
                            <a:pt x="154136" y="377502"/>
                          </a:cubicBezTo>
                          <a:cubicBezTo>
                            <a:pt x="154993" y="377216"/>
                            <a:pt x="155850" y="376835"/>
                            <a:pt x="156708" y="376549"/>
                          </a:cubicBezTo>
                          <a:cubicBezTo>
                            <a:pt x="158041" y="376073"/>
                            <a:pt x="159279" y="375501"/>
                            <a:pt x="160613" y="374930"/>
                          </a:cubicBezTo>
                          <a:cubicBezTo>
                            <a:pt x="161375" y="374644"/>
                            <a:pt x="162137" y="374358"/>
                            <a:pt x="162899" y="373977"/>
                          </a:cubicBezTo>
                          <a:cubicBezTo>
                            <a:pt x="164042" y="373501"/>
                            <a:pt x="165185" y="373025"/>
                            <a:pt x="166328" y="372549"/>
                          </a:cubicBezTo>
                          <a:cubicBezTo>
                            <a:pt x="168423" y="371691"/>
                            <a:pt x="170424" y="370739"/>
                            <a:pt x="172519" y="369786"/>
                          </a:cubicBezTo>
                          <a:cubicBezTo>
                            <a:pt x="173471" y="369310"/>
                            <a:pt x="174424" y="368929"/>
                            <a:pt x="175376" y="368453"/>
                          </a:cubicBezTo>
                          <a:cubicBezTo>
                            <a:pt x="178234" y="367119"/>
                            <a:pt x="180996" y="365786"/>
                            <a:pt x="183854" y="364262"/>
                          </a:cubicBezTo>
                          <a:cubicBezTo>
                            <a:pt x="184044" y="364167"/>
                            <a:pt x="184330" y="364071"/>
                            <a:pt x="184520" y="363881"/>
                          </a:cubicBezTo>
                          <a:cubicBezTo>
                            <a:pt x="187473" y="362357"/>
                            <a:pt x="190521" y="360738"/>
                            <a:pt x="193474" y="359118"/>
                          </a:cubicBezTo>
                          <a:cubicBezTo>
                            <a:pt x="193569" y="359023"/>
                            <a:pt x="193664" y="359023"/>
                            <a:pt x="193760" y="358928"/>
                          </a:cubicBezTo>
                          <a:cubicBezTo>
                            <a:pt x="194712" y="358356"/>
                            <a:pt x="195665" y="357880"/>
                            <a:pt x="196712" y="357309"/>
                          </a:cubicBezTo>
                          <a:cubicBezTo>
                            <a:pt x="198522" y="356261"/>
                            <a:pt x="200427" y="355213"/>
                            <a:pt x="202237" y="354165"/>
                          </a:cubicBezTo>
                          <a:cubicBezTo>
                            <a:pt x="202523" y="353975"/>
                            <a:pt x="202904" y="353784"/>
                            <a:pt x="203189" y="353594"/>
                          </a:cubicBezTo>
                          <a:cubicBezTo>
                            <a:pt x="204333" y="352927"/>
                            <a:pt x="205571" y="352165"/>
                            <a:pt x="206714" y="351498"/>
                          </a:cubicBezTo>
                          <a:cubicBezTo>
                            <a:pt x="207857" y="350832"/>
                            <a:pt x="209095" y="350070"/>
                            <a:pt x="210238" y="349308"/>
                          </a:cubicBezTo>
                          <a:cubicBezTo>
                            <a:pt x="211095" y="348736"/>
                            <a:pt x="212048" y="348260"/>
                            <a:pt x="212905" y="347688"/>
                          </a:cubicBezTo>
                          <a:cubicBezTo>
                            <a:pt x="214048" y="347022"/>
                            <a:pt x="215191" y="346260"/>
                            <a:pt x="216334" y="345498"/>
                          </a:cubicBezTo>
                          <a:cubicBezTo>
                            <a:pt x="216905" y="345117"/>
                            <a:pt x="217382" y="344831"/>
                            <a:pt x="217953" y="344450"/>
                          </a:cubicBezTo>
                          <a:cubicBezTo>
                            <a:pt x="219477" y="343497"/>
                            <a:pt x="221001" y="342450"/>
                            <a:pt x="222620" y="341497"/>
                          </a:cubicBezTo>
                          <a:cubicBezTo>
                            <a:pt x="223763" y="340735"/>
                            <a:pt x="224811" y="340068"/>
                            <a:pt x="225954" y="339306"/>
                          </a:cubicBezTo>
                          <a:cubicBezTo>
                            <a:pt x="228145" y="337878"/>
                            <a:pt x="230336" y="336354"/>
                            <a:pt x="232526" y="334830"/>
                          </a:cubicBezTo>
                          <a:cubicBezTo>
                            <a:pt x="233479" y="334163"/>
                            <a:pt x="234527" y="333496"/>
                            <a:pt x="235479" y="332734"/>
                          </a:cubicBezTo>
                          <a:cubicBezTo>
                            <a:pt x="237003" y="331686"/>
                            <a:pt x="238527" y="330543"/>
                            <a:pt x="240051" y="329400"/>
                          </a:cubicBezTo>
                          <a:cubicBezTo>
                            <a:pt x="241670" y="328162"/>
                            <a:pt x="243385" y="327019"/>
                            <a:pt x="245004" y="325781"/>
                          </a:cubicBezTo>
                          <a:cubicBezTo>
                            <a:pt x="245766" y="325209"/>
                            <a:pt x="246433" y="324733"/>
                            <a:pt x="247100" y="324162"/>
                          </a:cubicBezTo>
                          <a:cubicBezTo>
                            <a:pt x="249481" y="322352"/>
                            <a:pt x="251862" y="320542"/>
                            <a:pt x="254148" y="318732"/>
                          </a:cubicBezTo>
                          <a:cubicBezTo>
                            <a:pt x="254434" y="318542"/>
                            <a:pt x="254720" y="318351"/>
                            <a:pt x="255005" y="318066"/>
                          </a:cubicBezTo>
                          <a:cubicBezTo>
                            <a:pt x="255196" y="317970"/>
                            <a:pt x="255291" y="317780"/>
                            <a:pt x="255482" y="317685"/>
                          </a:cubicBezTo>
                          <a:cubicBezTo>
                            <a:pt x="257387" y="316161"/>
                            <a:pt x="259196" y="314732"/>
                            <a:pt x="261006" y="313208"/>
                          </a:cubicBezTo>
                          <a:cubicBezTo>
                            <a:pt x="262054" y="312351"/>
                            <a:pt x="263102" y="311589"/>
                            <a:pt x="264149" y="310731"/>
                          </a:cubicBezTo>
                          <a:cubicBezTo>
                            <a:pt x="265102" y="309969"/>
                            <a:pt x="266054" y="309112"/>
                            <a:pt x="266912" y="308350"/>
                          </a:cubicBezTo>
                          <a:cubicBezTo>
                            <a:pt x="267197" y="308160"/>
                            <a:pt x="267483" y="307874"/>
                            <a:pt x="267769" y="307683"/>
                          </a:cubicBezTo>
                          <a:cubicBezTo>
                            <a:pt x="269579" y="306159"/>
                            <a:pt x="271293" y="304635"/>
                            <a:pt x="273103" y="303111"/>
                          </a:cubicBezTo>
                          <a:cubicBezTo>
                            <a:pt x="274151" y="302159"/>
                            <a:pt x="275199" y="301302"/>
                            <a:pt x="276246" y="300349"/>
                          </a:cubicBezTo>
                          <a:cubicBezTo>
                            <a:pt x="277770" y="299016"/>
                            <a:pt x="279199" y="297682"/>
                            <a:pt x="280628" y="296349"/>
                          </a:cubicBezTo>
                          <a:cubicBezTo>
                            <a:pt x="281104" y="295968"/>
                            <a:pt x="281485" y="295587"/>
                            <a:pt x="281961" y="295110"/>
                          </a:cubicBezTo>
                          <a:cubicBezTo>
                            <a:pt x="282914" y="294253"/>
                            <a:pt x="283866" y="293396"/>
                            <a:pt x="284819" y="292443"/>
                          </a:cubicBezTo>
                          <a:cubicBezTo>
                            <a:pt x="285485" y="291872"/>
                            <a:pt x="286152" y="291205"/>
                            <a:pt x="286724" y="290634"/>
                          </a:cubicBezTo>
                          <a:cubicBezTo>
                            <a:pt x="288248" y="289205"/>
                            <a:pt x="289867" y="287681"/>
                            <a:pt x="291391" y="286252"/>
                          </a:cubicBezTo>
                          <a:cubicBezTo>
                            <a:pt x="291962" y="285681"/>
                            <a:pt x="292534" y="285109"/>
                            <a:pt x="293105" y="284538"/>
                          </a:cubicBezTo>
                          <a:cubicBezTo>
                            <a:pt x="295010" y="282728"/>
                            <a:pt x="296820" y="280823"/>
                            <a:pt x="298725" y="279013"/>
                          </a:cubicBezTo>
                          <a:cubicBezTo>
                            <a:pt x="299583" y="278156"/>
                            <a:pt x="300345" y="277394"/>
                            <a:pt x="301202" y="276537"/>
                          </a:cubicBezTo>
                          <a:cubicBezTo>
                            <a:pt x="301964" y="275775"/>
                            <a:pt x="302726" y="275013"/>
                            <a:pt x="303392" y="274251"/>
                          </a:cubicBezTo>
                          <a:cubicBezTo>
                            <a:pt x="303869" y="273774"/>
                            <a:pt x="304250" y="273298"/>
                            <a:pt x="304726" y="272917"/>
                          </a:cubicBezTo>
                          <a:cubicBezTo>
                            <a:pt x="306155" y="271393"/>
                            <a:pt x="307583" y="269869"/>
                            <a:pt x="309012" y="268440"/>
                          </a:cubicBezTo>
                          <a:cubicBezTo>
                            <a:pt x="310060" y="267297"/>
                            <a:pt x="311108" y="266154"/>
                            <a:pt x="312155" y="265011"/>
                          </a:cubicBezTo>
                          <a:cubicBezTo>
                            <a:pt x="313679" y="263392"/>
                            <a:pt x="315108" y="261773"/>
                            <a:pt x="316632" y="260058"/>
                          </a:cubicBezTo>
                          <a:cubicBezTo>
                            <a:pt x="318061" y="258439"/>
                            <a:pt x="319490" y="256820"/>
                            <a:pt x="320918" y="255201"/>
                          </a:cubicBezTo>
                          <a:cubicBezTo>
                            <a:pt x="322157" y="253772"/>
                            <a:pt x="323300" y="252438"/>
                            <a:pt x="324538" y="251010"/>
                          </a:cubicBezTo>
                          <a:cubicBezTo>
                            <a:pt x="326919" y="248152"/>
                            <a:pt x="329300" y="245295"/>
                            <a:pt x="331587" y="242437"/>
                          </a:cubicBezTo>
                          <a:cubicBezTo>
                            <a:pt x="332158" y="241770"/>
                            <a:pt x="332729" y="241104"/>
                            <a:pt x="333206" y="240437"/>
                          </a:cubicBezTo>
                          <a:cubicBezTo>
                            <a:pt x="336254" y="236627"/>
                            <a:pt x="339206" y="232722"/>
                            <a:pt x="342064" y="228912"/>
                          </a:cubicBezTo>
                          <a:cubicBezTo>
                            <a:pt x="342254" y="228721"/>
                            <a:pt x="342350" y="228531"/>
                            <a:pt x="342540" y="228340"/>
                          </a:cubicBezTo>
                          <a:cubicBezTo>
                            <a:pt x="343112" y="227578"/>
                            <a:pt x="343683" y="226721"/>
                            <a:pt x="344255" y="225959"/>
                          </a:cubicBezTo>
                          <a:cubicBezTo>
                            <a:pt x="344255" y="225959"/>
                            <a:pt x="344255" y="225864"/>
                            <a:pt x="344350" y="225864"/>
                          </a:cubicBezTo>
                          <a:cubicBezTo>
                            <a:pt x="346541" y="222816"/>
                            <a:pt x="348731" y="219768"/>
                            <a:pt x="350922" y="216720"/>
                          </a:cubicBezTo>
                          <a:cubicBezTo>
                            <a:pt x="351970" y="215196"/>
                            <a:pt x="353018" y="213672"/>
                            <a:pt x="354066" y="212148"/>
                          </a:cubicBezTo>
                          <a:cubicBezTo>
                            <a:pt x="354161" y="212052"/>
                            <a:pt x="354161" y="211957"/>
                            <a:pt x="354256" y="211957"/>
                          </a:cubicBezTo>
                          <a:cubicBezTo>
                            <a:pt x="354732" y="211290"/>
                            <a:pt x="355113" y="210624"/>
                            <a:pt x="355494" y="210052"/>
                          </a:cubicBezTo>
                          <a:cubicBezTo>
                            <a:pt x="357304" y="207290"/>
                            <a:pt x="359114" y="204528"/>
                            <a:pt x="360828" y="201765"/>
                          </a:cubicBezTo>
                          <a:cubicBezTo>
                            <a:pt x="361590" y="200622"/>
                            <a:pt x="362257" y="199384"/>
                            <a:pt x="363019" y="198241"/>
                          </a:cubicBezTo>
                          <a:cubicBezTo>
                            <a:pt x="364352" y="196050"/>
                            <a:pt x="365686" y="193860"/>
                            <a:pt x="367020" y="191669"/>
                          </a:cubicBezTo>
                          <a:cubicBezTo>
                            <a:pt x="367781" y="190335"/>
                            <a:pt x="368543" y="189002"/>
                            <a:pt x="369305" y="187668"/>
                          </a:cubicBezTo>
                          <a:cubicBezTo>
                            <a:pt x="370449" y="185668"/>
                            <a:pt x="371591" y="183573"/>
                            <a:pt x="372734" y="181572"/>
                          </a:cubicBezTo>
                          <a:cubicBezTo>
                            <a:pt x="373496" y="180239"/>
                            <a:pt x="374258" y="178810"/>
                            <a:pt x="374925" y="177477"/>
                          </a:cubicBezTo>
                          <a:cubicBezTo>
                            <a:pt x="375973" y="175476"/>
                            <a:pt x="377021" y="173476"/>
                            <a:pt x="377973" y="171476"/>
                          </a:cubicBezTo>
                          <a:cubicBezTo>
                            <a:pt x="378640" y="170142"/>
                            <a:pt x="379307" y="168809"/>
                            <a:pt x="379974" y="167380"/>
                          </a:cubicBezTo>
                          <a:cubicBezTo>
                            <a:pt x="381021" y="165285"/>
                            <a:pt x="381974" y="163094"/>
                            <a:pt x="382926" y="160998"/>
                          </a:cubicBezTo>
                          <a:cubicBezTo>
                            <a:pt x="383498" y="159760"/>
                            <a:pt x="384069" y="158522"/>
                            <a:pt x="384641" y="157188"/>
                          </a:cubicBezTo>
                          <a:cubicBezTo>
                            <a:pt x="385688" y="154807"/>
                            <a:pt x="386641" y="152426"/>
                            <a:pt x="387593" y="150045"/>
                          </a:cubicBezTo>
                          <a:cubicBezTo>
                            <a:pt x="387974" y="149092"/>
                            <a:pt x="388451" y="148044"/>
                            <a:pt x="388832" y="147092"/>
                          </a:cubicBezTo>
                          <a:cubicBezTo>
                            <a:pt x="389213" y="146139"/>
                            <a:pt x="389594" y="145092"/>
                            <a:pt x="389975" y="144139"/>
                          </a:cubicBezTo>
                          <a:cubicBezTo>
                            <a:pt x="390546" y="142615"/>
                            <a:pt x="391118" y="141091"/>
                            <a:pt x="391689" y="139567"/>
                          </a:cubicBezTo>
                          <a:cubicBezTo>
                            <a:pt x="391784" y="139186"/>
                            <a:pt x="391975" y="138805"/>
                            <a:pt x="392070" y="138424"/>
                          </a:cubicBezTo>
                          <a:cubicBezTo>
                            <a:pt x="392451" y="137281"/>
                            <a:pt x="392832" y="136138"/>
                            <a:pt x="393213" y="134995"/>
                          </a:cubicBezTo>
                          <a:cubicBezTo>
                            <a:pt x="393308" y="134614"/>
                            <a:pt x="393499" y="134233"/>
                            <a:pt x="393594" y="133852"/>
                          </a:cubicBezTo>
                          <a:cubicBezTo>
                            <a:pt x="394070" y="132423"/>
                            <a:pt x="394547" y="130995"/>
                            <a:pt x="395023" y="129566"/>
                          </a:cubicBezTo>
                          <a:cubicBezTo>
                            <a:pt x="395309" y="128804"/>
                            <a:pt x="395499" y="127947"/>
                            <a:pt x="395785" y="127185"/>
                          </a:cubicBezTo>
                          <a:cubicBezTo>
                            <a:pt x="396071" y="126232"/>
                            <a:pt x="396356" y="125184"/>
                            <a:pt x="396642" y="124232"/>
                          </a:cubicBezTo>
                          <a:cubicBezTo>
                            <a:pt x="396928" y="123184"/>
                            <a:pt x="397214" y="122136"/>
                            <a:pt x="397499" y="121089"/>
                          </a:cubicBezTo>
                          <a:cubicBezTo>
                            <a:pt x="397690" y="120422"/>
                            <a:pt x="397880" y="119850"/>
                            <a:pt x="397976" y="119184"/>
                          </a:cubicBezTo>
                          <a:cubicBezTo>
                            <a:pt x="398166" y="118326"/>
                            <a:pt x="398357" y="117564"/>
                            <a:pt x="398547" y="116707"/>
                          </a:cubicBezTo>
                          <a:cubicBezTo>
                            <a:pt x="398547" y="116612"/>
                            <a:pt x="398547" y="116517"/>
                            <a:pt x="398642" y="116421"/>
                          </a:cubicBezTo>
                          <a:cubicBezTo>
                            <a:pt x="399214" y="113850"/>
                            <a:pt x="399785" y="111373"/>
                            <a:pt x="400262" y="108897"/>
                          </a:cubicBezTo>
                          <a:cubicBezTo>
                            <a:pt x="400452" y="107754"/>
                            <a:pt x="400738" y="106515"/>
                            <a:pt x="400929" y="105372"/>
                          </a:cubicBezTo>
                          <a:cubicBezTo>
                            <a:pt x="401214" y="103467"/>
                            <a:pt x="401500" y="101658"/>
                            <a:pt x="401786" y="99753"/>
                          </a:cubicBezTo>
                          <a:cubicBezTo>
                            <a:pt x="401976" y="98514"/>
                            <a:pt x="402167" y="97276"/>
                            <a:pt x="402262" y="95943"/>
                          </a:cubicBezTo>
                          <a:cubicBezTo>
                            <a:pt x="402452" y="94514"/>
                            <a:pt x="402548" y="93085"/>
                            <a:pt x="402643" y="91656"/>
                          </a:cubicBezTo>
                          <a:cubicBezTo>
                            <a:pt x="402738" y="90323"/>
                            <a:pt x="402833" y="88989"/>
                            <a:pt x="402929" y="87656"/>
                          </a:cubicBezTo>
                          <a:cubicBezTo>
                            <a:pt x="403024" y="86322"/>
                            <a:pt x="403024" y="85084"/>
                            <a:pt x="403119" y="83751"/>
                          </a:cubicBezTo>
                          <a:cubicBezTo>
                            <a:pt x="403119" y="82417"/>
                            <a:pt x="403214" y="80988"/>
                            <a:pt x="403214" y="79655"/>
                          </a:cubicBezTo>
                          <a:cubicBezTo>
                            <a:pt x="403214" y="78512"/>
                            <a:pt x="403214" y="77369"/>
                            <a:pt x="403119" y="76226"/>
                          </a:cubicBezTo>
                          <a:cubicBezTo>
                            <a:pt x="403024" y="74797"/>
                            <a:pt x="403024" y="73464"/>
                            <a:pt x="402929" y="72035"/>
                          </a:cubicBezTo>
                          <a:cubicBezTo>
                            <a:pt x="402833" y="70987"/>
                            <a:pt x="402738" y="69939"/>
                            <a:pt x="402643" y="68987"/>
                          </a:cubicBezTo>
                          <a:cubicBezTo>
                            <a:pt x="402548" y="67558"/>
                            <a:pt x="402357" y="66225"/>
                            <a:pt x="402167" y="64796"/>
                          </a:cubicBezTo>
                          <a:cubicBezTo>
                            <a:pt x="402071" y="63843"/>
                            <a:pt x="401881" y="62891"/>
                            <a:pt x="401691" y="61938"/>
                          </a:cubicBezTo>
                          <a:cubicBezTo>
                            <a:pt x="401405" y="60510"/>
                            <a:pt x="401119" y="59081"/>
                            <a:pt x="400833" y="57652"/>
                          </a:cubicBezTo>
                          <a:cubicBezTo>
                            <a:pt x="400643" y="56890"/>
                            <a:pt x="400452" y="56033"/>
                            <a:pt x="400262" y="55271"/>
                          </a:cubicBezTo>
                          <a:cubicBezTo>
                            <a:pt x="399690" y="53175"/>
                            <a:pt x="399119" y="51080"/>
                            <a:pt x="398452" y="48984"/>
                          </a:cubicBezTo>
                          <a:cubicBezTo>
                            <a:pt x="397690" y="46794"/>
                            <a:pt x="396928" y="44698"/>
                            <a:pt x="396071" y="42698"/>
                          </a:cubicBezTo>
                          <a:cubicBezTo>
                            <a:pt x="395975" y="42412"/>
                            <a:pt x="395880" y="42222"/>
                            <a:pt x="395690" y="41936"/>
                          </a:cubicBezTo>
                          <a:cubicBezTo>
                            <a:pt x="394928" y="40221"/>
                            <a:pt x="394070" y="38602"/>
                            <a:pt x="393213" y="36983"/>
                          </a:cubicBezTo>
                          <a:cubicBezTo>
                            <a:pt x="392927" y="36507"/>
                            <a:pt x="392642" y="35935"/>
                            <a:pt x="392356" y="35459"/>
                          </a:cubicBezTo>
                          <a:cubicBezTo>
                            <a:pt x="391594" y="34125"/>
                            <a:pt x="390832" y="32887"/>
                            <a:pt x="389975" y="31649"/>
                          </a:cubicBezTo>
                          <a:cubicBezTo>
                            <a:pt x="389499" y="30887"/>
                            <a:pt x="388927" y="30220"/>
                            <a:pt x="388451" y="29458"/>
                          </a:cubicBezTo>
                          <a:cubicBezTo>
                            <a:pt x="387784" y="28506"/>
                            <a:pt x="387022" y="27553"/>
                            <a:pt x="386260" y="26601"/>
                          </a:cubicBezTo>
                          <a:cubicBezTo>
                            <a:pt x="385593" y="25839"/>
                            <a:pt x="385022" y="25077"/>
                            <a:pt x="384355" y="24410"/>
                          </a:cubicBezTo>
                          <a:cubicBezTo>
                            <a:pt x="345493" y="-19215"/>
                            <a:pt x="252243" y="-3879"/>
                            <a:pt x="158136" y="66510"/>
                          </a:cubicBezTo>
                          <a:cubicBezTo>
                            <a:pt x="49456" y="147759"/>
                            <a:pt x="-19219" y="271679"/>
                            <a:pt x="4784" y="343212"/>
                          </a:cubicBezTo>
                          <a:cubicBezTo>
                            <a:pt x="8403" y="354070"/>
                            <a:pt x="14023" y="363024"/>
                            <a:pt x="21167" y="370263"/>
                          </a:cubicBezTo>
                          <a:cubicBezTo>
                            <a:pt x="21738" y="370834"/>
                            <a:pt x="22214" y="371310"/>
                            <a:pt x="22786" y="371882"/>
                          </a:cubicBezTo>
                          <a:cubicBezTo>
                            <a:pt x="23834" y="373215"/>
                            <a:pt x="24786" y="374073"/>
                            <a:pt x="25739" y="374835"/>
                          </a:cubicBezTo>
                          <a:close/>
                          <a:moveTo>
                            <a:pt x="41074" y="252629"/>
                          </a:moveTo>
                          <a:cubicBezTo>
                            <a:pt x="41264" y="252153"/>
                            <a:pt x="41360" y="251676"/>
                            <a:pt x="41550" y="251200"/>
                          </a:cubicBezTo>
                          <a:cubicBezTo>
                            <a:pt x="41645" y="250914"/>
                            <a:pt x="41741" y="250629"/>
                            <a:pt x="41836" y="250343"/>
                          </a:cubicBezTo>
                          <a:cubicBezTo>
                            <a:pt x="42122" y="249295"/>
                            <a:pt x="42503" y="248247"/>
                            <a:pt x="42884" y="247295"/>
                          </a:cubicBezTo>
                          <a:cubicBezTo>
                            <a:pt x="43074" y="246628"/>
                            <a:pt x="43360" y="245961"/>
                            <a:pt x="43550" y="245199"/>
                          </a:cubicBezTo>
                          <a:cubicBezTo>
                            <a:pt x="45170" y="240532"/>
                            <a:pt x="47075" y="235674"/>
                            <a:pt x="49075" y="230912"/>
                          </a:cubicBezTo>
                          <a:cubicBezTo>
                            <a:pt x="50313" y="228054"/>
                            <a:pt x="51551" y="225197"/>
                            <a:pt x="52885" y="222339"/>
                          </a:cubicBezTo>
                          <a:cubicBezTo>
                            <a:pt x="55362" y="217196"/>
                            <a:pt x="57933" y="212052"/>
                            <a:pt x="60886" y="206814"/>
                          </a:cubicBezTo>
                          <a:cubicBezTo>
                            <a:pt x="61457" y="205766"/>
                            <a:pt x="62124" y="204718"/>
                            <a:pt x="62696" y="203575"/>
                          </a:cubicBezTo>
                          <a:cubicBezTo>
                            <a:pt x="63362" y="202432"/>
                            <a:pt x="63934" y="201384"/>
                            <a:pt x="64601" y="200241"/>
                          </a:cubicBezTo>
                          <a:cubicBezTo>
                            <a:pt x="64887" y="199860"/>
                            <a:pt x="65077" y="199384"/>
                            <a:pt x="65363" y="198908"/>
                          </a:cubicBezTo>
                          <a:cubicBezTo>
                            <a:pt x="66220" y="197574"/>
                            <a:pt x="67077" y="196146"/>
                            <a:pt x="67839" y="194812"/>
                          </a:cubicBezTo>
                          <a:cubicBezTo>
                            <a:pt x="68411" y="193860"/>
                            <a:pt x="69077" y="192812"/>
                            <a:pt x="69649" y="191859"/>
                          </a:cubicBezTo>
                          <a:cubicBezTo>
                            <a:pt x="71078" y="189573"/>
                            <a:pt x="72506" y="187287"/>
                            <a:pt x="74030" y="185097"/>
                          </a:cubicBezTo>
                          <a:cubicBezTo>
                            <a:pt x="74316" y="184620"/>
                            <a:pt x="74602" y="184144"/>
                            <a:pt x="74983" y="183668"/>
                          </a:cubicBezTo>
                          <a:cubicBezTo>
                            <a:pt x="75078" y="183573"/>
                            <a:pt x="75078" y="183477"/>
                            <a:pt x="75174" y="183382"/>
                          </a:cubicBezTo>
                          <a:cubicBezTo>
                            <a:pt x="75174" y="183287"/>
                            <a:pt x="75269" y="183287"/>
                            <a:pt x="75269" y="183192"/>
                          </a:cubicBezTo>
                          <a:cubicBezTo>
                            <a:pt x="75745" y="182525"/>
                            <a:pt x="76221" y="181763"/>
                            <a:pt x="76697" y="181096"/>
                          </a:cubicBezTo>
                          <a:cubicBezTo>
                            <a:pt x="77078" y="180525"/>
                            <a:pt x="77459" y="179953"/>
                            <a:pt x="77841" y="179477"/>
                          </a:cubicBezTo>
                          <a:cubicBezTo>
                            <a:pt x="78698" y="178143"/>
                            <a:pt x="79650" y="176905"/>
                            <a:pt x="80507" y="175572"/>
                          </a:cubicBezTo>
                          <a:cubicBezTo>
                            <a:pt x="81365" y="174333"/>
                            <a:pt x="82317" y="173095"/>
                            <a:pt x="83270" y="171857"/>
                          </a:cubicBezTo>
                          <a:cubicBezTo>
                            <a:pt x="83937" y="171000"/>
                            <a:pt x="84508" y="170142"/>
                            <a:pt x="85175" y="169285"/>
                          </a:cubicBezTo>
                          <a:cubicBezTo>
                            <a:pt x="87556" y="166047"/>
                            <a:pt x="90032" y="162903"/>
                            <a:pt x="92509" y="159760"/>
                          </a:cubicBezTo>
                          <a:cubicBezTo>
                            <a:pt x="92604" y="159665"/>
                            <a:pt x="92699" y="159570"/>
                            <a:pt x="92699" y="159474"/>
                          </a:cubicBezTo>
                          <a:cubicBezTo>
                            <a:pt x="93080" y="158998"/>
                            <a:pt x="93462" y="158522"/>
                            <a:pt x="93842" y="158046"/>
                          </a:cubicBezTo>
                          <a:cubicBezTo>
                            <a:pt x="95747" y="155664"/>
                            <a:pt x="97748" y="153283"/>
                            <a:pt x="99748" y="150902"/>
                          </a:cubicBezTo>
                          <a:cubicBezTo>
                            <a:pt x="100034" y="150521"/>
                            <a:pt x="100415" y="150140"/>
                            <a:pt x="100700" y="149854"/>
                          </a:cubicBezTo>
                          <a:cubicBezTo>
                            <a:pt x="101367" y="149092"/>
                            <a:pt x="102034" y="148235"/>
                            <a:pt x="102701" y="147473"/>
                          </a:cubicBezTo>
                          <a:cubicBezTo>
                            <a:pt x="103844" y="146139"/>
                            <a:pt x="105082" y="144806"/>
                            <a:pt x="106225" y="143472"/>
                          </a:cubicBezTo>
                          <a:cubicBezTo>
                            <a:pt x="106606" y="142996"/>
                            <a:pt x="107082" y="142520"/>
                            <a:pt x="107463" y="142139"/>
                          </a:cubicBezTo>
                          <a:cubicBezTo>
                            <a:pt x="108320" y="141282"/>
                            <a:pt x="109082" y="140329"/>
                            <a:pt x="109940" y="139472"/>
                          </a:cubicBezTo>
                          <a:cubicBezTo>
                            <a:pt x="110797" y="138519"/>
                            <a:pt x="111654" y="137567"/>
                            <a:pt x="112607" y="136614"/>
                          </a:cubicBezTo>
                          <a:cubicBezTo>
                            <a:pt x="112988" y="136233"/>
                            <a:pt x="113274" y="135948"/>
                            <a:pt x="113654" y="135567"/>
                          </a:cubicBezTo>
                          <a:cubicBezTo>
                            <a:pt x="114797" y="134328"/>
                            <a:pt x="116036" y="133090"/>
                            <a:pt x="117274" y="131852"/>
                          </a:cubicBezTo>
                          <a:cubicBezTo>
                            <a:pt x="117941" y="131185"/>
                            <a:pt x="118512" y="130518"/>
                            <a:pt x="119179" y="129852"/>
                          </a:cubicBezTo>
                          <a:cubicBezTo>
                            <a:pt x="119370" y="129661"/>
                            <a:pt x="119465" y="129566"/>
                            <a:pt x="119655" y="129375"/>
                          </a:cubicBezTo>
                          <a:cubicBezTo>
                            <a:pt x="121560" y="127375"/>
                            <a:pt x="123560" y="125470"/>
                            <a:pt x="125561" y="123470"/>
                          </a:cubicBezTo>
                          <a:cubicBezTo>
                            <a:pt x="125656" y="123375"/>
                            <a:pt x="125751" y="123279"/>
                            <a:pt x="125846" y="123184"/>
                          </a:cubicBezTo>
                          <a:cubicBezTo>
                            <a:pt x="126323" y="122708"/>
                            <a:pt x="126799" y="122232"/>
                            <a:pt x="127275" y="121851"/>
                          </a:cubicBezTo>
                          <a:cubicBezTo>
                            <a:pt x="128704" y="120517"/>
                            <a:pt x="130133" y="119088"/>
                            <a:pt x="131562" y="117755"/>
                          </a:cubicBezTo>
                          <a:cubicBezTo>
                            <a:pt x="131942" y="117374"/>
                            <a:pt x="132324" y="116993"/>
                            <a:pt x="132704" y="116707"/>
                          </a:cubicBezTo>
                          <a:cubicBezTo>
                            <a:pt x="133466" y="115945"/>
                            <a:pt x="134324" y="115278"/>
                            <a:pt x="135086" y="114516"/>
                          </a:cubicBezTo>
                          <a:cubicBezTo>
                            <a:pt x="135943" y="113754"/>
                            <a:pt x="136800" y="112897"/>
                            <a:pt x="137753" y="112135"/>
                          </a:cubicBezTo>
                          <a:cubicBezTo>
                            <a:pt x="138420" y="111468"/>
                            <a:pt x="139181" y="110897"/>
                            <a:pt x="139848" y="110230"/>
                          </a:cubicBezTo>
                          <a:cubicBezTo>
                            <a:pt x="140705" y="109468"/>
                            <a:pt x="141563" y="108706"/>
                            <a:pt x="142420" y="107944"/>
                          </a:cubicBezTo>
                          <a:cubicBezTo>
                            <a:pt x="142991" y="107468"/>
                            <a:pt x="143563" y="106992"/>
                            <a:pt x="144039" y="106515"/>
                          </a:cubicBezTo>
                          <a:cubicBezTo>
                            <a:pt x="145182" y="105563"/>
                            <a:pt x="146325" y="104610"/>
                            <a:pt x="147468" y="103658"/>
                          </a:cubicBezTo>
                          <a:cubicBezTo>
                            <a:pt x="148230" y="102991"/>
                            <a:pt x="148992" y="102324"/>
                            <a:pt x="149849" y="101658"/>
                          </a:cubicBezTo>
                          <a:cubicBezTo>
                            <a:pt x="150135" y="101467"/>
                            <a:pt x="150421" y="101181"/>
                            <a:pt x="150612" y="100991"/>
                          </a:cubicBezTo>
                          <a:cubicBezTo>
                            <a:pt x="152707" y="99276"/>
                            <a:pt x="154802" y="97562"/>
                            <a:pt x="156898" y="95847"/>
                          </a:cubicBezTo>
                          <a:cubicBezTo>
                            <a:pt x="157088" y="95752"/>
                            <a:pt x="157184" y="95562"/>
                            <a:pt x="157374" y="95466"/>
                          </a:cubicBezTo>
                          <a:cubicBezTo>
                            <a:pt x="157374" y="95466"/>
                            <a:pt x="157374" y="95466"/>
                            <a:pt x="157470" y="95466"/>
                          </a:cubicBezTo>
                          <a:cubicBezTo>
                            <a:pt x="159755" y="93657"/>
                            <a:pt x="162137" y="91847"/>
                            <a:pt x="164423" y="90132"/>
                          </a:cubicBezTo>
                          <a:cubicBezTo>
                            <a:pt x="164804" y="89847"/>
                            <a:pt x="165280" y="89466"/>
                            <a:pt x="165661" y="89180"/>
                          </a:cubicBezTo>
                          <a:cubicBezTo>
                            <a:pt x="166233" y="88799"/>
                            <a:pt x="166804" y="88418"/>
                            <a:pt x="167280" y="87942"/>
                          </a:cubicBezTo>
                          <a:cubicBezTo>
                            <a:pt x="171947" y="84513"/>
                            <a:pt x="176615" y="81179"/>
                            <a:pt x="181187" y="78131"/>
                          </a:cubicBezTo>
                          <a:cubicBezTo>
                            <a:pt x="182139" y="77464"/>
                            <a:pt x="183092" y="76797"/>
                            <a:pt x="184139" y="76226"/>
                          </a:cubicBezTo>
                          <a:cubicBezTo>
                            <a:pt x="184806" y="75750"/>
                            <a:pt x="185568" y="75369"/>
                            <a:pt x="186235" y="74892"/>
                          </a:cubicBezTo>
                          <a:cubicBezTo>
                            <a:pt x="187092" y="74321"/>
                            <a:pt x="187949" y="73749"/>
                            <a:pt x="188902" y="73178"/>
                          </a:cubicBezTo>
                          <a:cubicBezTo>
                            <a:pt x="190045" y="72511"/>
                            <a:pt x="191093" y="71749"/>
                            <a:pt x="192236" y="71082"/>
                          </a:cubicBezTo>
                          <a:cubicBezTo>
                            <a:pt x="192712" y="70797"/>
                            <a:pt x="193283" y="70511"/>
                            <a:pt x="193760" y="70130"/>
                          </a:cubicBezTo>
                          <a:cubicBezTo>
                            <a:pt x="194808" y="69463"/>
                            <a:pt x="195760" y="68892"/>
                            <a:pt x="196808" y="68320"/>
                          </a:cubicBezTo>
                          <a:cubicBezTo>
                            <a:pt x="197665" y="67844"/>
                            <a:pt x="198427" y="67272"/>
                            <a:pt x="199284" y="66796"/>
                          </a:cubicBezTo>
                          <a:cubicBezTo>
                            <a:pt x="204809" y="63558"/>
                            <a:pt x="210333" y="60510"/>
                            <a:pt x="215762" y="57747"/>
                          </a:cubicBezTo>
                          <a:cubicBezTo>
                            <a:pt x="232145" y="49461"/>
                            <a:pt x="248052" y="43269"/>
                            <a:pt x="263006" y="39364"/>
                          </a:cubicBezTo>
                          <a:cubicBezTo>
                            <a:pt x="263197" y="39269"/>
                            <a:pt x="263387" y="39269"/>
                            <a:pt x="263578" y="39269"/>
                          </a:cubicBezTo>
                          <a:cubicBezTo>
                            <a:pt x="265578" y="38697"/>
                            <a:pt x="267579" y="38221"/>
                            <a:pt x="269579" y="37840"/>
                          </a:cubicBezTo>
                          <a:cubicBezTo>
                            <a:pt x="270626" y="37650"/>
                            <a:pt x="271674" y="37364"/>
                            <a:pt x="272722" y="37173"/>
                          </a:cubicBezTo>
                          <a:cubicBezTo>
                            <a:pt x="274055" y="36888"/>
                            <a:pt x="275484" y="36602"/>
                            <a:pt x="276818" y="36411"/>
                          </a:cubicBezTo>
                          <a:cubicBezTo>
                            <a:pt x="277104" y="36316"/>
                            <a:pt x="277389" y="36316"/>
                            <a:pt x="277675" y="36221"/>
                          </a:cubicBezTo>
                          <a:cubicBezTo>
                            <a:pt x="282437" y="35364"/>
                            <a:pt x="287105" y="34792"/>
                            <a:pt x="291581" y="34506"/>
                          </a:cubicBezTo>
                          <a:cubicBezTo>
                            <a:pt x="292343" y="34411"/>
                            <a:pt x="293201" y="34411"/>
                            <a:pt x="293963" y="34411"/>
                          </a:cubicBezTo>
                          <a:cubicBezTo>
                            <a:pt x="295201" y="34316"/>
                            <a:pt x="296439" y="34316"/>
                            <a:pt x="297582" y="34221"/>
                          </a:cubicBezTo>
                          <a:cubicBezTo>
                            <a:pt x="298535" y="34221"/>
                            <a:pt x="299487" y="34221"/>
                            <a:pt x="300440" y="34221"/>
                          </a:cubicBezTo>
                          <a:cubicBezTo>
                            <a:pt x="301297" y="34221"/>
                            <a:pt x="302154" y="34221"/>
                            <a:pt x="302916" y="34221"/>
                          </a:cubicBezTo>
                          <a:cubicBezTo>
                            <a:pt x="307679" y="34316"/>
                            <a:pt x="312346" y="34697"/>
                            <a:pt x="316727" y="35459"/>
                          </a:cubicBezTo>
                          <a:cubicBezTo>
                            <a:pt x="318633" y="35745"/>
                            <a:pt x="320537" y="36221"/>
                            <a:pt x="322442" y="36602"/>
                          </a:cubicBezTo>
                          <a:cubicBezTo>
                            <a:pt x="323014" y="36697"/>
                            <a:pt x="323490" y="36888"/>
                            <a:pt x="323966" y="37078"/>
                          </a:cubicBezTo>
                          <a:cubicBezTo>
                            <a:pt x="324919" y="37364"/>
                            <a:pt x="325871" y="37554"/>
                            <a:pt x="326824" y="37935"/>
                          </a:cubicBezTo>
                          <a:cubicBezTo>
                            <a:pt x="327681" y="38221"/>
                            <a:pt x="328443" y="38507"/>
                            <a:pt x="329300" y="38793"/>
                          </a:cubicBezTo>
                          <a:cubicBezTo>
                            <a:pt x="330158" y="39078"/>
                            <a:pt x="330920" y="39364"/>
                            <a:pt x="331777" y="39745"/>
                          </a:cubicBezTo>
                          <a:cubicBezTo>
                            <a:pt x="332253" y="39936"/>
                            <a:pt x="332634" y="40031"/>
                            <a:pt x="333110" y="40221"/>
                          </a:cubicBezTo>
                          <a:cubicBezTo>
                            <a:pt x="348160" y="46603"/>
                            <a:pt x="359209" y="58033"/>
                            <a:pt x="364829" y="74702"/>
                          </a:cubicBezTo>
                          <a:cubicBezTo>
                            <a:pt x="365495" y="76512"/>
                            <a:pt x="365972" y="78417"/>
                            <a:pt x="366448" y="80417"/>
                          </a:cubicBezTo>
                          <a:cubicBezTo>
                            <a:pt x="366543" y="80893"/>
                            <a:pt x="366638" y="81369"/>
                            <a:pt x="366734" y="81941"/>
                          </a:cubicBezTo>
                          <a:cubicBezTo>
                            <a:pt x="367020" y="83084"/>
                            <a:pt x="367210" y="84322"/>
                            <a:pt x="367496" y="85560"/>
                          </a:cubicBezTo>
                          <a:cubicBezTo>
                            <a:pt x="367591" y="86322"/>
                            <a:pt x="367781" y="87084"/>
                            <a:pt x="367877" y="87942"/>
                          </a:cubicBezTo>
                          <a:cubicBezTo>
                            <a:pt x="368067" y="89085"/>
                            <a:pt x="368162" y="90228"/>
                            <a:pt x="368353" y="91371"/>
                          </a:cubicBezTo>
                          <a:cubicBezTo>
                            <a:pt x="368448" y="92228"/>
                            <a:pt x="368543" y="93085"/>
                            <a:pt x="368543" y="93942"/>
                          </a:cubicBezTo>
                          <a:cubicBezTo>
                            <a:pt x="368543" y="94228"/>
                            <a:pt x="368543" y="94514"/>
                            <a:pt x="368639" y="94800"/>
                          </a:cubicBezTo>
                          <a:lnTo>
                            <a:pt x="368639" y="94800"/>
                          </a:lnTo>
                          <a:lnTo>
                            <a:pt x="368639" y="94800"/>
                          </a:lnTo>
                          <a:cubicBezTo>
                            <a:pt x="368639" y="94895"/>
                            <a:pt x="368639" y="95085"/>
                            <a:pt x="368639" y="95181"/>
                          </a:cubicBezTo>
                          <a:cubicBezTo>
                            <a:pt x="368639" y="95466"/>
                            <a:pt x="368639" y="95847"/>
                            <a:pt x="368734" y="96228"/>
                          </a:cubicBezTo>
                          <a:cubicBezTo>
                            <a:pt x="368734" y="96609"/>
                            <a:pt x="368829" y="96990"/>
                            <a:pt x="368829" y="97371"/>
                          </a:cubicBezTo>
                          <a:cubicBezTo>
                            <a:pt x="368829" y="98324"/>
                            <a:pt x="368924" y="99276"/>
                            <a:pt x="368924" y="100229"/>
                          </a:cubicBezTo>
                          <a:cubicBezTo>
                            <a:pt x="368924" y="100991"/>
                            <a:pt x="368924" y="101658"/>
                            <a:pt x="368924" y="102420"/>
                          </a:cubicBezTo>
                          <a:cubicBezTo>
                            <a:pt x="368924" y="102801"/>
                            <a:pt x="368924" y="103182"/>
                            <a:pt x="368924" y="103563"/>
                          </a:cubicBezTo>
                          <a:cubicBezTo>
                            <a:pt x="368924" y="104610"/>
                            <a:pt x="368829" y="105658"/>
                            <a:pt x="368829" y="106801"/>
                          </a:cubicBezTo>
                          <a:cubicBezTo>
                            <a:pt x="368829" y="107468"/>
                            <a:pt x="368734" y="108135"/>
                            <a:pt x="368734" y="108801"/>
                          </a:cubicBezTo>
                          <a:cubicBezTo>
                            <a:pt x="368734" y="109278"/>
                            <a:pt x="368639" y="109659"/>
                            <a:pt x="368639" y="110135"/>
                          </a:cubicBezTo>
                          <a:cubicBezTo>
                            <a:pt x="368543" y="110802"/>
                            <a:pt x="368543" y="111564"/>
                            <a:pt x="368448" y="112230"/>
                          </a:cubicBezTo>
                          <a:cubicBezTo>
                            <a:pt x="368353" y="112707"/>
                            <a:pt x="368353" y="113183"/>
                            <a:pt x="368258" y="113754"/>
                          </a:cubicBezTo>
                          <a:cubicBezTo>
                            <a:pt x="368162" y="114802"/>
                            <a:pt x="367972" y="115755"/>
                            <a:pt x="367877" y="116802"/>
                          </a:cubicBezTo>
                          <a:cubicBezTo>
                            <a:pt x="367877" y="116802"/>
                            <a:pt x="367877" y="116802"/>
                            <a:pt x="367877" y="116802"/>
                          </a:cubicBezTo>
                          <a:cubicBezTo>
                            <a:pt x="367686" y="118326"/>
                            <a:pt x="367400" y="119850"/>
                            <a:pt x="367115" y="121470"/>
                          </a:cubicBezTo>
                          <a:cubicBezTo>
                            <a:pt x="366924" y="122422"/>
                            <a:pt x="366734" y="123375"/>
                            <a:pt x="366543" y="124422"/>
                          </a:cubicBezTo>
                          <a:cubicBezTo>
                            <a:pt x="366162" y="126518"/>
                            <a:pt x="365686" y="128613"/>
                            <a:pt x="365210" y="130709"/>
                          </a:cubicBezTo>
                          <a:cubicBezTo>
                            <a:pt x="365114" y="131280"/>
                            <a:pt x="364924" y="131852"/>
                            <a:pt x="364829" y="132423"/>
                          </a:cubicBezTo>
                          <a:cubicBezTo>
                            <a:pt x="364829" y="132519"/>
                            <a:pt x="364733" y="132709"/>
                            <a:pt x="364733" y="132804"/>
                          </a:cubicBezTo>
                          <a:cubicBezTo>
                            <a:pt x="364638" y="132995"/>
                            <a:pt x="364638" y="133281"/>
                            <a:pt x="364543" y="133471"/>
                          </a:cubicBezTo>
                          <a:cubicBezTo>
                            <a:pt x="350255" y="189192"/>
                            <a:pt x="302630" y="255867"/>
                            <a:pt x="237956" y="304254"/>
                          </a:cubicBezTo>
                          <a:cubicBezTo>
                            <a:pt x="178805" y="348450"/>
                            <a:pt x="120131" y="366453"/>
                            <a:pt x="81174" y="356928"/>
                          </a:cubicBezTo>
                          <a:cubicBezTo>
                            <a:pt x="79364" y="356451"/>
                            <a:pt x="77459" y="355975"/>
                            <a:pt x="75745" y="355404"/>
                          </a:cubicBezTo>
                          <a:cubicBezTo>
                            <a:pt x="72506" y="354356"/>
                            <a:pt x="69458" y="353022"/>
                            <a:pt x="66601" y="351594"/>
                          </a:cubicBezTo>
                          <a:cubicBezTo>
                            <a:pt x="66315" y="351498"/>
                            <a:pt x="66125" y="351403"/>
                            <a:pt x="65839" y="351213"/>
                          </a:cubicBezTo>
                          <a:cubicBezTo>
                            <a:pt x="65553" y="351022"/>
                            <a:pt x="65267" y="350832"/>
                            <a:pt x="64982" y="350736"/>
                          </a:cubicBezTo>
                          <a:cubicBezTo>
                            <a:pt x="64410" y="350451"/>
                            <a:pt x="63934" y="350070"/>
                            <a:pt x="63362" y="349784"/>
                          </a:cubicBezTo>
                          <a:cubicBezTo>
                            <a:pt x="62791" y="349403"/>
                            <a:pt x="62220" y="349117"/>
                            <a:pt x="61648" y="348736"/>
                          </a:cubicBezTo>
                          <a:cubicBezTo>
                            <a:pt x="61553" y="348641"/>
                            <a:pt x="61362" y="348546"/>
                            <a:pt x="61267" y="348450"/>
                          </a:cubicBezTo>
                          <a:cubicBezTo>
                            <a:pt x="59838" y="347498"/>
                            <a:pt x="58409" y="346450"/>
                            <a:pt x="57076" y="345402"/>
                          </a:cubicBezTo>
                          <a:cubicBezTo>
                            <a:pt x="56790" y="345212"/>
                            <a:pt x="56600" y="344926"/>
                            <a:pt x="56314" y="344736"/>
                          </a:cubicBezTo>
                          <a:cubicBezTo>
                            <a:pt x="55933" y="344355"/>
                            <a:pt x="55552" y="344069"/>
                            <a:pt x="55171" y="343688"/>
                          </a:cubicBezTo>
                          <a:cubicBezTo>
                            <a:pt x="54790" y="343307"/>
                            <a:pt x="54409" y="343021"/>
                            <a:pt x="54028" y="342640"/>
                          </a:cubicBezTo>
                          <a:cubicBezTo>
                            <a:pt x="53552" y="342164"/>
                            <a:pt x="53075" y="341783"/>
                            <a:pt x="52695" y="341307"/>
                          </a:cubicBezTo>
                          <a:cubicBezTo>
                            <a:pt x="52409" y="341021"/>
                            <a:pt x="52123" y="340735"/>
                            <a:pt x="51932" y="340449"/>
                          </a:cubicBezTo>
                          <a:cubicBezTo>
                            <a:pt x="50027" y="338449"/>
                            <a:pt x="48122" y="336258"/>
                            <a:pt x="46503" y="333877"/>
                          </a:cubicBezTo>
                          <a:cubicBezTo>
                            <a:pt x="43455" y="329496"/>
                            <a:pt x="40979" y="324447"/>
                            <a:pt x="39169" y="318923"/>
                          </a:cubicBezTo>
                          <a:cubicBezTo>
                            <a:pt x="38502" y="317113"/>
                            <a:pt x="38026" y="315208"/>
                            <a:pt x="37550" y="313208"/>
                          </a:cubicBezTo>
                          <a:cubicBezTo>
                            <a:pt x="37454" y="312732"/>
                            <a:pt x="37359" y="312160"/>
                            <a:pt x="37264" y="311684"/>
                          </a:cubicBezTo>
                          <a:cubicBezTo>
                            <a:pt x="37074" y="310922"/>
                            <a:pt x="36883" y="310065"/>
                            <a:pt x="36788" y="309207"/>
                          </a:cubicBezTo>
                          <a:cubicBezTo>
                            <a:pt x="36692" y="308826"/>
                            <a:pt x="36597" y="308445"/>
                            <a:pt x="36597" y="308064"/>
                          </a:cubicBezTo>
                          <a:cubicBezTo>
                            <a:pt x="36502" y="307302"/>
                            <a:pt x="36312" y="306540"/>
                            <a:pt x="36216" y="305683"/>
                          </a:cubicBezTo>
                          <a:cubicBezTo>
                            <a:pt x="36121" y="305016"/>
                            <a:pt x="36026" y="304445"/>
                            <a:pt x="36026" y="303778"/>
                          </a:cubicBezTo>
                          <a:cubicBezTo>
                            <a:pt x="35930" y="303302"/>
                            <a:pt x="35930" y="302730"/>
                            <a:pt x="35835" y="302254"/>
                          </a:cubicBezTo>
                          <a:cubicBezTo>
                            <a:pt x="35835" y="301873"/>
                            <a:pt x="35740" y="301492"/>
                            <a:pt x="35645" y="301016"/>
                          </a:cubicBezTo>
                          <a:cubicBezTo>
                            <a:pt x="34692" y="290538"/>
                            <a:pt x="35549" y="279299"/>
                            <a:pt x="38026" y="267393"/>
                          </a:cubicBezTo>
                          <a:cubicBezTo>
                            <a:pt x="38312" y="265869"/>
                            <a:pt x="38693" y="264440"/>
                            <a:pt x="39074" y="262916"/>
                          </a:cubicBezTo>
                          <a:cubicBezTo>
                            <a:pt x="39169" y="262344"/>
                            <a:pt x="39264" y="261868"/>
                            <a:pt x="39455" y="261297"/>
                          </a:cubicBezTo>
                          <a:cubicBezTo>
                            <a:pt x="39455" y="261106"/>
                            <a:pt x="39550" y="261011"/>
                            <a:pt x="39550" y="260820"/>
                          </a:cubicBezTo>
                          <a:cubicBezTo>
                            <a:pt x="39550" y="257963"/>
                            <a:pt x="40312" y="255296"/>
                            <a:pt x="41074" y="252629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D108">
                            <a:alpha val="100000"/>
                          </a:srgbClr>
                        </a:gs>
                        <a:gs pos="50000">
                          <a:srgbClr val="F0A704">
                            <a:alpha val="100000"/>
                          </a:srgbClr>
                        </a:gs>
                        <a:gs pos="100000">
                          <a:srgbClr val="E27D00">
                            <a:alpha val="100000"/>
                          </a:srgbClr>
                        </a:gs>
                      </a:gsLst>
                      <a:lin ang="834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2" name="AutoShape 122"/>
                    <p:cNvSpPr/>
                    <p:nvPr/>
                  </p:nvSpPr>
                  <p:spPr>
                    <a:xfrm>
                      <a:off x="6760846" y="4124325"/>
                      <a:ext cx="333754" cy="3253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3754" h="325322">
                          <a:moveTo>
                            <a:pt x="12953" y="200882"/>
                          </a:moveTo>
                          <a:cubicBezTo>
                            <a:pt x="12667" y="201549"/>
                            <a:pt x="12381" y="202216"/>
                            <a:pt x="12095" y="202883"/>
                          </a:cubicBezTo>
                          <a:cubicBezTo>
                            <a:pt x="12000" y="203073"/>
                            <a:pt x="12000" y="203168"/>
                            <a:pt x="11905" y="203359"/>
                          </a:cubicBezTo>
                          <a:cubicBezTo>
                            <a:pt x="11619" y="204216"/>
                            <a:pt x="11333" y="204978"/>
                            <a:pt x="10952" y="205740"/>
                          </a:cubicBezTo>
                          <a:cubicBezTo>
                            <a:pt x="10381" y="207359"/>
                            <a:pt x="9714" y="208883"/>
                            <a:pt x="9238" y="210503"/>
                          </a:cubicBezTo>
                          <a:cubicBezTo>
                            <a:pt x="8952" y="211455"/>
                            <a:pt x="8571" y="212312"/>
                            <a:pt x="8285" y="213265"/>
                          </a:cubicBezTo>
                          <a:cubicBezTo>
                            <a:pt x="7904" y="214313"/>
                            <a:pt x="7619" y="215360"/>
                            <a:pt x="7237" y="216408"/>
                          </a:cubicBezTo>
                          <a:cubicBezTo>
                            <a:pt x="7142" y="216694"/>
                            <a:pt x="7047" y="216979"/>
                            <a:pt x="6952" y="217265"/>
                          </a:cubicBezTo>
                          <a:cubicBezTo>
                            <a:pt x="5999" y="220409"/>
                            <a:pt x="5047" y="223647"/>
                            <a:pt x="4285" y="226695"/>
                          </a:cubicBezTo>
                          <a:cubicBezTo>
                            <a:pt x="4285" y="226886"/>
                            <a:pt x="4190" y="226981"/>
                            <a:pt x="4190" y="227171"/>
                          </a:cubicBezTo>
                          <a:cubicBezTo>
                            <a:pt x="4094" y="227743"/>
                            <a:pt x="3904" y="228219"/>
                            <a:pt x="3808" y="228791"/>
                          </a:cubicBezTo>
                          <a:cubicBezTo>
                            <a:pt x="3428" y="230314"/>
                            <a:pt x="3046" y="231743"/>
                            <a:pt x="2761" y="233267"/>
                          </a:cubicBezTo>
                          <a:cubicBezTo>
                            <a:pt x="284" y="245174"/>
                            <a:pt x="-573" y="256508"/>
                            <a:pt x="379" y="266891"/>
                          </a:cubicBezTo>
                          <a:cubicBezTo>
                            <a:pt x="379" y="267271"/>
                            <a:pt x="475" y="267653"/>
                            <a:pt x="570" y="268129"/>
                          </a:cubicBezTo>
                          <a:cubicBezTo>
                            <a:pt x="665" y="268700"/>
                            <a:pt x="665" y="269176"/>
                            <a:pt x="761" y="269653"/>
                          </a:cubicBezTo>
                          <a:cubicBezTo>
                            <a:pt x="856" y="270320"/>
                            <a:pt x="951" y="270891"/>
                            <a:pt x="951" y="271558"/>
                          </a:cubicBezTo>
                          <a:cubicBezTo>
                            <a:pt x="1046" y="272320"/>
                            <a:pt x="1142" y="273082"/>
                            <a:pt x="1332" y="273939"/>
                          </a:cubicBezTo>
                          <a:cubicBezTo>
                            <a:pt x="1427" y="274320"/>
                            <a:pt x="1523" y="274701"/>
                            <a:pt x="1523" y="275082"/>
                          </a:cubicBezTo>
                          <a:cubicBezTo>
                            <a:pt x="1713" y="275939"/>
                            <a:pt x="1808" y="276701"/>
                            <a:pt x="1999" y="277559"/>
                          </a:cubicBezTo>
                          <a:cubicBezTo>
                            <a:pt x="2094" y="278035"/>
                            <a:pt x="2189" y="278606"/>
                            <a:pt x="2284" y="279083"/>
                          </a:cubicBezTo>
                          <a:cubicBezTo>
                            <a:pt x="2761" y="280988"/>
                            <a:pt x="3332" y="282892"/>
                            <a:pt x="3904" y="284797"/>
                          </a:cubicBezTo>
                          <a:cubicBezTo>
                            <a:pt x="5809" y="290322"/>
                            <a:pt x="8285" y="295370"/>
                            <a:pt x="11238" y="299752"/>
                          </a:cubicBezTo>
                          <a:cubicBezTo>
                            <a:pt x="12857" y="302133"/>
                            <a:pt x="14667" y="304324"/>
                            <a:pt x="16667" y="306324"/>
                          </a:cubicBezTo>
                          <a:cubicBezTo>
                            <a:pt x="16953" y="306610"/>
                            <a:pt x="17239" y="306896"/>
                            <a:pt x="17429" y="307181"/>
                          </a:cubicBezTo>
                          <a:cubicBezTo>
                            <a:pt x="17905" y="307658"/>
                            <a:pt x="18287" y="308038"/>
                            <a:pt x="18763" y="308515"/>
                          </a:cubicBezTo>
                          <a:cubicBezTo>
                            <a:pt x="19144" y="308896"/>
                            <a:pt x="19525" y="309182"/>
                            <a:pt x="19906" y="309563"/>
                          </a:cubicBezTo>
                          <a:cubicBezTo>
                            <a:pt x="20287" y="309943"/>
                            <a:pt x="20668" y="310229"/>
                            <a:pt x="21049" y="310610"/>
                          </a:cubicBezTo>
                          <a:cubicBezTo>
                            <a:pt x="21334" y="310801"/>
                            <a:pt x="21525" y="311087"/>
                            <a:pt x="21811" y="311277"/>
                          </a:cubicBezTo>
                          <a:cubicBezTo>
                            <a:pt x="23144" y="312325"/>
                            <a:pt x="24573" y="313372"/>
                            <a:pt x="26002" y="314325"/>
                          </a:cubicBezTo>
                          <a:cubicBezTo>
                            <a:pt x="26097" y="314420"/>
                            <a:pt x="26287" y="314516"/>
                            <a:pt x="26383" y="314611"/>
                          </a:cubicBezTo>
                          <a:cubicBezTo>
                            <a:pt x="26954" y="314992"/>
                            <a:pt x="27526" y="315278"/>
                            <a:pt x="28097" y="315659"/>
                          </a:cubicBezTo>
                          <a:cubicBezTo>
                            <a:pt x="28669" y="315944"/>
                            <a:pt x="29145" y="316325"/>
                            <a:pt x="29717" y="316611"/>
                          </a:cubicBezTo>
                          <a:cubicBezTo>
                            <a:pt x="30002" y="316801"/>
                            <a:pt x="30288" y="316992"/>
                            <a:pt x="30574" y="317087"/>
                          </a:cubicBezTo>
                          <a:cubicBezTo>
                            <a:pt x="30859" y="317183"/>
                            <a:pt x="31050" y="317278"/>
                            <a:pt x="31336" y="317468"/>
                          </a:cubicBezTo>
                          <a:cubicBezTo>
                            <a:pt x="34193" y="318897"/>
                            <a:pt x="37241" y="320230"/>
                            <a:pt x="40480" y="321278"/>
                          </a:cubicBezTo>
                          <a:cubicBezTo>
                            <a:pt x="42290" y="321850"/>
                            <a:pt x="44099" y="322421"/>
                            <a:pt x="45909" y="322802"/>
                          </a:cubicBezTo>
                          <a:cubicBezTo>
                            <a:pt x="84866" y="332422"/>
                            <a:pt x="143636" y="314420"/>
                            <a:pt x="202691" y="270129"/>
                          </a:cubicBezTo>
                          <a:cubicBezTo>
                            <a:pt x="267461" y="221742"/>
                            <a:pt x="315086" y="155067"/>
                            <a:pt x="329278" y="99346"/>
                          </a:cubicBezTo>
                          <a:cubicBezTo>
                            <a:pt x="329373" y="99155"/>
                            <a:pt x="329373" y="98870"/>
                            <a:pt x="329468" y="98679"/>
                          </a:cubicBezTo>
                          <a:cubicBezTo>
                            <a:pt x="329468" y="98584"/>
                            <a:pt x="329563" y="98393"/>
                            <a:pt x="329563" y="98298"/>
                          </a:cubicBezTo>
                          <a:cubicBezTo>
                            <a:pt x="329659" y="97726"/>
                            <a:pt x="329849" y="97155"/>
                            <a:pt x="329945" y="96583"/>
                          </a:cubicBezTo>
                          <a:cubicBezTo>
                            <a:pt x="330421" y="94488"/>
                            <a:pt x="330897" y="92392"/>
                            <a:pt x="331278" y="90297"/>
                          </a:cubicBezTo>
                          <a:cubicBezTo>
                            <a:pt x="331469" y="89345"/>
                            <a:pt x="331659" y="88297"/>
                            <a:pt x="331850" y="87344"/>
                          </a:cubicBezTo>
                          <a:cubicBezTo>
                            <a:pt x="332135" y="85820"/>
                            <a:pt x="332326" y="84201"/>
                            <a:pt x="332612" y="82677"/>
                          </a:cubicBezTo>
                          <a:cubicBezTo>
                            <a:pt x="332612" y="82677"/>
                            <a:pt x="332612" y="82677"/>
                            <a:pt x="332612" y="82677"/>
                          </a:cubicBezTo>
                          <a:cubicBezTo>
                            <a:pt x="332707" y="81629"/>
                            <a:pt x="332897" y="80582"/>
                            <a:pt x="332992" y="79629"/>
                          </a:cubicBezTo>
                          <a:cubicBezTo>
                            <a:pt x="333088" y="79153"/>
                            <a:pt x="333088" y="78676"/>
                            <a:pt x="333183" y="78105"/>
                          </a:cubicBezTo>
                          <a:cubicBezTo>
                            <a:pt x="333278" y="77438"/>
                            <a:pt x="333278" y="76676"/>
                            <a:pt x="333374" y="76009"/>
                          </a:cubicBezTo>
                          <a:cubicBezTo>
                            <a:pt x="333374" y="75533"/>
                            <a:pt x="333469" y="75057"/>
                            <a:pt x="333469" y="74676"/>
                          </a:cubicBezTo>
                          <a:cubicBezTo>
                            <a:pt x="333564" y="74009"/>
                            <a:pt x="333564" y="73342"/>
                            <a:pt x="333659" y="72676"/>
                          </a:cubicBezTo>
                          <a:cubicBezTo>
                            <a:pt x="333755" y="71628"/>
                            <a:pt x="333755" y="70485"/>
                            <a:pt x="333755" y="69437"/>
                          </a:cubicBezTo>
                          <a:cubicBezTo>
                            <a:pt x="333755" y="69056"/>
                            <a:pt x="333755" y="68675"/>
                            <a:pt x="333755" y="68199"/>
                          </a:cubicBezTo>
                          <a:cubicBezTo>
                            <a:pt x="333755" y="67437"/>
                            <a:pt x="333755" y="66770"/>
                            <a:pt x="333755" y="66008"/>
                          </a:cubicBezTo>
                          <a:cubicBezTo>
                            <a:pt x="333755" y="65056"/>
                            <a:pt x="333755" y="64103"/>
                            <a:pt x="333659" y="63151"/>
                          </a:cubicBezTo>
                          <a:cubicBezTo>
                            <a:pt x="333659" y="62770"/>
                            <a:pt x="333659" y="62389"/>
                            <a:pt x="333564" y="62008"/>
                          </a:cubicBezTo>
                          <a:cubicBezTo>
                            <a:pt x="333564" y="61627"/>
                            <a:pt x="333564" y="61341"/>
                            <a:pt x="333469" y="60960"/>
                          </a:cubicBezTo>
                          <a:cubicBezTo>
                            <a:pt x="333469" y="60865"/>
                            <a:pt x="333469" y="60674"/>
                            <a:pt x="333469" y="60579"/>
                          </a:cubicBezTo>
                          <a:lnTo>
                            <a:pt x="333469" y="60579"/>
                          </a:lnTo>
                          <a:lnTo>
                            <a:pt x="333469" y="60579"/>
                          </a:lnTo>
                          <a:cubicBezTo>
                            <a:pt x="333469" y="60293"/>
                            <a:pt x="333469" y="60008"/>
                            <a:pt x="333374" y="59722"/>
                          </a:cubicBezTo>
                          <a:cubicBezTo>
                            <a:pt x="333278" y="58864"/>
                            <a:pt x="333278" y="58007"/>
                            <a:pt x="333183" y="57150"/>
                          </a:cubicBezTo>
                          <a:cubicBezTo>
                            <a:pt x="333088" y="56007"/>
                            <a:pt x="332897" y="54864"/>
                            <a:pt x="332707" y="53721"/>
                          </a:cubicBezTo>
                          <a:cubicBezTo>
                            <a:pt x="332612" y="52959"/>
                            <a:pt x="332516" y="52197"/>
                            <a:pt x="332326" y="51340"/>
                          </a:cubicBezTo>
                          <a:cubicBezTo>
                            <a:pt x="332135" y="50101"/>
                            <a:pt x="331850" y="48958"/>
                            <a:pt x="331564" y="47720"/>
                          </a:cubicBezTo>
                          <a:cubicBezTo>
                            <a:pt x="331469" y="47244"/>
                            <a:pt x="331373" y="46672"/>
                            <a:pt x="331278" y="46196"/>
                          </a:cubicBezTo>
                          <a:cubicBezTo>
                            <a:pt x="330802" y="44291"/>
                            <a:pt x="330230" y="42386"/>
                            <a:pt x="329659" y="40481"/>
                          </a:cubicBezTo>
                          <a:cubicBezTo>
                            <a:pt x="324039" y="23813"/>
                            <a:pt x="312990" y="12287"/>
                            <a:pt x="297941" y="6001"/>
                          </a:cubicBezTo>
                          <a:cubicBezTo>
                            <a:pt x="297464" y="5810"/>
                            <a:pt x="297083" y="5715"/>
                            <a:pt x="296607" y="5525"/>
                          </a:cubicBezTo>
                          <a:cubicBezTo>
                            <a:pt x="295845" y="5239"/>
                            <a:pt x="294988" y="4858"/>
                            <a:pt x="294130" y="4572"/>
                          </a:cubicBezTo>
                          <a:cubicBezTo>
                            <a:pt x="293369" y="4286"/>
                            <a:pt x="292511" y="4000"/>
                            <a:pt x="291749" y="3715"/>
                          </a:cubicBezTo>
                          <a:cubicBezTo>
                            <a:pt x="290797" y="3429"/>
                            <a:pt x="289844" y="3143"/>
                            <a:pt x="288892" y="2858"/>
                          </a:cubicBezTo>
                          <a:cubicBezTo>
                            <a:pt x="288416" y="2762"/>
                            <a:pt x="287844" y="2572"/>
                            <a:pt x="287368" y="2381"/>
                          </a:cubicBezTo>
                          <a:cubicBezTo>
                            <a:pt x="285558" y="1905"/>
                            <a:pt x="283653" y="1524"/>
                            <a:pt x="281653" y="1238"/>
                          </a:cubicBezTo>
                          <a:cubicBezTo>
                            <a:pt x="277271" y="476"/>
                            <a:pt x="272604" y="95"/>
                            <a:pt x="267842" y="0"/>
                          </a:cubicBezTo>
                          <a:cubicBezTo>
                            <a:pt x="266984" y="0"/>
                            <a:pt x="266127" y="0"/>
                            <a:pt x="265270" y="0"/>
                          </a:cubicBezTo>
                          <a:cubicBezTo>
                            <a:pt x="264317" y="0"/>
                            <a:pt x="263365" y="0"/>
                            <a:pt x="262412" y="0"/>
                          </a:cubicBezTo>
                          <a:cubicBezTo>
                            <a:pt x="261174" y="0"/>
                            <a:pt x="260031" y="95"/>
                            <a:pt x="258793" y="191"/>
                          </a:cubicBezTo>
                          <a:cubicBezTo>
                            <a:pt x="258031" y="191"/>
                            <a:pt x="257269" y="286"/>
                            <a:pt x="256412" y="286"/>
                          </a:cubicBezTo>
                          <a:cubicBezTo>
                            <a:pt x="251935" y="571"/>
                            <a:pt x="247267" y="1238"/>
                            <a:pt x="242505" y="2000"/>
                          </a:cubicBezTo>
                          <a:cubicBezTo>
                            <a:pt x="242219" y="2096"/>
                            <a:pt x="241934" y="2096"/>
                            <a:pt x="241648" y="2191"/>
                          </a:cubicBezTo>
                          <a:cubicBezTo>
                            <a:pt x="240314" y="2476"/>
                            <a:pt x="238886" y="2667"/>
                            <a:pt x="237552" y="2953"/>
                          </a:cubicBezTo>
                          <a:cubicBezTo>
                            <a:pt x="236504" y="3143"/>
                            <a:pt x="235457" y="3334"/>
                            <a:pt x="234504" y="3620"/>
                          </a:cubicBezTo>
                          <a:cubicBezTo>
                            <a:pt x="232504" y="4096"/>
                            <a:pt x="230504" y="4572"/>
                            <a:pt x="228503" y="5048"/>
                          </a:cubicBezTo>
                          <a:cubicBezTo>
                            <a:pt x="228313" y="5048"/>
                            <a:pt x="228122" y="5143"/>
                            <a:pt x="228027" y="5143"/>
                          </a:cubicBezTo>
                          <a:cubicBezTo>
                            <a:pt x="213073" y="9049"/>
                            <a:pt x="197166" y="15240"/>
                            <a:pt x="180783" y="23527"/>
                          </a:cubicBezTo>
                          <a:cubicBezTo>
                            <a:pt x="175354" y="26289"/>
                            <a:pt x="169829" y="29337"/>
                            <a:pt x="164305" y="32575"/>
                          </a:cubicBezTo>
                          <a:cubicBezTo>
                            <a:pt x="163448" y="33052"/>
                            <a:pt x="162686" y="33623"/>
                            <a:pt x="161828" y="34100"/>
                          </a:cubicBezTo>
                          <a:cubicBezTo>
                            <a:pt x="160780" y="34671"/>
                            <a:pt x="159828" y="35338"/>
                            <a:pt x="158780" y="35909"/>
                          </a:cubicBezTo>
                          <a:cubicBezTo>
                            <a:pt x="158304" y="36195"/>
                            <a:pt x="157733" y="36481"/>
                            <a:pt x="157256" y="36862"/>
                          </a:cubicBezTo>
                          <a:cubicBezTo>
                            <a:pt x="156209" y="37529"/>
                            <a:pt x="155066" y="38195"/>
                            <a:pt x="153923" y="38957"/>
                          </a:cubicBezTo>
                          <a:cubicBezTo>
                            <a:pt x="153065" y="39529"/>
                            <a:pt x="152113" y="40100"/>
                            <a:pt x="151255" y="40672"/>
                          </a:cubicBezTo>
                          <a:cubicBezTo>
                            <a:pt x="150589" y="41148"/>
                            <a:pt x="149827" y="41529"/>
                            <a:pt x="149160" y="42005"/>
                          </a:cubicBezTo>
                          <a:cubicBezTo>
                            <a:pt x="148208" y="42672"/>
                            <a:pt x="147255" y="43243"/>
                            <a:pt x="146207" y="43910"/>
                          </a:cubicBezTo>
                          <a:cubicBezTo>
                            <a:pt x="141540" y="47054"/>
                            <a:pt x="136873" y="50292"/>
                            <a:pt x="132301" y="53721"/>
                          </a:cubicBezTo>
                          <a:cubicBezTo>
                            <a:pt x="131729" y="54102"/>
                            <a:pt x="131158" y="54483"/>
                            <a:pt x="130682" y="54959"/>
                          </a:cubicBezTo>
                          <a:cubicBezTo>
                            <a:pt x="130300" y="55245"/>
                            <a:pt x="129824" y="55626"/>
                            <a:pt x="129443" y="55912"/>
                          </a:cubicBezTo>
                          <a:cubicBezTo>
                            <a:pt x="127062" y="57721"/>
                            <a:pt x="124776" y="59436"/>
                            <a:pt x="122490" y="61246"/>
                          </a:cubicBezTo>
                          <a:cubicBezTo>
                            <a:pt x="122490" y="61246"/>
                            <a:pt x="122490" y="61246"/>
                            <a:pt x="122395" y="61246"/>
                          </a:cubicBezTo>
                          <a:cubicBezTo>
                            <a:pt x="122204" y="61341"/>
                            <a:pt x="122109" y="61436"/>
                            <a:pt x="122014" y="61627"/>
                          </a:cubicBezTo>
                          <a:cubicBezTo>
                            <a:pt x="119918" y="63341"/>
                            <a:pt x="117823" y="65056"/>
                            <a:pt x="115727" y="66770"/>
                          </a:cubicBezTo>
                          <a:cubicBezTo>
                            <a:pt x="115442" y="66961"/>
                            <a:pt x="115156" y="67246"/>
                            <a:pt x="114870" y="67437"/>
                          </a:cubicBezTo>
                          <a:cubicBezTo>
                            <a:pt x="114108" y="68104"/>
                            <a:pt x="113346" y="68771"/>
                            <a:pt x="112489" y="69437"/>
                          </a:cubicBezTo>
                          <a:cubicBezTo>
                            <a:pt x="111346" y="70390"/>
                            <a:pt x="110203" y="71342"/>
                            <a:pt x="109060" y="72390"/>
                          </a:cubicBezTo>
                          <a:cubicBezTo>
                            <a:pt x="108488" y="72866"/>
                            <a:pt x="107917" y="73342"/>
                            <a:pt x="107441" y="73819"/>
                          </a:cubicBezTo>
                          <a:cubicBezTo>
                            <a:pt x="106583" y="74581"/>
                            <a:pt x="105726" y="75343"/>
                            <a:pt x="104869" y="76105"/>
                          </a:cubicBezTo>
                          <a:cubicBezTo>
                            <a:pt x="104107" y="76771"/>
                            <a:pt x="103440" y="77343"/>
                            <a:pt x="102773" y="78010"/>
                          </a:cubicBezTo>
                          <a:cubicBezTo>
                            <a:pt x="101916" y="78772"/>
                            <a:pt x="100963" y="79629"/>
                            <a:pt x="100106" y="80391"/>
                          </a:cubicBezTo>
                          <a:cubicBezTo>
                            <a:pt x="99344" y="81153"/>
                            <a:pt x="98487" y="81820"/>
                            <a:pt x="97725" y="82582"/>
                          </a:cubicBezTo>
                          <a:cubicBezTo>
                            <a:pt x="97344" y="82963"/>
                            <a:pt x="96963" y="83344"/>
                            <a:pt x="96582" y="83629"/>
                          </a:cubicBezTo>
                          <a:cubicBezTo>
                            <a:pt x="95153" y="84963"/>
                            <a:pt x="93725" y="86296"/>
                            <a:pt x="92296" y="87725"/>
                          </a:cubicBezTo>
                          <a:cubicBezTo>
                            <a:pt x="91820" y="88201"/>
                            <a:pt x="91343" y="88583"/>
                            <a:pt x="90867" y="89059"/>
                          </a:cubicBezTo>
                          <a:cubicBezTo>
                            <a:pt x="90772" y="89154"/>
                            <a:pt x="90677" y="89249"/>
                            <a:pt x="90581" y="89345"/>
                          </a:cubicBezTo>
                          <a:cubicBezTo>
                            <a:pt x="88581" y="91250"/>
                            <a:pt x="86581" y="93250"/>
                            <a:pt x="84676" y="95250"/>
                          </a:cubicBezTo>
                          <a:cubicBezTo>
                            <a:pt x="84485" y="95441"/>
                            <a:pt x="84390" y="95536"/>
                            <a:pt x="84200" y="95726"/>
                          </a:cubicBezTo>
                          <a:cubicBezTo>
                            <a:pt x="83533" y="96393"/>
                            <a:pt x="82961" y="97060"/>
                            <a:pt x="82295" y="97726"/>
                          </a:cubicBezTo>
                          <a:cubicBezTo>
                            <a:pt x="81056" y="98965"/>
                            <a:pt x="79913" y="100203"/>
                            <a:pt x="78675" y="101537"/>
                          </a:cubicBezTo>
                          <a:cubicBezTo>
                            <a:pt x="78294" y="101917"/>
                            <a:pt x="78008" y="102203"/>
                            <a:pt x="77627" y="102584"/>
                          </a:cubicBezTo>
                          <a:cubicBezTo>
                            <a:pt x="76770" y="103537"/>
                            <a:pt x="75913" y="104489"/>
                            <a:pt x="75055" y="105442"/>
                          </a:cubicBezTo>
                          <a:cubicBezTo>
                            <a:pt x="74198" y="106299"/>
                            <a:pt x="73436" y="107251"/>
                            <a:pt x="72579" y="108109"/>
                          </a:cubicBezTo>
                          <a:cubicBezTo>
                            <a:pt x="72198" y="108585"/>
                            <a:pt x="71722" y="109061"/>
                            <a:pt x="71341" y="109538"/>
                          </a:cubicBezTo>
                          <a:cubicBezTo>
                            <a:pt x="70103" y="110871"/>
                            <a:pt x="68959" y="112204"/>
                            <a:pt x="67817" y="113538"/>
                          </a:cubicBezTo>
                          <a:cubicBezTo>
                            <a:pt x="67150" y="114300"/>
                            <a:pt x="66483" y="115157"/>
                            <a:pt x="65816" y="115919"/>
                          </a:cubicBezTo>
                          <a:cubicBezTo>
                            <a:pt x="65530" y="116300"/>
                            <a:pt x="65150" y="116681"/>
                            <a:pt x="64864" y="116967"/>
                          </a:cubicBezTo>
                          <a:cubicBezTo>
                            <a:pt x="62863" y="119348"/>
                            <a:pt x="60958" y="121634"/>
                            <a:pt x="59054" y="124016"/>
                          </a:cubicBezTo>
                          <a:cubicBezTo>
                            <a:pt x="58673" y="124492"/>
                            <a:pt x="58292" y="124968"/>
                            <a:pt x="57911" y="125444"/>
                          </a:cubicBezTo>
                          <a:cubicBezTo>
                            <a:pt x="57815" y="125539"/>
                            <a:pt x="57720" y="125635"/>
                            <a:pt x="57720" y="125730"/>
                          </a:cubicBezTo>
                          <a:cubicBezTo>
                            <a:pt x="55148" y="128873"/>
                            <a:pt x="52767" y="132112"/>
                            <a:pt x="50386" y="135255"/>
                          </a:cubicBezTo>
                          <a:cubicBezTo>
                            <a:pt x="49719" y="136112"/>
                            <a:pt x="49148" y="136970"/>
                            <a:pt x="48481" y="137827"/>
                          </a:cubicBezTo>
                          <a:cubicBezTo>
                            <a:pt x="47624" y="139065"/>
                            <a:pt x="46671" y="140303"/>
                            <a:pt x="45719" y="141542"/>
                          </a:cubicBezTo>
                          <a:cubicBezTo>
                            <a:pt x="44766" y="142875"/>
                            <a:pt x="43909" y="144113"/>
                            <a:pt x="43052" y="145447"/>
                          </a:cubicBezTo>
                          <a:cubicBezTo>
                            <a:pt x="42671" y="146018"/>
                            <a:pt x="42290" y="146590"/>
                            <a:pt x="41908" y="147066"/>
                          </a:cubicBezTo>
                          <a:cubicBezTo>
                            <a:pt x="41432" y="147733"/>
                            <a:pt x="40956" y="148495"/>
                            <a:pt x="40384" y="149162"/>
                          </a:cubicBezTo>
                          <a:cubicBezTo>
                            <a:pt x="40384" y="149257"/>
                            <a:pt x="40289" y="149257"/>
                            <a:pt x="40289" y="149352"/>
                          </a:cubicBezTo>
                          <a:cubicBezTo>
                            <a:pt x="40194" y="149447"/>
                            <a:pt x="40194" y="149542"/>
                            <a:pt x="40099" y="149638"/>
                          </a:cubicBezTo>
                          <a:cubicBezTo>
                            <a:pt x="39813" y="150114"/>
                            <a:pt x="39432" y="150590"/>
                            <a:pt x="39146" y="151067"/>
                          </a:cubicBezTo>
                          <a:cubicBezTo>
                            <a:pt x="37622" y="153353"/>
                            <a:pt x="36194" y="155543"/>
                            <a:pt x="34765" y="157829"/>
                          </a:cubicBezTo>
                          <a:cubicBezTo>
                            <a:pt x="34098" y="158782"/>
                            <a:pt x="33527" y="159829"/>
                            <a:pt x="32955" y="160782"/>
                          </a:cubicBezTo>
                          <a:cubicBezTo>
                            <a:pt x="32098" y="162116"/>
                            <a:pt x="31241" y="163544"/>
                            <a:pt x="30479" y="164878"/>
                          </a:cubicBezTo>
                          <a:cubicBezTo>
                            <a:pt x="30193" y="165354"/>
                            <a:pt x="30002" y="165735"/>
                            <a:pt x="29717" y="166211"/>
                          </a:cubicBezTo>
                          <a:cubicBezTo>
                            <a:pt x="29050" y="167354"/>
                            <a:pt x="28478" y="168402"/>
                            <a:pt x="27812" y="169545"/>
                          </a:cubicBezTo>
                          <a:cubicBezTo>
                            <a:pt x="26859" y="171259"/>
                            <a:pt x="25907" y="172879"/>
                            <a:pt x="24954" y="174593"/>
                          </a:cubicBezTo>
                          <a:cubicBezTo>
                            <a:pt x="24287" y="175736"/>
                            <a:pt x="23716" y="176879"/>
                            <a:pt x="23144" y="178022"/>
                          </a:cubicBezTo>
                          <a:cubicBezTo>
                            <a:pt x="22287" y="179642"/>
                            <a:pt x="21430" y="181356"/>
                            <a:pt x="20573" y="182975"/>
                          </a:cubicBezTo>
                          <a:cubicBezTo>
                            <a:pt x="20287" y="183642"/>
                            <a:pt x="19906" y="184309"/>
                            <a:pt x="19620" y="184880"/>
                          </a:cubicBezTo>
                          <a:cubicBezTo>
                            <a:pt x="19429" y="185357"/>
                            <a:pt x="19144" y="185833"/>
                            <a:pt x="18953" y="186309"/>
                          </a:cubicBezTo>
                          <a:cubicBezTo>
                            <a:pt x="18667" y="186976"/>
                            <a:pt x="18287" y="187547"/>
                            <a:pt x="18001" y="188214"/>
                          </a:cubicBezTo>
                          <a:cubicBezTo>
                            <a:pt x="16667" y="191071"/>
                            <a:pt x="15334" y="193929"/>
                            <a:pt x="14191" y="196787"/>
                          </a:cubicBezTo>
                          <a:cubicBezTo>
                            <a:pt x="14000" y="198311"/>
                            <a:pt x="13524" y="199549"/>
                            <a:pt x="12953" y="200882"/>
                          </a:cubicBezTo>
                          <a:close/>
                          <a:moveTo>
                            <a:pt x="166210" y="42577"/>
                          </a:moveTo>
                          <a:cubicBezTo>
                            <a:pt x="166496" y="42386"/>
                            <a:pt x="166781" y="42291"/>
                            <a:pt x="167067" y="42100"/>
                          </a:cubicBezTo>
                          <a:cubicBezTo>
                            <a:pt x="168020" y="41529"/>
                            <a:pt x="168972" y="40958"/>
                            <a:pt x="169925" y="40481"/>
                          </a:cubicBezTo>
                          <a:cubicBezTo>
                            <a:pt x="171067" y="39814"/>
                            <a:pt x="172306" y="39148"/>
                            <a:pt x="173449" y="38481"/>
                          </a:cubicBezTo>
                          <a:cubicBezTo>
                            <a:pt x="173734" y="38291"/>
                            <a:pt x="174116" y="38100"/>
                            <a:pt x="174401" y="38005"/>
                          </a:cubicBezTo>
                          <a:cubicBezTo>
                            <a:pt x="175259" y="37529"/>
                            <a:pt x="176211" y="37052"/>
                            <a:pt x="177068" y="36576"/>
                          </a:cubicBezTo>
                          <a:cubicBezTo>
                            <a:pt x="178402" y="35909"/>
                            <a:pt x="179735" y="35147"/>
                            <a:pt x="181069" y="34480"/>
                          </a:cubicBezTo>
                          <a:cubicBezTo>
                            <a:pt x="181069" y="34480"/>
                            <a:pt x="181069" y="34480"/>
                            <a:pt x="181069" y="34480"/>
                          </a:cubicBezTo>
                          <a:cubicBezTo>
                            <a:pt x="185165" y="32385"/>
                            <a:pt x="189260" y="30480"/>
                            <a:pt x="193261" y="28766"/>
                          </a:cubicBezTo>
                          <a:cubicBezTo>
                            <a:pt x="194785" y="28099"/>
                            <a:pt x="196404" y="27432"/>
                            <a:pt x="197928" y="26765"/>
                          </a:cubicBezTo>
                          <a:cubicBezTo>
                            <a:pt x="198500" y="26479"/>
                            <a:pt x="199166" y="26289"/>
                            <a:pt x="199738" y="26003"/>
                          </a:cubicBezTo>
                          <a:cubicBezTo>
                            <a:pt x="200024" y="25908"/>
                            <a:pt x="200309" y="25717"/>
                            <a:pt x="200595" y="25622"/>
                          </a:cubicBezTo>
                          <a:cubicBezTo>
                            <a:pt x="203834" y="24289"/>
                            <a:pt x="207072" y="23146"/>
                            <a:pt x="210215" y="22003"/>
                          </a:cubicBezTo>
                          <a:cubicBezTo>
                            <a:pt x="210311" y="22003"/>
                            <a:pt x="210406" y="21908"/>
                            <a:pt x="210501" y="21908"/>
                          </a:cubicBezTo>
                          <a:cubicBezTo>
                            <a:pt x="211739" y="21431"/>
                            <a:pt x="213073" y="21050"/>
                            <a:pt x="214311" y="20669"/>
                          </a:cubicBezTo>
                          <a:cubicBezTo>
                            <a:pt x="215263" y="20383"/>
                            <a:pt x="216216" y="20098"/>
                            <a:pt x="217073" y="19812"/>
                          </a:cubicBezTo>
                          <a:cubicBezTo>
                            <a:pt x="219169" y="19145"/>
                            <a:pt x="221264" y="18574"/>
                            <a:pt x="223265" y="18002"/>
                          </a:cubicBezTo>
                          <a:cubicBezTo>
                            <a:pt x="223265" y="18002"/>
                            <a:pt x="223265" y="18002"/>
                            <a:pt x="223265" y="18002"/>
                          </a:cubicBezTo>
                          <a:cubicBezTo>
                            <a:pt x="223360" y="18002"/>
                            <a:pt x="223550" y="17907"/>
                            <a:pt x="223646" y="17907"/>
                          </a:cubicBezTo>
                          <a:cubicBezTo>
                            <a:pt x="225360" y="17431"/>
                            <a:pt x="227170" y="17050"/>
                            <a:pt x="228884" y="16669"/>
                          </a:cubicBezTo>
                          <a:cubicBezTo>
                            <a:pt x="229265" y="16574"/>
                            <a:pt x="229742" y="16478"/>
                            <a:pt x="230123" y="16383"/>
                          </a:cubicBezTo>
                          <a:cubicBezTo>
                            <a:pt x="230789" y="16192"/>
                            <a:pt x="231456" y="16097"/>
                            <a:pt x="232218" y="16002"/>
                          </a:cubicBezTo>
                          <a:cubicBezTo>
                            <a:pt x="233647" y="15716"/>
                            <a:pt x="235075" y="15430"/>
                            <a:pt x="236504" y="15145"/>
                          </a:cubicBezTo>
                          <a:cubicBezTo>
                            <a:pt x="236790" y="15050"/>
                            <a:pt x="237171" y="15050"/>
                            <a:pt x="237457" y="14954"/>
                          </a:cubicBezTo>
                          <a:cubicBezTo>
                            <a:pt x="238028" y="14859"/>
                            <a:pt x="238504" y="14764"/>
                            <a:pt x="238981" y="14764"/>
                          </a:cubicBezTo>
                          <a:cubicBezTo>
                            <a:pt x="240219" y="14573"/>
                            <a:pt x="241553" y="14383"/>
                            <a:pt x="242791" y="14192"/>
                          </a:cubicBezTo>
                          <a:cubicBezTo>
                            <a:pt x="243648" y="14097"/>
                            <a:pt x="244600" y="14002"/>
                            <a:pt x="245458" y="13907"/>
                          </a:cubicBezTo>
                          <a:cubicBezTo>
                            <a:pt x="246601" y="13811"/>
                            <a:pt x="247839" y="13621"/>
                            <a:pt x="248982" y="13525"/>
                          </a:cubicBezTo>
                          <a:cubicBezTo>
                            <a:pt x="249839" y="13430"/>
                            <a:pt x="250792" y="13430"/>
                            <a:pt x="251649" y="13335"/>
                          </a:cubicBezTo>
                          <a:cubicBezTo>
                            <a:pt x="252792" y="13240"/>
                            <a:pt x="253840" y="13240"/>
                            <a:pt x="254983" y="13145"/>
                          </a:cubicBezTo>
                          <a:cubicBezTo>
                            <a:pt x="255840" y="13145"/>
                            <a:pt x="256792" y="13145"/>
                            <a:pt x="257650" y="13145"/>
                          </a:cubicBezTo>
                          <a:cubicBezTo>
                            <a:pt x="258698" y="13145"/>
                            <a:pt x="259745" y="13145"/>
                            <a:pt x="260793" y="13145"/>
                          </a:cubicBezTo>
                          <a:cubicBezTo>
                            <a:pt x="261650" y="13145"/>
                            <a:pt x="262508" y="13240"/>
                            <a:pt x="263365" y="13240"/>
                          </a:cubicBezTo>
                          <a:cubicBezTo>
                            <a:pt x="264413" y="13335"/>
                            <a:pt x="265365" y="13335"/>
                            <a:pt x="266413" y="13430"/>
                          </a:cubicBezTo>
                          <a:cubicBezTo>
                            <a:pt x="267270" y="13525"/>
                            <a:pt x="268127" y="13621"/>
                            <a:pt x="268889" y="13716"/>
                          </a:cubicBezTo>
                          <a:cubicBezTo>
                            <a:pt x="269842" y="13811"/>
                            <a:pt x="270794" y="14002"/>
                            <a:pt x="271747" y="14097"/>
                          </a:cubicBezTo>
                          <a:cubicBezTo>
                            <a:pt x="272604" y="14192"/>
                            <a:pt x="273366" y="14383"/>
                            <a:pt x="274223" y="14573"/>
                          </a:cubicBezTo>
                          <a:cubicBezTo>
                            <a:pt x="275176" y="14764"/>
                            <a:pt x="276033" y="14954"/>
                            <a:pt x="276986" y="15145"/>
                          </a:cubicBezTo>
                          <a:cubicBezTo>
                            <a:pt x="277748" y="15335"/>
                            <a:pt x="278509" y="15526"/>
                            <a:pt x="279271" y="15716"/>
                          </a:cubicBezTo>
                          <a:cubicBezTo>
                            <a:pt x="280129" y="15907"/>
                            <a:pt x="280986" y="16192"/>
                            <a:pt x="281843" y="16478"/>
                          </a:cubicBezTo>
                          <a:cubicBezTo>
                            <a:pt x="282605" y="16669"/>
                            <a:pt x="283367" y="16954"/>
                            <a:pt x="284034" y="17240"/>
                          </a:cubicBezTo>
                          <a:cubicBezTo>
                            <a:pt x="284891" y="17526"/>
                            <a:pt x="285653" y="17812"/>
                            <a:pt x="286511" y="18193"/>
                          </a:cubicBezTo>
                          <a:cubicBezTo>
                            <a:pt x="287273" y="18479"/>
                            <a:pt x="287939" y="18764"/>
                            <a:pt x="288606" y="19145"/>
                          </a:cubicBezTo>
                          <a:cubicBezTo>
                            <a:pt x="289368" y="19526"/>
                            <a:pt x="290130" y="19907"/>
                            <a:pt x="290892" y="20288"/>
                          </a:cubicBezTo>
                          <a:cubicBezTo>
                            <a:pt x="291559" y="20669"/>
                            <a:pt x="292225" y="20955"/>
                            <a:pt x="292892" y="21336"/>
                          </a:cubicBezTo>
                          <a:cubicBezTo>
                            <a:pt x="293654" y="21717"/>
                            <a:pt x="294321" y="22193"/>
                            <a:pt x="295083" y="22670"/>
                          </a:cubicBezTo>
                          <a:cubicBezTo>
                            <a:pt x="295750" y="23050"/>
                            <a:pt x="296321" y="23432"/>
                            <a:pt x="296988" y="23908"/>
                          </a:cubicBezTo>
                          <a:cubicBezTo>
                            <a:pt x="297655" y="24384"/>
                            <a:pt x="298321" y="24860"/>
                            <a:pt x="298988" y="25337"/>
                          </a:cubicBezTo>
                          <a:cubicBezTo>
                            <a:pt x="299560" y="25813"/>
                            <a:pt x="300131" y="26194"/>
                            <a:pt x="300703" y="26670"/>
                          </a:cubicBezTo>
                          <a:cubicBezTo>
                            <a:pt x="301370" y="27242"/>
                            <a:pt x="301941" y="27718"/>
                            <a:pt x="302608" y="28289"/>
                          </a:cubicBezTo>
                          <a:cubicBezTo>
                            <a:pt x="303179" y="28766"/>
                            <a:pt x="303655" y="29337"/>
                            <a:pt x="304227" y="29813"/>
                          </a:cubicBezTo>
                          <a:cubicBezTo>
                            <a:pt x="304799" y="30385"/>
                            <a:pt x="305370" y="31051"/>
                            <a:pt x="305942" y="31718"/>
                          </a:cubicBezTo>
                          <a:cubicBezTo>
                            <a:pt x="306418" y="32290"/>
                            <a:pt x="306894" y="32861"/>
                            <a:pt x="307370" y="33433"/>
                          </a:cubicBezTo>
                          <a:cubicBezTo>
                            <a:pt x="307942" y="34100"/>
                            <a:pt x="308513" y="34862"/>
                            <a:pt x="308990" y="35528"/>
                          </a:cubicBezTo>
                          <a:cubicBezTo>
                            <a:pt x="309371" y="36100"/>
                            <a:pt x="309752" y="36576"/>
                            <a:pt x="310133" y="37147"/>
                          </a:cubicBezTo>
                          <a:cubicBezTo>
                            <a:pt x="310799" y="38100"/>
                            <a:pt x="311371" y="39053"/>
                            <a:pt x="311942" y="40005"/>
                          </a:cubicBezTo>
                          <a:cubicBezTo>
                            <a:pt x="312133" y="40386"/>
                            <a:pt x="312419" y="40767"/>
                            <a:pt x="312609" y="41148"/>
                          </a:cubicBezTo>
                          <a:cubicBezTo>
                            <a:pt x="313276" y="42386"/>
                            <a:pt x="313847" y="43625"/>
                            <a:pt x="314419" y="44863"/>
                          </a:cubicBezTo>
                          <a:cubicBezTo>
                            <a:pt x="314514" y="45053"/>
                            <a:pt x="314609" y="45244"/>
                            <a:pt x="314705" y="45434"/>
                          </a:cubicBezTo>
                          <a:cubicBezTo>
                            <a:pt x="315371" y="46958"/>
                            <a:pt x="315943" y="48578"/>
                            <a:pt x="316514" y="50197"/>
                          </a:cubicBezTo>
                          <a:cubicBezTo>
                            <a:pt x="316514" y="50197"/>
                            <a:pt x="316514" y="50197"/>
                            <a:pt x="316514" y="50197"/>
                          </a:cubicBezTo>
                          <a:cubicBezTo>
                            <a:pt x="316514" y="50197"/>
                            <a:pt x="316514" y="50197"/>
                            <a:pt x="316514" y="50197"/>
                          </a:cubicBezTo>
                          <a:cubicBezTo>
                            <a:pt x="316705" y="50863"/>
                            <a:pt x="316895" y="51530"/>
                            <a:pt x="317086" y="52292"/>
                          </a:cubicBezTo>
                          <a:cubicBezTo>
                            <a:pt x="317371" y="53150"/>
                            <a:pt x="317657" y="54102"/>
                            <a:pt x="317848" y="54959"/>
                          </a:cubicBezTo>
                          <a:cubicBezTo>
                            <a:pt x="318038" y="55531"/>
                            <a:pt x="318134" y="56197"/>
                            <a:pt x="318229" y="56769"/>
                          </a:cubicBezTo>
                          <a:cubicBezTo>
                            <a:pt x="318515" y="57817"/>
                            <a:pt x="318705" y="58960"/>
                            <a:pt x="318896" y="60008"/>
                          </a:cubicBezTo>
                          <a:cubicBezTo>
                            <a:pt x="318991" y="60770"/>
                            <a:pt x="319086" y="61436"/>
                            <a:pt x="319181" y="62198"/>
                          </a:cubicBezTo>
                          <a:cubicBezTo>
                            <a:pt x="319372" y="63246"/>
                            <a:pt x="319467" y="64294"/>
                            <a:pt x="319562" y="65342"/>
                          </a:cubicBezTo>
                          <a:cubicBezTo>
                            <a:pt x="319658" y="66104"/>
                            <a:pt x="319753" y="66866"/>
                            <a:pt x="319753" y="67723"/>
                          </a:cubicBezTo>
                          <a:cubicBezTo>
                            <a:pt x="319848" y="68771"/>
                            <a:pt x="319848" y="69818"/>
                            <a:pt x="319943" y="70866"/>
                          </a:cubicBezTo>
                          <a:cubicBezTo>
                            <a:pt x="319943" y="71723"/>
                            <a:pt x="320038" y="72580"/>
                            <a:pt x="320038" y="73438"/>
                          </a:cubicBezTo>
                          <a:cubicBezTo>
                            <a:pt x="320038" y="74486"/>
                            <a:pt x="320038" y="75533"/>
                            <a:pt x="320038" y="76581"/>
                          </a:cubicBezTo>
                          <a:cubicBezTo>
                            <a:pt x="320038" y="77533"/>
                            <a:pt x="319943" y="78581"/>
                            <a:pt x="319943" y="79534"/>
                          </a:cubicBezTo>
                          <a:cubicBezTo>
                            <a:pt x="319848" y="80582"/>
                            <a:pt x="319848" y="81534"/>
                            <a:pt x="319753" y="82582"/>
                          </a:cubicBezTo>
                          <a:cubicBezTo>
                            <a:pt x="319658" y="83725"/>
                            <a:pt x="319562" y="84772"/>
                            <a:pt x="319467" y="85916"/>
                          </a:cubicBezTo>
                          <a:cubicBezTo>
                            <a:pt x="319372" y="86868"/>
                            <a:pt x="319277" y="87821"/>
                            <a:pt x="319086" y="88773"/>
                          </a:cubicBezTo>
                          <a:cubicBezTo>
                            <a:pt x="318896" y="90202"/>
                            <a:pt x="318705" y="91630"/>
                            <a:pt x="318419" y="93059"/>
                          </a:cubicBezTo>
                          <a:cubicBezTo>
                            <a:pt x="318229" y="93917"/>
                            <a:pt x="318134" y="94869"/>
                            <a:pt x="317943" y="95726"/>
                          </a:cubicBezTo>
                          <a:cubicBezTo>
                            <a:pt x="317562" y="97631"/>
                            <a:pt x="317181" y="99536"/>
                            <a:pt x="316705" y="101537"/>
                          </a:cubicBezTo>
                          <a:cubicBezTo>
                            <a:pt x="316514" y="102203"/>
                            <a:pt x="316419" y="102775"/>
                            <a:pt x="316229" y="103442"/>
                          </a:cubicBezTo>
                          <a:cubicBezTo>
                            <a:pt x="315467" y="106299"/>
                            <a:pt x="314705" y="109252"/>
                            <a:pt x="313752" y="112109"/>
                          </a:cubicBezTo>
                          <a:cubicBezTo>
                            <a:pt x="313371" y="113252"/>
                            <a:pt x="312990" y="114491"/>
                            <a:pt x="312609" y="115729"/>
                          </a:cubicBezTo>
                          <a:cubicBezTo>
                            <a:pt x="312323" y="116586"/>
                            <a:pt x="312038" y="117443"/>
                            <a:pt x="311752" y="118300"/>
                          </a:cubicBezTo>
                          <a:cubicBezTo>
                            <a:pt x="311275" y="119729"/>
                            <a:pt x="310704" y="121158"/>
                            <a:pt x="310133" y="122587"/>
                          </a:cubicBezTo>
                          <a:cubicBezTo>
                            <a:pt x="309847" y="123349"/>
                            <a:pt x="309561" y="124111"/>
                            <a:pt x="309275" y="124873"/>
                          </a:cubicBezTo>
                          <a:cubicBezTo>
                            <a:pt x="308990" y="125635"/>
                            <a:pt x="308704" y="126301"/>
                            <a:pt x="308418" y="127063"/>
                          </a:cubicBezTo>
                          <a:cubicBezTo>
                            <a:pt x="307656" y="128873"/>
                            <a:pt x="306894" y="130683"/>
                            <a:pt x="306132" y="132588"/>
                          </a:cubicBezTo>
                          <a:cubicBezTo>
                            <a:pt x="305751" y="133541"/>
                            <a:pt x="305275" y="134493"/>
                            <a:pt x="304894" y="135446"/>
                          </a:cubicBezTo>
                          <a:cubicBezTo>
                            <a:pt x="304132" y="137065"/>
                            <a:pt x="303370" y="138684"/>
                            <a:pt x="302608" y="140303"/>
                          </a:cubicBezTo>
                          <a:cubicBezTo>
                            <a:pt x="302132" y="141351"/>
                            <a:pt x="301560" y="142399"/>
                            <a:pt x="301084" y="143351"/>
                          </a:cubicBezTo>
                          <a:cubicBezTo>
                            <a:pt x="300322" y="144875"/>
                            <a:pt x="299560" y="146399"/>
                            <a:pt x="298703" y="147923"/>
                          </a:cubicBezTo>
                          <a:cubicBezTo>
                            <a:pt x="298131" y="148971"/>
                            <a:pt x="297559" y="150019"/>
                            <a:pt x="297083" y="151067"/>
                          </a:cubicBezTo>
                          <a:cubicBezTo>
                            <a:pt x="296226" y="152591"/>
                            <a:pt x="295369" y="154210"/>
                            <a:pt x="294416" y="155734"/>
                          </a:cubicBezTo>
                          <a:cubicBezTo>
                            <a:pt x="293845" y="156686"/>
                            <a:pt x="293273" y="157734"/>
                            <a:pt x="292702" y="158687"/>
                          </a:cubicBezTo>
                          <a:cubicBezTo>
                            <a:pt x="291749" y="160401"/>
                            <a:pt x="290702" y="162020"/>
                            <a:pt x="289654" y="163735"/>
                          </a:cubicBezTo>
                          <a:cubicBezTo>
                            <a:pt x="289082" y="164592"/>
                            <a:pt x="288606" y="165449"/>
                            <a:pt x="288034" y="166402"/>
                          </a:cubicBezTo>
                          <a:cubicBezTo>
                            <a:pt x="286701" y="168592"/>
                            <a:pt x="285272" y="170783"/>
                            <a:pt x="283844" y="172974"/>
                          </a:cubicBezTo>
                          <a:cubicBezTo>
                            <a:pt x="283558" y="173355"/>
                            <a:pt x="283272" y="173831"/>
                            <a:pt x="283082" y="174212"/>
                          </a:cubicBezTo>
                          <a:cubicBezTo>
                            <a:pt x="283082" y="174308"/>
                            <a:pt x="282986" y="174308"/>
                            <a:pt x="282986" y="174403"/>
                          </a:cubicBezTo>
                          <a:cubicBezTo>
                            <a:pt x="282224" y="175546"/>
                            <a:pt x="281367" y="176689"/>
                            <a:pt x="280605" y="177832"/>
                          </a:cubicBezTo>
                          <a:cubicBezTo>
                            <a:pt x="278986" y="180213"/>
                            <a:pt x="277271" y="182499"/>
                            <a:pt x="275652" y="184880"/>
                          </a:cubicBezTo>
                          <a:cubicBezTo>
                            <a:pt x="275080" y="185642"/>
                            <a:pt x="274509" y="186404"/>
                            <a:pt x="273938" y="187262"/>
                          </a:cubicBezTo>
                          <a:cubicBezTo>
                            <a:pt x="271747" y="190214"/>
                            <a:pt x="269461" y="193167"/>
                            <a:pt x="267175" y="196025"/>
                          </a:cubicBezTo>
                          <a:cubicBezTo>
                            <a:pt x="266794" y="196501"/>
                            <a:pt x="266317" y="196977"/>
                            <a:pt x="265937" y="197549"/>
                          </a:cubicBezTo>
                          <a:cubicBezTo>
                            <a:pt x="264127" y="199739"/>
                            <a:pt x="262317" y="201930"/>
                            <a:pt x="260507" y="204121"/>
                          </a:cubicBezTo>
                          <a:cubicBezTo>
                            <a:pt x="259650" y="205168"/>
                            <a:pt x="258698" y="206216"/>
                            <a:pt x="257745" y="207264"/>
                          </a:cubicBezTo>
                          <a:cubicBezTo>
                            <a:pt x="256697" y="208502"/>
                            <a:pt x="255554" y="209741"/>
                            <a:pt x="254507" y="210979"/>
                          </a:cubicBezTo>
                          <a:cubicBezTo>
                            <a:pt x="253363" y="212217"/>
                            <a:pt x="252316" y="213455"/>
                            <a:pt x="251173" y="214693"/>
                          </a:cubicBezTo>
                          <a:cubicBezTo>
                            <a:pt x="250316" y="215551"/>
                            <a:pt x="249554" y="216503"/>
                            <a:pt x="248696" y="217361"/>
                          </a:cubicBezTo>
                          <a:cubicBezTo>
                            <a:pt x="247267" y="218884"/>
                            <a:pt x="245934" y="220313"/>
                            <a:pt x="244505" y="221742"/>
                          </a:cubicBezTo>
                          <a:cubicBezTo>
                            <a:pt x="243934" y="222313"/>
                            <a:pt x="243362" y="222980"/>
                            <a:pt x="242791" y="223552"/>
                          </a:cubicBezTo>
                          <a:cubicBezTo>
                            <a:pt x="240791" y="225552"/>
                            <a:pt x="238790" y="227647"/>
                            <a:pt x="236695" y="229648"/>
                          </a:cubicBezTo>
                          <a:cubicBezTo>
                            <a:pt x="236219" y="230124"/>
                            <a:pt x="235838" y="230505"/>
                            <a:pt x="235361" y="230886"/>
                          </a:cubicBezTo>
                          <a:cubicBezTo>
                            <a:pt x="233742" y="232505"/>
                            <a:pt x="232028" y="234029"/>
                            <a:pt x="230408" y="235649"/>
                          </a:cubicBezTo>
                          <a:cubicBezTo>
                            <a:pt x="229646" y="236315"/>
                            <a:pt x="228979" y="236982"/>
                            <a:pt x="228217" y="237649"/>
                          </a:cubicBezTo>
                          <a:cubicBezTo>
                            <a:pt x="226789" y="238982"/>
                            <a:pt x="225360" y="240316"/>
                            <a:pt x="223836" y="241554"/>
                          </a:cubicBezTo>
                          <a:cubicBezTo>
                            <a:pt x="223074" y="242221"/>
                            <a:pt x="222217" y="242983"/>
                            <a:pt x="221455" y="243650"/>
                          </a:cubicBezTo>
                          <a:cubicBezTo>
                            <a:pt x="219931" y="244983"/>
                            <a:pt x="218407" y="246317"/>
                            <a:pt x="216788" y="247650"/>
                          </a:cubicBezTo>
                          <a:cubicBezTo>
                            <a:pt x="216025" y="248221"/>
                            <a:pt x="215359" y="248888"/>
                            <a:pt x="214597" y="249460"/>
                          </a:cubicBezTo>
                          <a:cubicBezTo>
                            <a:pt x="212501" y="251270"/>
                            <a:pt x="210311" y="252984"/>
                            <a:pt x="208120" y="254699"/>
                          </a:cubicBezTo>
                          <a:cubicBezTo>
                            <a:pt x="207929" y="254794"/>
                            <a:pt x="207834" y="254984"/>
                            <a:pt x="207644" y="255079"/>
                          </a:cubicBezTo>
                          <a:cubicBezTo>
                            <a:pt x="205167" y="257080"/>
                            <a:pt x="202595" y="258985"/>
                            <a:pt x="200024" y="260890"/>
                          </a:cubicBezTo>
                          <a:cubicBezTo>
                            <a:pt x="200024" y="260890"/>
                            <a:pt x="200024" y="260890"/>
                            <a:pt x="200024" y="260890"/>
                          </a:cubicBezTo>
                          <a:cubicBezTo>
                            <a:pt x="200024" y="260890"/>
                            <a:pt x="200024" y="260890"/>
                            <a:pt x="200024" y="260890"/>
                          </a:cubicBezTo>
                          <a:cubicBezTo>
                            <a:pt x="197642" y="262700"/>
                            <a:pt x="195261" y="264414"/>
                            <a:pt x="192784" y="266129"/>
                          </a:cubicBezTo>
                          <a:cubicBezTo>
                            <a:pt x="192023" y="266700"/>
                            <a:pt x="191261" y="267176"/>
                            <a:pt x="190499" y="267748"/>
                          </a:cubicBezTo>
                          <a:cubicBezTo>
                            <a:pt x="188879" y="268891"/>
                            <a:pt x="187165" y="270034"/>
                            <a:pt x="185546" y="271177"/>
                          </a:cubicBezTo>
                          <a:cubicBezTo>
                            <a:pt x="184688" y="271748"/>
                            <a:pt x="183831" y="272320"/>
                            <a:pt x="183069" y="272796"/>
                          </a:cubicBezTo>
                          <a:cubicBezTo>
                            <a:pt x="181450" y="273844"/>
                            <a:pt x="179926" y="274892"/>
                            <a:pt x="178307" y="275844"/>
                          </a:cubicBezTo>
                          <a:cubicBezTo>
                            <a:pt x="177449" y="276416"/>
                            <a:pt x="176592" y="276987"/>
                            <a:pt x="175735" y="277463"/>
                          </a:cubicBezTo>
                          <a:cubicBezTo>
                            <a:pt x="174116" y="278416"/>
                            <a:pt x="172592" y="279368"/>
                            <a:pt x="170972" y="280321"/>
                          </a:cubicBezTo>
                          <a:cubicBezTo>
                            <a:pt x="170115" y="280892"/>
                            <a:pt x="169163" y="281368"/>
                            <a:pt x="168305" y="281940"/>
                          </a:cubicBezTo>
                          <a:cubicBezTo>
                            <a:pt x="166686" y="282892"/>
                            <a:pt x="165067" y="283845"/>
                            <a:pt x="163448" y="284702"/>
                          </a:cubicBezTo>
                          <a:cubicBezTo>
                            <a:pt x="162686" y="285083"/>
                            <a:pt x="161924" y="285559"/>
                            <a:pt x="161162" y="285941"/>
                          </a:cubicBezTo>
                          <a:cubicBezTo>
                            <a:pt x="158780" y="287179"/>
                            <a:pt x="156494" y="288512"/>
                            <a:pt x="154113" y="289655"/>
                          </a:cubicBezTo>
                          <a:cubicBezTo>
                            <a:pt x="153923" y="289750"/>
                            <a:pt x="153637" y="289846"/>
                            <a:pt x="153446" y="289941"/>
                          </a:cubicBezTo>
                          <a:cubicBezTo>
                            <a:pt x="151351" y="290989"/>
                            <a:pt x="149160" y="292037"/>
                            <a:pt x="147065" y="293084"/>
                          </a:cubicBezTo>
                          <a:cubicBezTo>
                            <a:pt x="146303" y="293465"/>
                            <a:pt x="145541" y="293751"/>
                            <a:pt x="144874" y="294132"/>
                          </a:cubicBezTo>
                          <a:cubicBezTo>
                            <a:pt x="143254" y="294894"/>
                            <a:pt x="141730" y="295561"/>
                            <a:pt x="140111" y="296228"/>
                          </a:cubicBezTo>
                          <a:cubicBezTo>
                            <a:pt x="140016" y="296228"/>
                            <a:pt x="139921" y="296323"/>
                            <a:pt x="139825" y="296323"/>
                          </a:cubicBezTo>
                          <a:cubicBezTo>
                            <a:pt x="138968" y="296704"/>
                            <a:pt x="138206" y="296989"/>
                            <a:pt x="137349" y="297371"/>
                          </a:cubicBezTo>
                          <a:cubicBezTo>
                            <a:pt x="135920" y="297942"/>
                            <a:pt x="134587" y="298513"/>
                            <a:pt x="133158" y="299085"/>
                          </a:cubicBezTo>
                          <a:cubicBezTo>
                            <a:pt x="132301" y="299466"/>
                            <a:pt x="131348" y="299752"/>
                            <a:pt x="130491" y="300133"/>
                          </a:cubicBezTo>
                          <a:cubicBezTo>
                            <a:pt x="129158" y="300609"/>
                            <a:pt x="127919" y="301085"/>
                            <a:pt x="126681" y="301562"/>
                          </a:cubicBezTo>
                          <a:cubicBezTo>
                            <a:pt x="124776" y="302228"/>
                            <a:pt x="122871" y="302895"/>
                            <a:pt x="120966" y="303562"/>
                          </a:cubicBezTo>
                          <a:cubicBezTo>
                            <a:pt x="120395" y="303752"/>
                            <a:pt x="119823" y="303943"/>
                            <a:pt x="119252" y="304133"/>
                          </a:cubicBezTo>
                          <a:cubicBezTo>
                            <a:pt x="118680" y="304324"/>
                            <a:pt x="118013" y="304514"/>
                            <a:pt x="117442" y="304705"/>
                          </a:cubicBezTo>
                          <a:cubicBezTo>
                            <a:pt x="115156" y="305371"/>
                            <a:pt x="112965" y="306038"/>
                            <a:pt x="110679" y="306610"/>
                          </a:cubicBezTo>
                          <a:cubicBezTo>
                            <a:pt x="110488" y="306705"/>
                            <a:pt x="110298" y="306705"/>
                            <a:pt x="110108" y="306800"/>
                          </a:cubicBezTo>
                          <a:cubicBezTo>
                            <a:pt x="108679" y="307181"/>
                            <a:pt x="107250" y="307467"/>
                            <a:pt x="105821" y="307848"/>
                          </a:cubicBezTo>
                          <a:cubicBezTo>
                            <a:pt x="101630" y="308800"/>
                            <a:pt x="97534" y="309563"/>
                            <a:pt x="93534" y="310134"/>
                          </a:cubicBezTo>
                          <a:cubicBezTo>
                            <a:pt x="92677" y="310229"/>
                            <a:pt x="91915" y="310420"/>
                            <a:pt x="91058" y="310515"/>
                          </a:cubicBezTo>
                          <a:cubicBezTo>
                            <a:pt x="90581" y="310610"/>
                            <a:pt x="90105" y="310610"/>
                            <a:pt x="89629" y="310705"/>
                          </a:cubicBezTo>
                          <a:cubicBezTo>
                            <a:pt x="89153" y="310801"/>
                            <a:pt x="88771" y="310801"/>
                            <a:pt x="88295" y="310801"/>
                          </a:cubicBezTo>
                          <a:cubicBezTo>
                            <a:pt x="85533" y="311087"/>
                            <a:pt x="82866" y="311277"/>
                            <a:pt x="80294" y="311372"/>
                          </a:cubicBezTo>
                          <a:cubicBezTo>
                            <a:pt x="79818" y="311372"/>
                            <a:pt x="79342" y="311467"/>
                            <a:pt x="78961" y="311467"/>
                          </a:cubicBezTo>
                          <a:cubicBezTo>
                            <a:pt x="78675" y="311467"/>
                            <a:pt x="78389" y="311467"/>
                            <a:pt x="78104" y="311467"/>
                          </a:cubicBezTo>
                          <a:cubicBezTo>
                            <a:pt x="77627" y="311467"/>
                            <a:pt x="77246" y="311467"/>
                            <a:pt x="76865" y="311467"/>
                          </a:cubicBezTo>
                          <a:cubicBezTo>
                            <a:pt x="73817" y="311467"/>
                            <a:pt x="70769" y="311372"/>
                            <a:pt x="67912" y="311087"/>
                          </a:cubicBezTo>
                          <a:cubicBezTo>
                            <a:pt x="67721" y="311087"/>
                            <a:pt x="67436" y="311087"/>
                            <a:pt x="67245" y="311087"/>
                          </a:cubicBezTo>
                          <a:cubicBezTo>
                            <a:pt x="66674" y="310991"/>
                            <a:pt x="66007" y="310991"/>
                            <a:pt x="65435" y="310896"/>
                          </a:cubicBezTo>
                          <a:cubicBezTo>
                            <a:pt x="64292" y="310801"/>
                            <a:pt x="63149" y="310610"/>
                            <a:pt x="62102" y="310420"/>
                          </a:cubicBezTo>
                          <a:cubicBezTo>
                            <a:pt x="61721" y="310325"/>
                            <a:pt x="61340" y="310325"/>
                            <a:pt x="60958" y="310229"/>
                          </a:cubicBezTo>
                          <a:cubicBezTo>
                            <a:pt x="39718" y="306514"/>
                            <a:pt x="24002" y="294608"/>
                            <a:pt x="17144" y="274225"/>
                          </a:cubicBezTo>
                          <a:cubicBezTo>
                            <a:pt x="-1145" y="219742"/>
                            <a:pt x="51148" y="125349"/>
                            <a:pt x="133920" y="63437"/>
                          </a:cubicBezTo>
                          <a:cubicBezTo>
                            <a:pt x="144302" y="55721"/>
                            <a:pt x="154589" y="48863"/>
                            <a:pt x="164781" y="42863"/>
                          </a:cubicBezTo>
                          <a:cubicBezTo>
                            <a:pt x="165067" y="42767"/>
                            <a:pt x="165257" y="42577"/>
                            <a:pt x="165543" y="42482"/>
                          </a:cubicBezTo>
                          <a:cubicBezTo>
                            <a:pt x="165829" y="42863"/>
                            <a:pt x="166019" y="42767"/>
                            <a:pt x="166210" y="42577"/>
                          </a:cubicBezTo>
                          <a:close/>
                        </a:path>
                      </a:pathLst>
                    </a:custGeom>
                    <a:solidFill>
                      <a:srgbClr val="9652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23" name="Group 123"/>
                  <p:cNvGrpSpPr/>
                  <p:nvPr/>
                </p:nvGrpSpPr>
                <p:grpSpPr>
                  <a:xfrm rot="0">
                    <a:off x="10846920" y="517904"/>
                    <a:ext cx="225714" cy="177310"/>
                    <a:chOff x="5029211" y="2735587"/>
                    <a:chExt cx="477571" cy="375157"/>
                  </a:xfrm>
                </p:grpSpPr>
                <p:sp>
                  <p:nvSpPr>
                    <p:cNvPr id="124" name="AutoShape 124"/>
                    <p:cNvSpPr/>
                    <p:nvPr/>
                  </p:nvSpPr>
                  <p:spPr>
                    <a:xfrm>
                      <a:off x="5083289" y="2774780"/>
                      <a:ext cx="345102" cy="2538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5102" h="253883">
                          <a:moveTo>
                            <a:pt x="212515" y="7281"/>
                          </a:moveTo>
                          <a:cubicBezTo>
                            <a:pt x="211562" y="7567"/>
                            <a:pt x="210515" y="7758"/>
                            <a:pt x="209562" y="8043"/>
                          </a:cubicBezTo>
                          <a:cubicBezTo>
                            <a:pt x="209181" y="8139"/>
                            <a:pt x="208895" y="8234"/>
                            <a:pt x="208514" y="8329"/>
                          </a:cubicBezTo>
                          <a:cubicBezTo>
                            <a:pt x="207181" y="8710"/>
                            <a:pt x="205847" y="8996"/>
                            <a:pt x="204609" y="9377"/>
                          </a:cubicBezTo>
                          <a:cubicBezTo>
                            <a:pt x="203561" y="9663"/>
                            <a:pt x="202514" y="9948"/>
                            <a:pt x="201466" y="10234"/>
                          </a:cubicBezTo>
                          <a:cubicBezTo>
                            <a:pt x="201180" y="10329"/>
                            <a:pt x="200894" y="10425"/>
                            <a:pt x="200513" y="10520"/>
                          </a:cubicBezTo>
                          <a:cubicBezTo>
                            <a:pt x="200323" y="10615"/>
                            <a:pt x="200132" y="10615"/>
                            <a:pt x="199942" y="10710"/>
                          </a:cubicBezTo>
                          <a:cubicBezTo>
                            <a:pt x="199656" y="10806"/>
                            <a:pt x="199370" y="10806"/>
                            <a:pt x="199180" y="10901"/>
                          </a:cubicBezTo>
                          <a:cubicBezTo>
                            <a:pt x="187845" y="14235"/>
                            <a:pt x="176129" y="18426"/>
                            <a:pt x="164223" y="23474"/>
                          </a:cubicBezTo>
                          <a:cubicBezTo>
                            <a:pt x="68973" y="63669"/>
                            <a:pt x="-4369" y="142822"/>
                            <a:pt x="203" y="200067"/>
                          </a:cubicBezTo>
                          <a:cubicBezTo>
                            <a:pt x="1917" y="221403"/>
                            <a:pt x="14300" y="236739"/>
                            <a:pt x="34112" y="245502"/>
                          </a:cubicBezTo>
                          <a:cubicBezTo>
                            <a:pt x="34493" y="245692"/>
                            <a:pt x="34778" y="245787"/>
                            <a:pt x="35159" y="245978"/>
                          </a:cubicBezTo>
                          <a:cubicBezTo>
                            <a:pt x="36207" y="246454"/>
                            <a:pt x="37255" y="246835"/>
                            <a:pt x="38303" y="247216"/>
                          </a:cubicBezTo>
                          <a:cubicBezTo>
                            <a:pt x="38874" y="247407"/>
                            <a:pt x="39446" y="247692"/>
                            <a:pt x="40017" y="247883"/>
                          </a:cubicBezTo>
                          <a:cubicBezTo>
                            <a:pt x="40208" y="247978"/>
                            <a:pt x="40398" y="247978"/>
                            <a:pt x="40589" y="248073"/>
                          </a:cubicBezTo>
                          <a:cubicBezTo>
                            <a:pt x="43351" y="249026"/>
                            <a:pt x="46208" y="249883"/>
                            <a:pt x="49161" y="250550"/>
                          </a:cubicBezTo>
                          <a:cubicBezTo>
                            <a:pt x="49542" y="250645"/>
                            <a:pt x="49923" y="250740"/>
                            <a:pt x="50399" y="250836"/>
                          </a:cubicBezTo>
                          <a:cubicBezTo>
                            <a:pt x="50685" y="250931"/>
                            <a:pt x="50971" y="250931"/>
                            <a:pt x="51257" y="251026"/>
                          </a:cubicBezTo>
                          <a:cubicBezTo>
                            <a:pt x="51733" y="251121"/>
                            <a:pt x="52114" y="251217"/>
                            <a:pt x="52590" y="251312"/>
                          </a:cubicBezTo>
                          <a:cubicBezTo>
                            <a:pt x="55162" y="251883"/>
                            <a:pt x="57829" y="252264"/>
                            <a:pt x="60496" y="252645"/>
                          </a:cubicBezTo>
                          <a:cubicBezTo>
                            <a:pt x="60972" y="252741"/>
                            <a:pt x="61353" y="252741"/>
                            <a:pt x="61829" y="252836"/>
                          </a:cubicBezTo>
                          <a:cubicBezTo>
                            <a:pt x="62306" y="252931"/>
                            <a:pt x="62782" y="252931"/>
                            <a:pt x="63258" y="253026"/>
                          </a:cubicBezTo>
                          <a:cubicBezTo>
                            <a:pt x="64020" y="253122"/>
                            <a:pt x="64877" y="253217"/>
                            <a:pt x="65735" y="253217"/>
                          </a:cubicBezTo>
                          <a:cubicBezTo>
                            <a:pt x="69735" y="253598"/>
                            <a:pt x="73926" y="253884"/>
                            <a:pt x="78212" y="253884"/>
                          </a:cubicBezTo>
                          <a:cubicBezTo>
                            <a:pt x="79736" y="253884"/>
                            <a:pt x="81260" y="253884"/>
                            <a:pt x="82784" y="253884"/>
                          </a:cubicBezTo>
                          <a:cubicBezTo>
                            <a:pt x="82880" y="253884"/>
                            <a:pt x="83070" y="253884"/>
                            <a:pt x="83165" y="253884"/>
                          </a:cubicBezTo>
                          <a:cubicBezTo>
                            <a:pt x="85451" y="253884"/>
                            <a:pt x="87833" y="253788"/>
                            <a:pt x="90214" y="253598"/>
                          </a:cubicBezTo>
                          <a:cubicBezTo>
                            <a:pt x="90881" y="253598"/>
                            <a:pt x="91452" y="253503"/>
                            <a:pt x="92119" y="253503"/>
                          </a:cubicBezTo>
                          <a:cubicBezTo>
                            <a:pt x="92690" y="253503"/>
                            <a:pt x="93357" y="253407"/>
                            <a:pt x="93929" y="253407"/>
                          </a:cubicBezTo>
                          <a:cubicBezTo>
                            <a:pt x="95929" y="253217"/>
                            <a:pt x="97929" y="253122"/>
                            <a:pt x="100025" y="252836"/>
                          </a:cubicBezTo>
                          <a:cubicBezTo>
                            <a:pt x="101358" y="252741"/>
                            <a:pt x="102692" y="252550"/>
                            <a:pt x="104120" y="252360"/>
                          </a:cubicBezTo>
                          <a:cubicBezTo>
                            <a:pt x="105073" y="252264"/>
                            <a:pt x="106025" y="252074"/>
                            <a:pt x="106978" y="251979"/>
                          </a:cubicBezTo>
                          <a:cubicBezTo>
                            <a:pt x="108502" y="251788"/>
                            <a:pt x="109931" y="251598"/>
                            <a:pt x="111455" y="251312"/>
                          </a:cubicBezTo>
                          <a:cubicBezTo>
                            <a:pt x="112312" y="251217"/>
                            <a:pt x="113169" y="251026"/>
                            <a:pt x="114026" y="250931"/>
                          </a:cubicBezTo>
                          <a:cubicBezTo>
                            <a:pt x="114122" y="250931"/>
                            <a:pt x="114217" y="250931"/>
                            <a:pt x="114312" y="250836"/>
                          </a:cubicBezTo>
                          <a:cubicBezTo>
                            <a:pt x="116027" y="250550"/>
                            <a:pt x="117741" y="250264"/>
                            <a:pt x="119456" y="249883"/>
                          </a:cubicBezTo>
                          <a:cubicBezTo>
                            <a:pt x="120218" y="249693"/>
                            <a:pt x="121075" y="249597"/>
                            <a:pt x="121837" y="249407"/>
                          </a:cubicBezTo>
                          <a:cubicBezTo>
                            <a:pt x="124123" y="248931"/>
                            <a:pt x="126504" y="248454"/>
                            <a:pt x="128790" y="247883"/>
                          </a:cubicBezTo>
                          <a:cubicBezTo>
                            <a:pt x="128981" y="247788"/>
                            <a:pt x="129266" y="247788"/>
                            <a:pt x="129457" y="247788"/>
                          </a:cubicBezTo>
                          <a:cubicBezTo>
                            <a:pt x="132029" y="247216"/>
                            <a:pt x="134600" y="246549"/>
                            <a:pt x="137172" y="245883"/>
                          </a:cubicBezTo>
                          <a:cubicBezTo>
                            <a:pt x="138029" y="245692"/>
                            <a:pt x="138791" y="245406"/>
                            <a:pt x="139649" y="245216"/>
                          </a:cubicBezTo>
                          <a:cubicBezTo>
                            <a:pt x="141458" y="244740"/>
                            <a:pt x="143268" y="244263"/>
                            <a:pt x="145078" y="243692"/>
                          </a:cubicBezTo>
                          <a:cubicBezTo>
                            <a:pt x="146030" y="243406"/>
                            <a:pt x="147078" y="243120"/>
                            <a:pt x="148031" y="242835"/>
                          </a:cubicBezTo>
                          <a:cubicBezTo>
                            <a:pt x="149745" y="242263"/>
                            <a:pt x="151555" y="241787"/>
                            <a:pt x="153365" y="241215"/>
                          </a:cubicBezTo>
                          <a:cubicBezTo>
                            <a:pt x="154317" y="240930"/>
                            <a:pt x="155270" y="240549"/>
                            <a:pt x="156222" y="240263"/>
                          </a:cubicBezTo>
                          <a:cubicBezTo>
                            <a:pt x="158032" y="239691"/>
                            <a:pt x="159842" y="239025"/>
                            <a:pt x="161651" y="238453"/>
                          </a:cubicBezTo>
                          <a:cubicBezTo>
                            <a:pt x="162604" y="238167"/>
                            <a:pt x="163556" y="237786"/>
                            <a:pt x="164509" y="237405"/>
                          </a:cubicBezTo>
                          <a:cubicBezTo>
                            <a:pt x="166414" y="236739"/>
                            <a:pt x="168319" y="235977"/>
                            <a:pt x="170224" y="235310"/>
                          </a:cubicBezTo>
                          <a:cubicBezTo>
                            <a:pt x="171081" y="235024"/>
                            <a:pt x="171938" y="234643"/>
                            <a:pt x="172796" y="234357"/>
                          </a:cubicBezTo>
                          <a:cubicBezTo>
                            <a:pt x="175558" y="233310"/>
                            <a:pt x="178320" y="232167"/>
                            <a:pt x="181082" y="231024"/>
                          </a:cubicBezTo>
                          <a:cubicBezTo>
                            <a:pt x="184035" y="229785"/>
                            <a:pt x="186988" y="228452"/>
                            <a:pt x="189941" y="227118"/>
                          </a:cubicBezTo>
                          <a:cubicBezTo>
                            <a:pt x="190131" y="227023"/>
                            <a:pt x="190226" y="227023"/>
                            <a:pt x="190417" y="226928"/>
                          </a:cubicBezTo>
                          <a:cubicBezTo>
                            <a:pt x="192989" y="225785"/>
                            <a:pt x="195560" y="224547"/>
                            <a:pt x="198037" y="223308"/>
                          </a:cubicBezTo>
                          <a:cubicBezTo>
                            <a:pt x="198894" y="222927"/>
                            <a:pt x="199656" y="222451"/>
                            <a:pt x="200513" y="222070"/>
                          </a:cubicBezTo>
                          <a:cubicBezTo>
                            <a:pt x="202323" y="221118"/>
                            <a:pt x="204228" y="220260"/>
                            <a:pt x="206038" y="219308"/>
                          </a:cubicBezTo>
                          <a:cubicBezTo>
                            <a:pt x="206990" y="218832"/>
                            <a:pt x="207943" y="218355"/>
                            <a:pt x="208800" y="217879"/>
                          </a:cubicBezTo>
                          <a:cubicBezTo>
                            <a:pt x="210515" y="216927"/>
                            <a:pt x="212324" y="216069"/>
                            <a:pt x="214039" y="215117"/>
                          </a:cubicBezTo>
                          <a:cubicBezTo>
                            <a:pt x="214896" y="214641"/>
                            <a:pt x="215753" y="214164"/>
                            <a:pt x="216611" y="213688"/>
                          </a:cubicBezTo>
                          <a:cubicBezTo>
                            <a:pt x="218611" y="212545"/>
                            <a:pt x="220611" y="211402"/>
                            <a:pt x="222611" y="210259"/>
                          </a:cubicBezTo>
                          <a:cubicBezTo>
                            <a:pt x="223088" y="209973"/>
                            <a:pt x="223659" y="209688"/>
                            <a:pt x="224231" y="209402"/>
                          </a:cubicBezTo>
                          <a:cubicBezTo>
                            <a:pt x="226707" y="207973"/>
                            <a:pt x="229184" y="206449"/>
                            <a:pt x="231660" y="204925"/>
                          </a:cubicBezTo>
                          <a:cubicBezTo>
                            <a:pt x="232327" y="204449"/>
                            <a:pt x="233089" y="204068"/>
                            <a:pt x="233756" y="203592"/>
                          </a:cubicBezTo>
                          <a:cubicBezTo>
                            <a:pt x="235470" y="202449"/>
                            <a:pt x="237280" y="201401"/>
                            <a:pt x="238994" y="200258"/>
                          </a:cubicBezTo>
                          <a:cubicBezTo>
                            <a:pt x="239947" y="199591"/>
                            <a:pt x="240995" y="198924"/>
                            <a:pt x="241947" y="198258"/>
                          </a:cubicBezTo>
                          <a:cubicBezTo>
                            <a:pt x="243376" y="197305"/>
                            <a:pt x="244805" y="196353"/>
                            <a:pt x="246138" y="195400"/>
                          </a:cubicBezTo>
                          <a:cubicBezTo>
                            <a:pt x="247472" y="194448"/>
                            <a:pt x="248805" y="193495"/>
                            <a:pt x="250139" y="192543"/>
                          </a:cubicBezTo>
                          <a:cubicBezTo>
                            <a:pt x="251282" y="191781"/>
                            <a:pt x="252425" y="190923"/>
                            <a:pt x="253568" y="190161"/>
                          </a:cubicBezTo>
                          <a:cubicBezTo>
                            <a:pt x="255854" y="188542"/>
                            <a:pt x="258140" y="186828"/>
                            <a:pt x="260330" y="185113"/>
                          </a:cubicBezTo>
                          <a:cubicBezTo>
                            <a:pt x="260807" y="184732"/>
                            <a:pt x="261378" y="184351"/>
                            <a:pt x="261854" y="183970"/>
                          </a:cubicBezTo>
                          <a:cubicBezTo>
                            <a:pt x="264807" y="181684"/>
                            <a:pt x="267665" y="179398"/>
                            <a:pt x="270522" y="177017"/>
                          </a:cubicBezTo>
                          <a:cubicBezTo>
                            <a:pt x="271284" y="176350"/>
                            <a:pt x="272046" y="175779"/>
                            <a:pt x="272808" y="175112"/>
                          </a:cubicBezTo>
                          <a:cubicBezTo>
                            <a:pt x="274999" y="173302"/>
                            <a:pt x="277190" y="171397"/>
                            <a:pt x="279285" y="169492"/>
                          </a:cubicBezTo>
                          <a:cubicBezTo>
                            <a:pt x="280333" y="168540"/>
                            <a:pt x="281381" y="167587"/>
                            <a:pt x="282428" y="166730"/>
                          </a:cubicBezTo>
                          <a:cubicBezTo>
                            <a:pt x="282428" y="166730"/>
                            <a:pt x="282524" y="166635"/>
                            <a:pt x="282524" y="166635"/>
                          </a:cubicBezTo>
                          <a:cubicBezTo>
                            <a:pt x="282905" y="166254"/>
                            <a:pt x="283286" y="165873"/>
                            <a:pt x="283667" y="165492"/>
                          </a:cubicBezTo>
                          <a:cubicBezTo>
                            <a:pt x="285572" y="163777"/>
                            <a:pt x="287381" y="162063"/>
                            <a:pt x="289286" y="160253"/>
                          </a:cubicBezTo>
                          <a:cubicBezTo>
                            <a:pt x="290048" y="159491"/>
                            <a:pt x="290810" y="158824"/>
                            <a:pt x="291477" y="158062"/>
                          </a:cubicBezTo>
                          <a:cubicBezTo>
                            <a:pt x="292906" y="156633"/>
                            <a:pt x="294239" y="155300"/>
                            <a:pt x="295668" y="153871"/>
                          </a:cubicBezTo>
                          <a:cubicBezTo>
                            <a:pt x="296525" y="153014"/>
                            <a:pt x="297287" y="152157"/>
                            <a:pt x="298049" y="151395"/>
                          </a:cubicBezTo>
                          <a:cubicBezTo>
                            <a:pt x="299288" y="150061"/>
                            <a:pt x="300526" y="148823"/>
                            <a:pt x="301764" y="147489"/>
                          </a:cubicBezTo>
                          <a:cubicBezTo>
                            <a:pt x="302526" y="146632"/>
                            <a:pt x="303383" y="145775"/>
                            <a:pt x="304145" y="144822"/>
                          </a:cubicBezTo>
                          <a:cubicBezTo>
                            <a:pt x="305288" y="143489"/>
                            <a:pt x="306431" y="142251"/>
                            <a:pt x="307574" y="140917"/>
                          </a:cubicBezTo>
                          <a:cubicBezTo>
                            <a:pt x="308336" y="140060"/>
                            <a:pt x="309098" y="139203"/>
                            <a:pt x="309765" y="138250"/>
                          </a:cubicBezTo>
                          <a:cubicBezTo>
                            <a:pt x="310908" y="136821"/>
                            <a:pt x="312051" y="135488"/>
                            <a:pt x="313194" y="134059"/>
                          </a:cubicBezTo>
                          <a:cubicBezTo>
                            <a:pt x="313861" y="133202"/>
                            <a:pt x="314528" y="132440"/>
                            <a:pt x="315099" y="131583"/>
                          </a:cubicBezTo>
                          <a:cubicBezTo>
                            <a:pt x="316337" y="129963"/>
                            <a:pt x="317480" y="128439"/>
                            <a:pt x="318623" y="126820"/>
                          </a:cubicBezTo>
                          <a:cubicBezTo>
                            <a:pt x="319100" y="126153"/>
                            <a:pt x="319576" y="125487"/>
                            <a:pt x="320052" y="124915"/>
                          </a:cubicBezTo>
                          <a:cubicBezTo>
                            <a:pt x="320528" y="124248"/>
                            <a:pt x="321005" y="123582"/>
                            <a:pt x="321386" y="122915"/>
                          </a:cubicBezTo>
                          <a:cubicBezTo>
                            <a:pt x="322243" y="121677"/>
                            <a:pt x="323195" y="120343"/>
                            <a:pt x="323957" y="119105"/>
                          </a:cubicBezTo>
                          <a:cubicBezTo>
                            <a:pt x="324434" y="118343"/>
                            <a:pt x="324910" y="117581"/>
                            <a:pt x="325386" y="116819"/>
                          </a:cubicBezTo>
                          <a:cubicBezTo>
                            <a:pt x="326053" y="115771"/>
                            <a:pt x="326720" y="114628"/>
                            <a:pt x="327386" y="113580"/>
                          </a:cubicBezTo>
                          <a:cubicBezTo>
                            <a:pt x="329006" y="110913"/>
                            <a:pt x="330434" y="108342"/>
                            <a:pt x="331863" y="105770"/>
                          </a:cubicBezTo>
                          <a:cubicBezTo>
                            <a:pt x="332149" y="105198"/>
                            <a:pt x="332435" y="104627"/>
                            <a:pt x="332720" y="104055"/>
                          </a:cubicBezTo>
                          <a:cubicBezTo>
                            <a:pt x="333673" y="102246"/>
                            <a:pt x="334530" y="100531"/>
                            <a:pt x="335292" y="98721"/>
                          </a:cubicBezTo>
                          <a:cubicBezTo>
                            <a:pt x="335673" y="97864"/>
                            <a:pt x="336054" y="97102"/>
                            <a:pt x="336435" y="96245"/>
                          </a:cubicBezTo>
                          <a:cubicBezTo>
                            <a:pt x="337007" y="94911"/>
                            <a:pt x="337578" y="93578"/>
                            <a:pt x="338150" y="92244"/>
                          </a:cubicBezTo>
                          <a:cubicBezTo>
                            <a:pt x="338531" y="91387"/>
                            <a:pt x="338816" y="90435"/>
                            <a:pt x="339197" y="89577"/>
                          </a:cubicBezTo>
                          <a:cubicBezTo>
                            <a:pt x="339578" y="88530"/>
                            <a:pt x="339959" y="87482"/>
                            <a:pt x="340245" y="86434"/>
                          </a:cubicBezTo>
                          <a:cubicBezTo>
                            <a:pt x="340531" y="85482"/>
                            <a:pt x="340912" y="84529"/>
                            <a:pt x="341198" y="83481"/>
                          </a:cubicBezTo>
                          <a:cubicBezTo>
                            <a:pt x="341483" y="82529"/>
                            <a:pt x="341769" y="81576"/>
                            <a:pt x="342055" y="80624"/>
                          </a:cubicBezTo>
                          <a:cubicBezTo>
                            <a:pt x="342341" y="79576"/>
                            <a:pt x="342626" y="78624"/>
                            <a:pt x="342817" y="77576"/>
                          </a:cubicBezTo>
                          <a:cubicBezTo>
                            <a:pt x="343007" y="76719"/>
                            <a:pt x="343198" y="75861"/>
                            <a:pt x="343388" y="75004"/>
                          </a:cubicBezTo>
                          <a:cubicBezTo>
                            <a:pt x="343579" y="73956"/>
                            <a:pt x="343769" y="72909"/>
                            <a:pt x="343960" y="71861"/>
                          </a:cubicBezTo>
                          <a:cubicBezTo>
                            <a:pt x="344055" y="71099"/>
                            <a:pt x="344246" y="70337"/>
                            <a:pt x="344341" y="69575"/>
                          </a:cubicBezTo>
                          <a:cubicBezTo>
                            <a:pt x="344531" y="68527"/>
                            <a:pt x="344627" y="67479"/>
                            <a:pt x="344722" y="66432"/>
                          </a:cubicBezTo>
                          <a:cubicBezTo>
                            <a:pt x="344817" y="65670"/>
                            <a:pt x="344912" y="65003"/>
                            <a:pt x="344912" y="64241"/>
                          </a:cubicBezTo>
                          <a:cubicBezTo>
                            <a:pt x="345008" y="63098"/>
                            <a:pt x="345008" y="62050"/>
                            <a:pt x="345103" y="60907"/>
                          </a:cubicBezTo>
                          <a:cubicBezTo>
                            <a:pt x="345103" y="60240"/>
                            <a:pt x="345103" y="59669"/>
                            <a:pt x="345103" y="59002"/>
                          </a:cubicBezTo>
                          <a:cubicBezTo>
                            <a:pt x="345103" y="58050"/>
                            <a:pt x="345008" y="57097"/>
                            <a:pt x="345008" y="56240"/>
                          </a:cubicBezTo>
                          <a:cubicBezTo>
                            <a:pt x="345008" y="55478"/>
                            <a:pt x="345008" y="54811"/>
                            <a:pt x="344912" y="54049"/>
                          </a:cubicBezTo>
                          <a:cubicBezTo>
                            <a:pt x="344817" y="52335"/>
                            <a:pt x="344531" y="50620"/>
                            <a:pt x="344246" y="49001"/>
                          </a:cubicBezTo>
                          <a:cubicBezTo>
                            <a:pt x="344246" y="48810"/>
                            <a:pt x="344150" y="48620"/>
                            <a:pt x="344150" y="48429"/>
                          </a:cubicBezTo>
                          <a:cubicBezTo>
                            <a:pt x="343865" y="47001"/>
                            <a:pt x="343579" y="45667"/>
                            <a:pt x="343293" y="44334"/>
                          </a:cubicBezTo>
                          <a:cubicBezTo>
                            <a:pt x="343198" y="43857"/>
                            <a:pt x="343007" y="43476"/>
                            <a:pt x="342912" y="43000"/>
                          </a:cubicBezTo>
                          <a:cubicBezTo>
                            <a:pt x="342626" y="41857"/>
                            <a:pt x="342245" y="40809"/>
                            <a:pt x="341864" y="39762"/>
                          </a:cubicBezTo>
                          <a:cubicBezTo>
                            <a:pt x="341674" y="39095"/>
                            <a:pt x="341388" y="38523"/>
                            <a:pt x="341102" y="37857"/>
                          </a:cubicBezTo>
                          <a:cubicBezTo>
                            <a:pt x="340721" y="36999"/>
                            <a:pt x="340436" y="36142"/>
                            <a:pt x="340055" y="35380"/>
                          </a:cubicBezTo>
                          <a:cubicBezTo>
                            <a:pt x="339769" y="34713"/>
                            <a:pt x="339388" y="34047"/>
                            <a:pt x="339007" y="33380"/>
                          </a:cubicBezTo>
                          <a:cubicBezTo>
                            <a:pt x="338626" y="32618"/>
                            <a:pt x="338150" y="31856"/>
                            <a:pt x="337769" y="31094"/>
                          </a:cubicBezTo>
                          <a:cubicBezTo>
                            <a:pt x="337388" y="30427"/>
                            <a:pt x="337007" y="29856"/>
                            <a:pt x="336626" y="29284"/>
                          </a:cubicBezTo>
                          <a:cubicBezTo>
                            <a:pt x="336149" y="28617"/>
                            <a:pt x="335673" y="27855"/>
                            <a:pt x="335197" y="27189"/>
                          </a:cubicBezTo>
                          <a:cubicBezTo>
                            <a:pt x="334721" y="26617"/>
                            <a:pt x="334340" y="26046"/>
                            <a:pt x="333863" y="25474"/>
                          </a:cubicBezTo>
                          <a:cubicBezTo>
                            <a:pt x="333292" y="24807"/>
                            <a:pt x="332816" y="24141"/>
                            <a:pt x="332244" y="23569"/>
                          </a:cubicBezTo>
                          <a:cubicBezTo>
                            <a:pt x="331768" y="22998"/>
                            <a:pt x="331292" y="22521"/>
                            <a:pt x="330720" y="21950"/>
                          </a:cubicBezTo>
                          <a:cubicBezTo>
                            <a:pt x="330149" y="21378"/>
                            <a:pt x="329482" y="20712"/>
                            <a:pt x="328910" y="20140"/>
                          </a:cubicBezTo>
                          <a:cubicBezTo>
                            <a:pt x="328339" y="19664"/>
                            <a:pt x="327767" y="19092"/>
                            <a:pt x="327196" y="18616"/>
                          </a:cubicBezTo>
                          <a:cubicBezTo>
                            <a:pt x="326529" y="18045"/>
                            <a:pt x="325862" y="17473"/>
                            <a:pt x="325196" y="16997"/>
                          </a:cubicBezTo>
                          <a:cubicBezTo>
                            <a:pt x="324624" y="16521"/>
                            <a:pt x="323957" y="16044"/>
                            <a:pt x="323386" y="15568"/>
                          </a:cubicBezTo>
                          <a:cubicBezTo>
                            <a:pt x="322719" y="15092"/>
                            <a:pt x="321957" y="14520"/>
                            <a:pt x="321195" y="14044"/>
                          </a:cubicBezTo>
                          <a:cubicBezTo>
                            <a:pt x="320528" y="13568"/>
                            <a:pt x="319862" y="13187"/>
                            <a:pt x="319195" y="12806"/>
                          </a:cubicBezTo>
                          <a:cubicBezTo>
                            <a:pt x="318433" y="12330"/>
                            <a:pt x="317671" y="11853"/>
                            <a:pt x="316814" y="11472"/>
                          </a:cubicBezTo>
                          <a:cubicBezTo>
                            <a:pt x="316147" y="11091"/>
                            <a:pt x="315385" y="10710"/>
                            <a:pt x="314718" y="10329"/>
                          </a:cubicBezTo>
                          <a:cubicBezTo>
                            <a:pt x="313861" y="9948"/>
                            <a:pt x="313004" y="9472"/>
                            <a:pt x="312146" y="9091"/>
                          </a:cubicBezTo>
                          <a:cubicBezTo>
                            <a:pt x="311384" y="8710"/>
                            <a:pt x="310622" y="8424"/>
                            <a:pt x="309860" y="8043"/>
                          </a:cubicBezTo>
                          <a:cubicBezTo>
                            <a:pt x="309003" y="7662"/>
                            <a:pt x="308051" y="7281"/>
                            <a:pt x="307098" y="6996"/>
                          </a:cubicBezTo>
                          <a:cubicBezTo>
                            <a:pt x="306336" y="6710"/>
                            <a:pt x="305574" y="6424"/>
                            <a:pt x="304717" y="6138"/>
                          </a:cubicBezTo>
                          <a:cubicBezTo>
                            <a:pt x="303764" y="5853"/>
                            <a:pt x="302812" y="5472"/>
                            <a:pt x="301859" y="5186"/>
                          </a:cubicBezTo>
                          <a:cubicBezTo>
                            <a:pt x="301002" y="4900"/>
                            <a:pt x="300240" y="4710"/>
                            <a:pt x="299383" y="4424"/>
                          </a:cubicBezTo>
                          <a:cubicBezTo>
                            <a:pt x="298335" y="4138"/>
                            <a:pt x="297287" y="3852"/>
                            <a:pt x="296335" y="3662"/>
                          </a:cubicBezTo>
                          <a:cubicBezTo>
                            <a:pt x="295478" y="3471"/>
                            <a:pt x="294620" y="3186"/>
                            <a:pt x="293763" y="2995"/>
                          </a:cubicBezTo>
                          <a:cubicBezTo>
                            <a:pt x="292715" y="2709"/>
                            <a:pt x="291572" y="2519"/>
                            <a:pt x="290429" y="2328"/>
                          </a:cubicBezTo>
                          <a:cubicBezTo>
                            <a:pt x="289572" y="2138"/>
                            <a:pt x="288715" y="1947"/>
                            <a:pt x="287858" y="1852"/>
                          </a:cubicBezTo>
                          <a:cubicBezTo>
                            <a:pt x="286715" y="1662"/>
                            <a:pt x="285476" y="1471"/>
                            <a:pt x="284333" y="1376"/>
                          </a:cubicBezTo>
                          <a:cubicBezTo>
                            <a:pt x="283476" y="1281"/>
                            <a:pt x="282619" y="1090"/>
                            <a:pt x="281666" y="995"/>
                          </a:cubicBezTo>
                          <a:cubicBezTo>
                            <a:pt x="280428" y="804"/>
                            <a:pt x="279095" y="709"/>
                            <a:pt x="277856" y="614"/>
                          </a:cubicBezTo>
                          <a:cubicBezTo>
                            <a:pt x="277285" y="614"/>
                            <a:pt x="276809" y="519"/>
                            <a:pt x="276237" y="423"/>
                          </a:cubicBezTo>
                          <a:cubicBezTo>
                            <a:pt x="275951" y="423"/>
                            <a:pt x="275570" y="328"/>
                            <a:pt x="275285" y="328"/>
                          </a:cubicBezTo>
                          <a:cubicBezTo>
                            <a:pt x="273856" y="233"/>
                            <a:pt x="272332" y="138"/>
                            <a:pt x="270903" y="138"/>
                          </a:cubicBezTo>
                          <a:cubicBezTo>
                            <a:pt x="270236" y="138"/>
                            <a:pt x="269474" y="42"/>
                            <a:pt x="268808" y="42"/>
                          </a:cubicBezTo>
                          <a:cubicBezTo>
                            <a:pt x="268427" y="42"/>
                            <a:pt x="267950" y="42"/>
                            <a:pt x="267569" y="42"/>
                          </a:cubicBezTo>
                          <a:cubicBezTo>
                            <a:pt x="265760" y="42"/>
                            <a:pt x="263950" y="-53"/>
                            <a:pt x="262140" y="42"/>
                          </a:cubicBezTo>
                          <a:cubicBezTo>
                            <a:pt x="262045" y="42"/>
                            <a:pt x="261950" y="42"/>
                            <a:pt x="261854" y="42"/>
                          </a:cubicBezTo>
                          <a:cubicBezTo>
                            <a:pt x="261854" y="42"/>
                            <a:pt x="261854" y="42"/>
                            <a:pt x="261854" y="42"/>
                          </a:cubicBezTo>
                          <a:cubicBezTo>
                            <a:pt x="259759" y="42"/>
                            <a:pt x="257568" y="138"/>
                            <a:pt x="255377" y="233"/>
                          </a:cubicBezTo>
                          <a:cubicBezTo>
                            <a:pt x="254425" y="328"/>
                            <a:pt x="253472" y="328"/>
                            <a:pt x="252520" y="423"/>
                          </a:cubicBezTo>
                          <a:cubicBezTo>
                            <a:pt x="251186" y="519"/>
                            <a:pt x="249853" y="614"/>
                            <a:pt x="248519" y="709"/>
                          </a:cubicBezTo>
                          <a:cubicBezTo>
                            <a:pt x="248424" y="709"/>
                            <a:pt x="248329" y="709"/>
                            <a:pt x="248234" y="709"/>
                          </a:cubicBezTo>
                          <a:cubicBezTo>
                            <a:pt x="244900" y="995"/>
                            <a:pt x="241471" y="1376"/>
                            <a:pt x="237947" y="1852"/>
                          </a:cubicBezTo>
                          <a:cubicBezTo>
                            <a:pt x="237661" y="1852"/>
                            <a:pt x="237280" y="1947"/>
                            <a:pt x="236994" y="1947"/>
                          </a:cubicBezTo>
                          <a:cubicBezTo>
                            <a:pt x="236327" y="2043"/>
                            <a:pt x="235756" y="2138"/>
                            <a:pt x="235089" y="2233"/>
                          </a:cubicBezTo>
                          <a:cubicBezTo>
                            <a:pt x="233470" y="2519"/>
                            <a:pt x="231755" y="2709"/>
                            <a:pt x="230041" y="2995"/>
                          </a:cubicBezTo>
                          <a:cubicBezTo>
                            <a:pt x="225659" y="3757"/>
                            <a:pt x="221278" y="4614"/>
                            <a:pt x="216801" y="5662"/>
                          </a:cubicBezTo>
                          <a:cubicBezTo>
                            <a:pt x="216801" y="5662"/>
                            <a:pt x="216801" y="5662"/>
                            <a:pt x="216801" y="5662"/>
                          </a:cubicBezTo>
                          <a:cubicBezTo>
                            <a:pt x="215468" y="6615"/>
                            <a:pt x="213944" y="6900"/>
                            <a:pt x="212515" y="728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5B000">
                            <a:alpha val="100000"/>
                          </a:srgbClr>
                        </a:gs>
                        <a:gs pos="99910">
                          <a:srgbClr val="CD8A00">
                            <a:alpha val="100000"/>
                          </a:srgbClr>
                        </a:gs>
                      </a:gsLst>
                      <a:lin ang="198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5" name="AutoShape 125"/>
                    <p:cNvSpPr/>
                    <p:nvPr/>
                  </p:nvSpPr>
                  <p:spPr>
                    <a:xfrm>
                      <a:off x="5038248" y="2783014"/>
                      <a:ext cx="468534" cy="3277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8534" h="327731">
                          <a:moveTo>
                            <a:pt x="450914" y="133731"/>
                          </a:moveTo>
                          <a:cubicBezTo>
                            <a:pt x="451009" y="133445"/>
                            <a:pt x="451199" y="133255"/>
                            <a:pt x="451295" y="132969"/>
                          </a:cubicBezTo>
                          <a:cubicBezTo>
                            <a:pt x="451580" y="132398"/>
                            <a:pt x="451866" y="131826"/>
                            <a:pt x="452152" y="131254"/>
                          </a:cubicBezTo>
                          <a:cubicBezTo>
                            <a:pt x="453390" y="128969"/>
                            <a:pt x="454533" y="126587"/>
                            <a:pt x="455581" y="124301"/>
                          </a:cubicBezTo>
                          <a:cubicBezTo>
                            <a:pt x="455771" y="123825"/>
                            <a:pt x="455962" y="123349"/>
                            <a:pt x="456248" y="122873"/>
                          </a:cubicBezTo>
                          <a:cubicBezTo>
                            <a:pt x="456533" y="122301"/>
                            <a:pt x="456819" y="121634"/>
                            <a:pt x="457105" y="121063"/>
                          </a:cubicBezTo>
                          <a:cubicBezTo>
                            <a:pt x="457867" y="119348"/>
                            <a:pt x="458629" y="117538"/>
                            <a:pt x="459295" y="115824"/>
                          </a:cubicBezTo>
                          <a:cubicBezTo>
                            <a:pt x="459581" y="115157"/>
                            <a:pt x="459772" y="114490"/>
                            <a:pt x="460058" y="113824"/>
                          </a:cubicBezTo>
                          <a:cubicBezTo>
                            <a:pt x="460248" y="113348"/>
                            <a:pt x="460439" y="112776"/>
                            <a:pt x="460629" y="112300"/>
                          </a:cubicBezTo>
                          <a:cubicBezTo>
                            <a:pt x="461105" y="110966"/>
                            <a:pt x="461582" y="109538"/>
                            <a:pt x="462058" y="108204"/>
                          </a:cubicBezTo>
                          <a:cubicBezTo>
                            <a:pt x="462344" y="107442"/>
                            <a:pt x="462534" y="106585"/>
                            <a:pt x="462820" y="105823"/>
                          </a:cubicBezTo>
                          <a:cubicBezTo>
                            <a:pt x="463010" y="105346"/>
                            <a:pt x="463106" y="104870"/>
                            <a:pt x="463296" y="104394"/>
                          </a:cubicBezTo>
                          <a:cubicBezTo>
                            <a:pt x="463677" y="103156"/>
                            <a:pt x="464058" y="101917"/>
                            <a:pt x="464344" y="100679"/>
                          </a:cubicBezTo>
                          <a:cubicBezTo>
                            <a:pt x="464534" y="99917"/>
                            <a:pt x="464725" y="99060"/>
                            <a:pt x="465011" y="98298"/>
                          </a:cubicBezTo>
                          <a:cubicBezTo>
                            <a:pt x="465106" y="97822"/>
                            <a:pt x="465296" y="97250"/>
                            <a:pt x="465392" y="96774"/>
                          </a:cubicBezTo>
                          <a:cubicBezTo>
                            <a:pt x="465677" y="95631"/>
                            <a:pt x="465868" y="94583"/>
                            <a:pt x="466154" y="93440"/>
                          </a:cubicBezTo>
                          <a:cubicBezTo>
                            <a:pt x="466344" y="92678"/>
                            <a:pt x="466439" y="91916"/>
                            <a:pt x="466630" y="91154"/>
                          </a:cubicBezTo>
                          <a:cubicBezTo>
                            <a:pt x="466725" y="90583"/>
                            <a:pt x="466916" y="89916"/>
                            <a:pt x="467011" y="89344"/>
                          </a:cubicBezTo>
                          <a:cubicBezTo>
                            <a:pt x="467201" y="88297"/>
                            <a:pt x="467392" y="87344"/>
                            <a:pt x="467487" y="86296"/>
                          </a:cubicBezTo>
                          <a:cubicBezTo>
                            <a:pt x="467582" y="85630"/>
                            <a:pt x="467678" y="85058"/>
                            <a:pt x="467678" y="84392"/>
                          </a:cubicBezTo>
                          <a:cubicBezTo>
                            <a:pt x="467773" y="83629"/>
                            <a:pt x="467868" y="82867"/>
                            <a:pt x="467963" y="82106"/>
                          </a:cubicBezTo>
                          <a:cubicBezTo>
                            <a:pt x="468059" y="81153"/>
                            <a:pt x="468154" y="80200"/>
                            <a:pt x="468249" y="79248"/>
                          </a:cubicBezTo>
                          <a:cubicBezTo>
                            <a:pt x="468249" y="78772"/>
                            <a:pt x="468249" y="78296"/>
                            <a:pt x="468344" y="77819"/>
                          </a:cubicBezTo>
                          <a:cubicBezTo>
                            <a:pt x="468440" y="76771"/>
                            <a:pt x="468440" y="75819"/>
                            <a:pt x="468440" y="74867"/>
                          </a:cubicBezTo>
                          <a:cubicBezTo>
                            <a:pt x="468440" y="74009"/>
                            <a:pt x="468535" y="73247"/>
                            <a:pt x="468535" y="72390"/>
                          </a:cubicBezTo>
                          <a:cubicBezTo>
                            <a:pt x="468535" y="72104"/>
                            <a:pt x="468535" y="71819"/>
                            <a:pt x="468535" y="71533"/>
                          </a:cubicBezTo>
                          <a:cubicBezTo>
                            <a:pt x="468535" y="69628"/>
                            <a:pt x="468440" y="67723"/>
                            <a:pt x="468344" y="65818"/>
                          </a:cubicBezTo>
                          <a:cubicBezTo>
                            <a:pt x="468344" y="65627"/>
                            <a:pt x="468344" y="65532"/>
                            <a:pt x="468249" y="65342"/>
                          </a:cubicBezTo>
                          <a:cubicBezTo>
                            <a:pt x="468059" y="63246"/>
                            <a:pt x="467773" y="61246"/>
                            <a:pt x="467487" y="59246"/>
                          </a:cubicBezTo>
                          <a:cubicBezTo>
                            <a:pt x="467487" y="58960"/>
                            <a:pt x="467392" y="58769"/>
                            <a:pt x="467392" y="58483"/>
                          </a:cubicBezTo>
                          <a:cubicBezTo>
                            <a:pt x="467296" y="57817"/>
                            <a:pt x="467106" y="57150"/>
                            <a:pt x="467011" y="56483"/>
                          </a:cubicBezTo>
                          <a:cubicBezTo>
                            <a:pt x="466820" y="55340"/>
                            <a:pt x="466535" y="54292"/>
                            <a:pt x="466249" y="53245"/>
                          </a:cubicBezTo>
                          <a:cubicBezTo>
                            <a:pt x="466058" y="52673"/>
                            <a:pt x="465963" y="52102"/>
                            <a:pt x="465868" y="51530"/>
                          </a:cubicBezTo>
                          <a:cubicBezTo>
                            <a:pt x="465677" y="50768"/>
                            <a:pt x="465487" y="50102"/>
                            <a:pt x="465201" y="49340"/>
                          </a:cubicBezTo>
                          <a:cubicBezTo>
                            <a:pt x="465011" y="48673"/>
                            <a:pt x="464725" y="48006"/>
                            <a:pt x="464534" y="47435"/>
                          </a:cubicBezTo>
                          <a:cubicBezTo>
                            <a:pt x="464249" y="46482"/>
                            <a:pt x="463868" y="45529"/>
                            <a:pt x="463487" y="44672"/>
                          </a:cubicBezTo>
                          <a:cubicBezTo>
                            <a:pt x="463296" y="44101"/>
                            <a:pt x="463010" y="43529"/>
                            <a:pt x="462820" y="42958"/>
                          </a:cubicBezTo>
                          <a:cubicBezTo>
                            <a:pt x="462629" y="42481"/>
                            <a:pt x="462344" y="42100"/>
                            <a:pt x="462153" y="41624"/>
                          </a:cubicBezTo>
                          <a:lnTo>
                            <a:pt x="438341" y="0"/>
                          </a:lnTo>
                          <a:cubicBezTo>
                            <a:pt x="438436" y="190"/>
                            <a:pt x="438436" y="381"/>
                            <a:pt x="438531" y="571"/>
                          </a:cubicBezTo>
                          <a:cubicBezTo>
                            <a:pt x="438721" y="1143"/>
                            <a:pt x="439007" y="1715"/>
                            <a:pt x="439198" y="2191"/>
                          </a:cubicBezTo>
                          <a:cubicBezTo>
                            <a:pt x="439484" y="3048"/>
                            <a:pt x="439865" y="3810"/>
                            <a:pt x="440150" y="4667"/>
                          </a:cubicBezTo>
                          <a:cubicBezTo>
                            <a:pt x="440245" y="4953"/>
                            <a:pt x="440436" y="5239"/>
                            <a:pt x="440531" y="5620"/>
                          </a:cubicBezTo>
                          <a:cubicBezTo>
                            <a:pt x="440722" y="6096"/>
                            <a:pt x="440817" y="6572"/>
                            <a:pt x="441008" y="7048"/>
                          </a:cubicBezTo>
                          <a:cubicBezTo>
                            <a:pt x="441198" y="7620"/>
                            <a:pt x="441389" y="8287"/>
                            <a:pt x="441579" y="8954"/>
                          </a:cubicBezTo>
                          <a:cubicBezTo>
                            <a:pt x="441770" y="9525"/>
                            <a:pt x="441865" y="10096"/>
                            <a:pt x="442055" y="10668"/>
                          </a:cubicBezTo>
                          <a:cubicBezTo>
                            <a:pt x="442151" y="10858"/>
                            <a:pt x="442151" y="11144"/>
                            <a:pt x="442246" y="11335"/>
                          </a:cubicBezTo>
                          <a:cubicBezTo>
                            <a:pt x="442436" y="12287"/>
                            <a:pt x="442627" y="13240"/>
                            <a:pt x="442817" y="14288"/>
                          </a:cubicBezTo>
                          <a:cubicBezTo>
                            <a:pt x="442913" y="14859"/>
                            <a:pt x="443103" y="15526"/>
                            <a:pt x="443198" y="16097"/>
                          </a:cubicBezTo>
                          <a:cubicBezTo>
                            <a:pt x="443294" y="16383"/>
                            <a:pt x="443294" y="16669"/>
                            <a:pt x="443389" y="16859"/>
                          </a:cubicBezTo>
                          <a:cubicBezTo>
                            <a:pt x="443389" y="16954"/>
                            <a:pt x="443389" y="17050"/>
                            <a:pt x="443484" y="17145"/>
                          </a:cubicBezTo>
                          <a:cubicBezTo>
                            <a:pt x="443770" y="19145"/>
                            <a:pt x="444056" y="21146"/>
                            <a:pt x="444246" y="23146"/>
                          </a:cubicBezTo>
                          <a:cubicBezTo>
                            <a:pt x="444246" y="23241"/>
                            <a:pt x="444246" y="23431"/>
                            <a:pt x="444246" y="23527"/>
                          </a:cubicBezTo>
                          <a:cubicBezTo>
                            <a:pt x="444437" y="25432"/>
                            <a:pt x="444532" y="27337"/>
                            <a:pt x="444532" y="29337"/>
                          </a:cubicBezTo>
                          <a:cubicBezTo>
                            <a:pt x="444532" y="29623"/>
                            <a:pt x="444532" y="29813"/>
                            <a:pt x="444532" y="30099"/>
                          </a:cubicBezTo>
                          <a:cubicBezTo>
                            <a:pt x="444532" y="30956"/>
                            <a:pt x="444532" y="31718"/>
                            <a:pt x="444437" y="32575"/>
                          </a:cubicBezTo>
                          <a:cubicBezTo>
                            <a:pt x="444437" y="33623"/>
                            <a:pt x="444437" y="34671"/>
                            <a:pt x="444341" y="35623"/>
                          </a:cubicBezTo>
                          <a:cubicBezTo>
                            <a:pt x="444341" y="36004"/>
                            <a:pt x="444246" y="36481"/>
                            <a:pt x="444246" y="36957"/>
                          </a:cubicBezTo>
                          <a:cubicBezTo>
                            <a:pt x="444151" y="37910"/>
                            <a:pt x="444056" y="38862"/>
                            <a:pt x="443960" y="39815"/>
                          </a:cubicBezTo>
                          <a:cubicBezTo>
                            <a:pt x="443865" y="40577"/>
                            <a:pt x="443865" y="41434"/>
                            <a:pt x="443770" y="42196"/>
                          </a:cubicBezTo>
                          <a:cubicBezTo>
                            <a:pt x="443675" y="42767"/>
                            <a:pt x="443579" y="43339"/>
                            <a:pt x="443484" y="44006"/>
                          </a:cubicBezTo>
                          <a:cubicBezTo>
                            <a:pt x="443389" y="45053"/>
                            <a:pt x="443198" y="46006"/>
                            <a:pt x="443008" y="47054"/>
                          </a:cubicBezTo>
                          <a:cubicBezTo>
                            <a:pt x="442913" y="47720"/>
                            <a:pt x="442817" y="48292"/>
                            <a:pt x="442722" y="48958"/>
                          </a:cubicBezTo>
                          <a:cubicBezTo>
                            <a:pt x="442627" y="49721"/>
                            <a:pt x="442436" y="50387"/>
                            <a:pt x="442246" y="51149"/>
                          </a:cubicBezTo>
                          <a:cubicBezTo>
                            <a:pt x="442055" y="52292"/>
                            <a:pt x="441770" y="53340"/>
                            <a:pt x="441484" y="54483"/>
                          </a:cubicBezTo>
                          <a:cubicBezTo>
                            <a:pt x="441389" y="55054"/>
                            <a:pt x="441293" y="55531"/>
                            <a:pt x="441103" y="56102"/>
                          </a:cubicBezTo>
                          <a:cubicBezTo>
                            <a:pt x="440912" y="56864"/>
                            <a:pt x="440627" y="57626"/>
                            <a:pt x="440436" y="58388"/>
                          </a:cubicBezTo>
                          <a:cubicBezTo>
                            <a:pt x="440055" y="59627"/>
                            <a:pt x="439769" y="60865"/>
                            <a:pt x="439388" y="62103"/>
                          </a:cubicBezTo>
                          <a:cubicBezTo>
                            <a:pt x="439198" y="62579"/>
                            <a:pt x="439103" y="63151"/>
                            <a:pt x="438912" y="63627"/>
                          </a:cubicBezTo>
                          <a:cubicBezTo>
                            <a:pt x="438626" y="64389"/>
                            <a:pt x="438341" y="65151"/>
                            <a:pt x="438150" y="65913"/>
                          </a:cubicBezTo>
                          <a:cubicBezTo>
                            <a:pt x="437674" y="67246"/>
                            <a:pt x="437198" y="68675"/>
                            <a:pt x="436721" y="70009"/>
                          </a:cubicBezTo>
                          <a:cubicBezTo>
                            <a:pt x="436531" y="70580"/>
                            <a:pt x="436340" y="71056"/>
                            <a:pt x="436150" y="71628"/>
                          </a:cubicBezTo>
                          <a:cubicBezTo>
                            <a:pt x="435864" y="72295"/>
                            <a:pt x="435578" y="72961"/>
                            <a:pt x="435293" y="73533"/>
                          </a:cubicBezTo>
                          <a:cubicBezTo>
                            <a:pt x="434626" y="75248"/>
                            <a:pt x="433864" y="77057"/>
                            <a:pt x="433102" y="78772"/>
                          </a:cubicBezTo>
                          <a:cubicBezTo>
                            <a:pt x="432816" y="79438"/>
                            <a:pt x="432626" y="80010"/>
                            <a:pt x="432340" y="80677"/>
                          </a:cubicBezTo>
                          <a:cubicBezTo>
                            <a:pt x="432149" y="81153"/>
                            <a:pt x="431864" y="81629"/>
                            <a:pt x="431673" y="82010"/>
                          </a:cubicBezTo>
                          <a:cubicBezTo>
                            <a:pt x="430625" y="84296"/>
                            <a:pt x="429482" y="86677"/>
                            <a:pt x="428244" y="88963"/>
                          </a:cubicBezTo>
                          <a:cubicBezTo>
                            <a:pt x="428244" y="89059"/>
                            <a:pt x="428149" y="89154"/>
                            <a:pt x="428149" y="89154"/>
                          </a:cubicBezTo>
                          <a:cubicBezTo>
                            <a:pt x="427863" y="89630"/>
                            <a:pt x="427673" y="90202"/>
                            <a:pt x="427387" y="90678"/>
                          </a:cubicBezTo>
                          <a:cubicBezTo>
                            <a:pt x="427292" y="90964"/>
                            <a:pt x="427101" y="91154"/>
                            <a:pt x="427006" y="91440"/>
                          </a:cubicBezTo>
                          <a:cubicBezTo>
                            <a:pt x="426720" y="92011"/>
                            <a:pt x="426339" y="92583"/>
                            <a:pt x="426053" y="93154"/>
                          </a:cubicBezTo>
                          <a:cubicBezTo>
                            <a:pt x="425482" y="94107"/>
                            <a:pt x="425006" y="95060"/>
                            <a:pt x="424434" y="96107"/>
                          </a:cubicBezTo>
                          <a:cubicBezTo>
                            <a:pt x="423958" y="96965"/>
                            <a:pt x="423386" y="97822"/>
                            <a:pt x="422910" y="98774"/>
                          </a:cubicBezTo>
                          <a:cubicBezTo>
                            <a:pt x="422529" y="99441"/>
                            <a:pt x="422053" y="100203"/>
                            <a:pt x="421672" y="100870"/>
                          </a:cubicBezTo>
                          <a:cubicBezTo>
                            <a:pt x="421386" y="101346"/>
                            <a:pt x="421100" y="101917"/>
                            <a:pt x="420719" y="102394"/>
                          </a:cubicBezTo>
                          <a:cubicBezTo>
                            <a:pt x="420243" y="103156"/>
                            <a:pt x="419767" y="103918"/>
                            <a:pt x="419291" y="104680"/>
                          </a:cubicBezTo>
                          <a:cubicBezTo>
                            <a:pt x="419100" y="104965"/>
                            <a:pt x="418910" y="105346"/>
                            <a:pt x="418624" y="105632"/>
                          </a:cubicBezTo>
                          <a:cubicBezTo>
                            <a:pt x="417957" y="106680"/>
                            <a:pt x="417386" y="107633"/>
                            <a:pt x="416719" y="108680"/>
                          </a:cubicBezTo>
                          <a:cubicBezTo>
                            <a:pt x="416528" y="109061"/>
                            <a:pt x="416243" y="109347"/>
                            <a:pt x="416052" y="109728"/>
                          </a:cubicBezTo>
                          <a:cubicBezTo>
                            <a:pt x="415195" y="111061"/>
                            <a:pt x="414242" y="112395"/>
                            <a:pt x="413290" y="113729"/>
                          </a:cubicBezTo>
                          <a:cubicBezTo>
                            <a:pt x="412718" y="114586"/>
                            <a:pt x="412147" y="115443"/>
                            <a:pt x="411480" y="116300"/>
                          </a:cubicBezTo>
                          <a:cubicBezTo>
                            <a:pt x="411385" y="116491"/>
                            <a:pt x="411290" y="116586"/>
                            <a:pt x="411099" y="116777"/>
                          </a:cubicBezTo>
                          <a:cubicBezTo>
                            <a:pt x="410623" y="117443"/>
                            <a:pt x="410051" y="118205"/>
                            <a:pt x="409575" y="118872"/>
                          </a:cubicBezTo>
                          <a:cubicBezTo>
                            <a:pt x="408051" y="120967"/>
                            <a:pt x="406527" y="122968"/>
                            <a:pt x="405003" y="125063"/>
                          </a:cubicBezTo>
                          <a:cubicBezTo>
                            <a:pt x="404146" y="126111"/>
                            <a:pt x="403289" y="127254"/>
                            <a:pt x="402431" y="128302"/>
                          </a:cubicBezTo>
                          <a:cubicBezTo>
                            <a:pt x="401003" y="130111"/>
                            <a:pt x="399479" y="131921"/>
                            <a:pt x="398050" y="133731"/>
                          </a:cubicBezTo>
                          <a:cubicBezTo>
                            <a:pt x="397669" y="134207"/>
                            <a:pt x="397288" y="134779"/>
                            <a:pt x="396812" y="135255"/>
                          </a:cubicBezTo>
                          <a:cubicBezTo>
                            <a:pt x="396240" y="135922"/>
                            <a:pt x="395669" y="136588"/>
                            <a:pt x="395097" y="137255"/>
                          </a:cubicBezTo>
                          <a:cubicBezTo>
                            <a:pt x="393668" y="138970"/>
                            <a:pt x="392144" y="140684"/>
                            <a:pt x="390620" y="142304"/>
                          </a:cubicBezTo>
                          <a:cubicBezTo>
                            <a:pt x="389573" y="143446"/>
                            <a:pt x="388525" y="144590"/>
                            <a:pt x="387477" y="145733"/>
                          </a:cubicBezTo>
                          <a:cubicBezTo>
                            <a:pt x="385953" y="147447"/>
                            <a:pt x="384334" y="149161"/>
                            <a:pt x="382715" y="150876"/>
                          </a:cubicBezTo>
                          <a:cubicBezTo>
                            <a:pt x="381667" y="152019"/>
                            <a:pt x="380619" y="153067"/>
                            <a:pt x="379571" y="154210"/>
                          </a:cubicBezTo>
                          <a:cubicBezTo>
                            <a:pt x="377762" y="156019"/>
                            <a:pt x="375952" y="157829"/>
                            <a:pt x="374142" y="159639"/>
                          </a:cubicBezTo>
                          <a:cubicBezTo>
                            <a:pt x="373190" y="160592"/>
                            <a:pt x="372142" y="161544"/>
                            <a:pt x="371189" y="162592"/>
                          </a:cubicBezTo>
                          <a:cubicBezTo>
                            <a:pt x="368808" y="164878"/>
                            <a:pt x="366427" y="167069"/>
                            <a:pt x="364045" y="169354"/>
                          </a:cubicBezTo>
                          <a:cubicBezTo>
                            <a:pt x="363569" y="169831"/>
                            <a:pt x="363093" y="170307"/>
                            <a:pt x="362617" y="170688"/>
                          </a:cubicBezTo>
                          <a:cubicBezTo>
                            <a:pt x="362521" y="170783"/>
                            <a:pt x="362426" y="170879"/>
                            <a:pt x="362331" y="170879"/>
                          </a:cubicBezTo>
                          <a:cubicBezTo>
                            <a:pt x="362236" y="170974"/>
                            <a:pt x="362236" y="170974"/>
                            <a:pt x="362141" y="171069"/>
                          </a:cubicBezTo>
                          <a:cubicBezTo>
                            <a:pt x="361379" y="171736"/>
                            <a:pt x="360617" y="172498"/>
                            <a:pt x="359855" y="173165"/>
                          </a:cubicBezTo>
                          <a:cubicBezTo>
                            <a:pt x="359283" y="173736"/>
                            <a:pt x="358616" y="174212"/>
                            <a:pt x="358045" y="174784"/>
                          </a:cubicBezTo>
                          <a:cubicBezTo>
                            <a:pt x="355283" y="177260"/>
                            <a:pt x="352425" y="179642"/>
                            <a:pt x="349472" y="182118"/>
                          </a:cubicBezTo>
                          <a:cubicBezTo>
                            <a:pt x="349472" y="182118"/>
                            <a:pt x="349377" y="182118"/>
                            <a:pt x="349377" y="182213"/>
                          </a:cubicBezTo>
                          <a:cubicBezTo>
                            <a:pt x="348615" y="182880"/>
                            <a:pt x="347853" y="183452"/>
                            <a:pt x="347091" y="184118"/>
                          </a:cubicBezTo>
                          <a:cubicBezTo>
                            <a:pt x="346901" y="184309"/>
                            <a:pt x="346710" y="184404"/>
                            <a:pt x="346520" y="184594"/>
                          </a:cubicBezTo>
                          <a:cubicBezTo>
                            <a:pt x="342805" y="187642"/>
                            <a:pt x="338995" y="190690"/>
                            <a:pt x="335090" y="193643"/>
                          </a:cubicBezTo>
                          <a:cubicBezTo>
                            <a:pt x="334994" y="193738"/>
                            <a:pt x="334899" y="193834"/>
                            <a:pt x="334804" y="193929"/>
                          </a:cubicBezTo>
                          <a:cubicBezTo>
                            <a:pt x="334232" y="194405"/>
                            <a:pt x="333661" y="194786"/>
                            <a:pt x="333089" y="195263"/>
                          </a:cubicBezTo>
                          <a:cubicBezTo>
                            <a:pt x="330137" y="197453"/>
                            <a:pt x="327184" y="199644"/>
                            <a:pt x="324136" y="201835"/>
                          </a:cubicBezTo>
                          <a:cubicBezTo>
                            <a:pt x="323660" y="202216"/>
                            <a:pt x="323183" y="202502"/>
                            <a:pt x="322707" y="202883"/>
                          </a:cubicBezTo>
                          <a:cubicBezTo>
                            <a:pt x="321659" y="203644"/>
                            <a:pt x="320612" y="204311"/>
                            <a:pt x="319659" y="205073"/>
                          </a:cubicBezTo>
                          <a:cubicBezTo>
                            <a:pt x="317849" y="206311"/>
                            <a:pt x="316135" y="207550"/>
                            <a:pt x="314325" y="208788"/>
                          </a:cubicBezTo>
                          <a:cubicBezTo>
                            <a:pt x="313754" y="209169"/>
                            <a:pt x="313087" y="209645"/>
                            <a:pt x="312515" y="210026"/>
                          </a:cubicBezTo>
                          <a:cubicBezTo>
                            <a:pt x="311277" y="210884"/>
                            <a:pt x="310039" y="211646"/>
                            <a:pt x="308801" y="212408"/>
                          </a:cubicBezTo>
                          <a:cubicBezTo>
                            <a:pt x="307467" y="213265"/>
                            <a:pt x="306229" y="214122"/>
                            <a:pt x="304895" y="214979"/>
                          </a:cubicBezTo>
                          <a:cubicBezTo>
                            <a:pt x="304419" y="215265"/>
                            <a:pt x="303943" y="215646"/>
                            <a:pt x="303371" y="215932"/>
                          </a:cubicBezTo>
                          <a:cubicBezTo>
                            <a:pt x="302133" y="216694"/>
                            <a:pt x="300895" y="217551"/>
                            <a:pt x="299561" y="218313"/>
                          </a:cubicBezTo>
                          <a:cubicBezTo>
                            <a:pt x="298990" y="218694"/>
                            <a:pt x="298514" y="218980"/>
                            <a:pt x="297942" y="219361"/>
                          </a:cubicBezTo>
                          <a:cubicBezTo>
                            <a:pt x="296990" y="219932"/>
                            <a:pt x="296132" y="220504"/>
                            <a:pt x="295180" y="221075"/>
                          </a:cubicBezTo>
                          <a:cubicBezTo>
                            <a:pt x="294989" y="221171"/>
                            <a:pt x="294704" y="221361"/>
                            <a:pt x="294513" y="221456"/>
                          </a:cubicBezTo>
                          <a:cubicBezTo>
                            <a:pt x="293751" y="221933"/>
                            <a:pt x="292989" y="222409"/>
                            <a:pt x="292227" y="222885"/>
                          </a:cubicBezTo>
                          <a:cubicBezTo>
                            <a:pt x="290132" y="224123"/>
                            <a:pt x="288036" y="225457"/>
                            <a:pt x="285941" y="226695"/>
                          </a:cubicBezTo>
                          <a:cubicBezTo>
                            <a:pt x="285750" y="226790"/>
                            <a:pt x="285655" y="226886"/>
                            <a:pt x="285464" y="226981"/>
                          </a:cubicBezTo>
                          <a:cubicBezTo>
                            <a:pt x="284798" y="227362"/>
                            <a:pt x="284036" y="227743"/>
                            <a:pt x="283369" y="228219"/>
                          </a:cubicBezTo>
                          <a:cubicBezTo>
                            <a:pt x="281559" y="229267"/>
                            <a:pt x="279654" y="230315"/>
                            <a:pt x="277844" y="231362"/>
                          </a:cubicBezTo>
                          <a:cubicBezTo>
                            <a:pt x="277654" y="231458"/>
                            <a:pt x="277368" y="231648"/>
                            <a:pt x="277178" y="231743"/>
                          </a:cubicBezTo>
                          <a:cubicBezTo>
                            <a:pt x="276606" y="232029"/>
                            <a:pt x="276035" y="232315"/>
                            <a:pt x="275463" y="232696"/>
                          </a:cubicBezTo>
                          <a:cubicBezTo>
                            <a:pt x="274320" y="233363"/>
                            <a:pt x="273177" y="233934"/>
                            <a:pt x="272034" y="234601"/>
                          </a:cubicBezTo>
                          <a:cubicBezTo>
                            <a:pt x="271463" y="234886"/>
                            <a:pt x="270986" y="235172"/>
                            <a:pt x="270415" y="235458"/>
                          </a:cubicBezTo>
                          <a:cubicBezTo>
                            <a:pt x="269653" y="235839"/>
                            <a:pt x="268986" y="236220"/>
                            <a:pt x="268224" y="236601"/>
                          </a:cubicBezTo>
                          <a:cubicBezTo>
                            <a:pt x="267176" y="237173"/>
                            <a:pt x="266129" y="237649"/>
                            <a:pt x="265176" y="238220"/>
                          </a:cubicBezTo>
                          <a:cubicBezTo>
                            <a:pt x="263938" y="238887"/>
                            <a:pt x="262700" y="239459"/>
                            <a:pt x="261461" y="240125"/>
                          </a:cubicBezTo>
                          <a:cubicBezTo>
                            <a:pt x="260699" y="240506"/>
                            <a:pt x="259937" y="240983"/>
                            <a:pt x="259175" y="241363"/>
                          </a:cubicBezTo>
                          <a:cubicBezTo>
                            <a:pt x="257842" y="242030"/>
                            <a:pt x="256604" y="242602"/>
                            <a:pt x="255270" y="243269"/>
                          </a:cubicBezTo>
                          <a:cubicBezTo>
                            <a:pt x="254984" y="243459"/>
                            <a:pt x="254603" y="243554"/>
                            <a:pt x="254318" y="243745"/>
                          </a:cubicBezTo>
                          <a:cubicBezTo>
                            <a:pt x="253175" y="244316"/>
                            <a:pt x="252127" y="244792"/>
                            <a:pt x="250984" y="245364"/>
                          </a:cubicBezTo>
                          <a:cubicBezTo>
                            <a:pt x="250603" y="245554"/>
                            <a:pt x="250222" y="245745"/>
                            <a:pt x="249841" y="245936"/>
                          </a:cubicBezTo>
                          <a:cubicBezTo>
                            <a:pt x="248984" y="246317"/>
                            <a:pt x="248222" y="246698"/>
                            <a:pt x="247364" y="247079"/>
                          </a:cubicBezTo>
                          <a:cubicBezTo>
                            <a:pt x="245174" y="248126"/>
                            <a:pt x="243078" y="249079"/>
                            <a:pt x="240887" y="250127"/>
                          </a:cubicBezTo>
                          <a:cubicBezTo>
                            <a:pt x="240697" y="250222"/>
                            <a:pt x="240506" y="250317"/>
                            <a:pt x="240316" y="250412"/>
                          </a:cubicBezTo>
                          <a:cubicBezTo>
                            <a:pt x="240316" y="250412"/>
                            <a:pt x="240316" y="250412"/>
                            <a:pt x="240221" y="250412"/>
                          </a:cubicBezTo>
                          <a:cubicBezTo>
                            <a:pt x="239935" y="250508"/>
                            <a:pt x="239649" y="250698"/>
                            <a:pt x="239363" y="250793"/>
                          </a:cubicBezTo>
                          <a:cubicBezTo>
                            <a:pt x="236696" y="252031"/>
                            <a:pt x="233934" y="253175"/>
                            <a:pt x="231172" y="254413"/>
                          </a:cubicBezTo>
                          <a:cubicBezTo>
                            <a:pt x="230981" y="254508"/>
                            <a:pt x="230696" y="254603"/>
                            <a:pt x="230505" y="254698"/>
                          </a:cubicBezTo>
                          <a:cubicBezTo>
                            <a:pt x="229934" y="254984"/>
                            <a:pt x="229362" y="255175"/>
                            <a:pt x="228695" y="255461"/>
                          </a:cubicBezTo>
                          <a:cubicBezTo>
                            <a:pt x="226790" y="256223"/>
                            <a:pt x="224885" y="256985"/>
                            <a:pt x="223076" y="257746"/>
                          </a:cubicBezTo>
                          <a:cubicBezTo>
                            <a:pt x="222218" y="258127"/>
                            <a:pt x="221361" y="258413"/>
                            <a:pt x="220504" y="258794"/>
                          </a:cubicBezTo>
                          <a:cubicBezTo>
                            <a:pt x="220218" y="258890"/>
                            <a:pt x="219932" y="258985"/>
                            <a:pt x="219647" y="259175"/>
                          </a:cubicBezTo>
                          <a:cubicBezTo>
                            <a:pt x="219075" y="259461"/>
                            <a:pt x="218408" y="259652"/>
                            <a:pt x="217837" y="259842"/>
                          </a:cubicBezTo>
                          <a:cubicBezTo>
                            <a:pt x="216694" y="260318"/>
                            <a:pt x="215551" y="260699"/>
                            <a:pt x="214503" y="261175"/>
                          </a:cubicBezTo>
                          <a:cubicBezTo>
                            <a:pt x="213265" y="261652"/>
                            <a:pt x="211931" y="262223"/>
                            <a:pt x="210693" y="262700"/>
                          </a:cubicBezTo>
                          <a:cubicBezTo>
                            <a:pt x="210407" y="262795"/>
                            <a:pt x="210122" y="262890"/>
                            <a:pt x="209836" y="262985"/>
                          </a:cubicBezTo>
                          <a:cubicBezTo>
                            <a:pt x="208883" y="263366"/>
                            <a:pt x="208026" y="263652"/>
                            <a:pt x="207074" y="264033"/>
                          </a:cubicBezTo>
                          <a:cubicBezTo>
                            <a:pt x="205835" y="264509"/>
                            <a:pt x="204597" y="264890"/>
                            <a:pt x="203359" y="265367"/>
                          </a:cubicBezTo>
                          <a:cubicBezTo>
                            <a:pt x="202406" y="265652"/>
                            <a:pt x="201454" y="266033"/>
                            <a:pt x="200501" y="266414"/>
                          </a:cubicBezTo>
                          <a:cubicBezTo>
                            <a:pt x="200311" y="266510"/>
                            <a:pt x="200025" y="266605"/>
                            <a:pt x="199835" y="266605"/>
                          </a:cubicBezTo>
                          <a:cubicBezTo>
                            <a:pt x="199263" y="266795"/>
                            <a:pt x="198692" y="266986"/>
                            <a:pt x="198120" y="267176"/>
                          </a:cubicBezTo>
                          <a:cubicBezTo>
                            <a:pt x="197453" y="267367"/>
                            <a:pt x="196882" y="267557"/>
                            <a:pt x="196310" y="267748"/>
                          </a:cubicBezTo>
                          <a:cubicBezTo>
                            <a:pt x="195072" y="268129"/>
                            <a:pt x="193739" y="268605"/>
                            <a:pt x="192500" y="268986"/>
                          </a:cubicBezTo>
                          <a:cubicBezTo>
                            <a:pt x="191834" y="269177"/>
                            <a:pt x="191167" y="269462"/>
                            <a:pt x="190405" y="269653"/>
                          </a:cubicBezTo>
                          <a:cubicBezTo>
                            <a:pt x="190214" y="269653"/>
                            <a:pt x="190119" y="269748"/>
                            <a:pt x="189929" y="269748"/>
                          </a:cubicBezTo>
                          <a:cubicBezTo>
                            <a:pt x="189738" y="269843"/>
                            <a:pt x="189643" y="269843"/>
                            <a:pt x="189452" y="269938"/>
                          </a:cubicBezTo>
                          <a:cubicBezTo>
                            <a:pt x="188119" y="270319"/>
                            <a:pt x="186785" y="270700"/>
                            <a:pt x="185452" y="271177"/>
                          </a:cubicBezTo>
                          <a:cubicBezTo>
                            <a:pt x="184118" y="271558"/>
                            <a:pt x="182880" y="271939"/>
                            <a:pt x="181547" y="272320"/>
                          </a:cubicBezTo>
                          <a:cubicBezTo>
                            <a:pt x="181166" y="272415"/>
                            <a:pt x="180880" y="272510"/>
                            <a:pt x="180499" y="272606"/>
                          </a:cubicBezTo>
                          <a:cubicBezTo>
                            <a:pt x="180308" y="272606"/>
                            <a:pt x="180213" y="272701"/>
                            <a:pt x="180023" y="272701"/>
                          </a:cubicBezTo>
                          <a:cubicBezTo>
                            <a:pt x="179927" y="272701"/>
                            <a:pt x="179927" y="272701"/>
                            <a:pt x="179832" y="272796"/>
                          </a:cubicBezTo>
                          <a:cubicBezTo>
                            <a:pt x="179832" y="272796"/>
                            <a:pt x="179832" y="272796"/>
                            <a:pt x="179832" y="272796"/>
                          </a:cubicBezTo>
                          <a:cubicBezTo>
                            <a:pt x="178022" y="273367"/>
                            <a:pt x="176213" y="273844"/>
                            <a:pt x="174403" y="274320"/>
                          </a:cubicBezTo>
                          <a:cubicBezTo>
                            <a:pt x="173355" y="274606"/>
                            <a:pt x="172212" y="274892"/>
                            <a:pt x="171164" y="275177"/>
                          </a:cubicBezTo>
                          <a:cubicBezTo>
                            <a:pt x="171069" y="275177"/>
                            <a:pt x="170974" y="275273"/>
                            <a:pt x="170879" y="275273"/>
                          </a:cubicBezTo>
                          <a:cubicBezTo>
                            <a:pt x="170498" y="275368"/>
                            <a:pt x="170117" y="275463"/>
                            <a:pt x="169736" y="275558"/>
                          </a:cubicBezTo>
                          <a:cubicBezTo>
                            <a:pt x="169545" y="275654"/>
                            <a:pt x="169355" y="275654"/>
                            <a:pt x="169164" y="275749"/>
                          </a:cubicBezTo>
                          <a:cubicBezTo>
                            <a:pt x="168402" y="275939"/>
                            <a:pt x="167640" y="276130"/>
                            <a:pt x="166783" y="276320"/>
                          </a:cubicBezTo>
                          <a:cubicBezTo>
                            <a:pt x="164878" y="276796"/>
                            <a:pt x="162973" y="277273"/>
                            <a:pt x="161068" y="277749"/>
                          </a:cubicBezTo>
                          <a:cubicBezTo>
                            <a:pt x="160782" y="277844"/>
                            <a:pt x="160592" y="277844"/>
                            <a:pt x="160306" y="277940"/>
                          </a:cubicBezTo>
                          <a:cubicBezTo>
                            <a:pt x="160020" y="278035"/>
                            <a:pt x="159734" y="278035"/>
                            <a:pt x="159449" y="278130"/>
                          </a:cubicBezTo>
                          <a:cubicBezTo>
                            <a:pt x="158972" y="278225"/>
                            <a:pt x="158591" y="278321"/>
                            <a:pt x="158115" y="278416"/>
                          </a:cubicBezTo>
                          <a:cubicBezTo>
                            <a:pt x="157448" y="278606"/>
                            <a:pt x="156782" y="278702"/>
                            <a:pt x="156115" y="278797"/>
                          </a:cubicBezTo>
                          <a:cubicBezTo>
                            <a:pt x="154496" y="279178"/>
                            <a:pt x="152781" y="279559"/>
                            <a:pt x="151162" y="279844"/>
                          </a:cubicBezTo>
                          <a:cubicBezTo>
                            <a:pt x="150114" y="280035"/>
                            <a:pt x="149066" y="280225"/>
                            <a:pt x="148019" y="280416"/>
                          </a:cubicBezTo>
                          <a:cubicBezTo>
                            <a:pt x="147352" y="280511"/>
                            <a:pt x="146685" y="280702"/>
                            <a:pt x="146114" y="280797"/>
                          </a:cubicBezTo>
                          <a:cubicBezTo>
                            <a:pt x="145733" y="280892"/>
                            <a:pt x="145351" y="280892"/>
                            <a:pt x="144971" y="280988"/>
                          </a:cubicBezTo>
                          <a:cubicBezTo>
                            <a:pt x="143732" y="281178"/>
                            <a:pt x="142494" y="281464"/>
                            <a:pt x="141351" y="281654"/>
                          </a:cubicBezTo>
                          <a:cubicBezTo>
                            <a:pt x="140113" y="281845"/>
                            <a:pt x="138875" y="282035"/>
                            <a:pt x="137636" y="282226"/>
                          </a:cubicBezTo>
                          <a:cubicBezTo>
                            <a:pt x="136779" y="282321"/>
                            <a:pt x="136017" y="282511"/>
                            <a:pt x="135160" y="282607"/>
                          </a:cubicBezTo>
                          <a:cubicBezTo>
                            <a:pt x="134588" y="282702"/>
                            <a:pt x="134112" y="282797"/>
                            <a:pt x="133541" y="282797"/>
                          </a:cubicBezTo>
                          <a:cubicBezTo>
                            <a:pt x="133445" y="282797"/>
                            <a:pt x="133255" y="282892"/>
                            <a:pt x="133064" y="282892"/>
                          </a:cubicBezTo>
                          <a:cubicBezTo>
                            <a:pt x="132302" y="282988"/>
                            <a:pt x="131636" y="283083"/>
                            <a:pt x="130874" y="283178"/>
                          </a:cubicBezTo>
                          <a:cubicBezTo>
                            <a:pt x="130016" y="283273"/>
                            <a:pt x="129064" y="283369"/>
                            <a:pt x="128207" y="283559"/>
                          </a:cubicBezTo>
                          <a:cubicBezTo>
                            <a:pt x="127349" y="283655"/>
                            <a:pt x="126492" y="283750"/>
                            <a:pt x="125635" y="283845"/>
                          </a:cubicBezTo>
                          <a:cubicBezTo>
                            <a:pt x="125254" y="283845"/>
                            <a:pt x="124968" y="283940"/>
                            <a:pt x="124587" y="283940"/>
                          </a:cubicBezTo>
                          <a:cubicBezTo>
                            <a:pt x="123349" y="284036"/>
                            <a:pt x="122206" y="284226"/>
                            <a:pt x="120968" y="284321"/>
                          </a:cubicBezTo>
                          <a:cubicBezTo>
                            <a:pt x="120396" y="284417"/>
                            <a:pt x="119729" y="284417"/>
                            <a:pt x="119158" y="284512"/>
                          </a:cubicBezTo>
                          <a:cubicBezTo>
                            <a:pt x="118967" y="284512"/>
                            <a:pt x="118682" y="284607"/>
                            <a:pt x="118491" y="284607"/>
                          </a:cubicBezTo>
                          <a:cubicBezTo>
                            <a:pt x="118301" y="284607"/>
                            <a:pt x="118015" y="284607"/>
                            <a:pt x="117824" y="284702"/>
                          </a:cubicBezTo>
                          <a:cubicBezTo>
                            <a:pt x="115919" y="284893"/>
                            <a:pt x="114014" y="284988"/>
                            <a:pt x="112109" y="285083"/>
                          </a:cubicBezTo>
                          <a:cubicBezTo>
                            <a:pt x="111252" y="285179"/>
                            <a:pt x="110490" y="285179"/>
                            <a:pt x="109633" y="285274"/>
                          </a:cubicBezTo>
                          <a:cubicBezTo>
                            <a:pt x="109442" y="285274"/>
                            <a:pt x="109252" y="285274"/>
                            <a:pt x="109061" y="285274"/>
                          </a:cubicBezTo>
                          <a:cubicBezTo>
                            <a:pt x="106204" y="285464"/>
                            <a:pt x="103346" y="285560"/>
                            <a:pt x="100584" y="285560"/>
                          </a:cubicBezTo>
                          <a:cubicBezTo>
                            <a:pt x="100584" y="285560"/>
                            <a:pt x="100489" y="285560"/>
                            <a:pt x="100489" y="285560"/>
                          </a:cubicBezTo>
                          <a:cubicBezTo>
                            <a:pt x="100489" y="285560"/>
                            <a:pt x="100489" y="285560"/>
                            <a:pt x="100489" y="285560"/>
                          </a:cubicBezTo>
                          <a:cubicBezTo>
                            <a:pt x="100394" y="285560"/>
                            <a:pt x="100203" y="285560"/>
                            <a:pt x="100108" y="285560"/>
                          </a:cubicBezTo>
                          <a:cubicBezTo>
                            <a:pt x="99822" y="285560"/>
                            <a:pt x="99536" y="285560"/>
                            <a:pt x="99251" y="285560"/>
                          </a:cubicBezTo>
                          <a:cubicBezTo>
                            <a:pt x="96869" y="285560"/>
                            <a:pt x="94583" y="285560"/>
                            <a:pt x="92297" y="285560"/>
                          </a:cubicBezTo>
                          <a:cubicBezTo>
                            <a:pt x="92012" y="285560"/>
                            <a:pt x="91821" y="285560"/>
                            <a:pt x="91535" y="285560"/>
                          </a:cubicBezTo>
                          <a:cubicBezTo>
                            <a:pt x="90773" y="285560"/>
                            <a:pt x="90011" y="285464"/>
                            <a:pt x="89249" y="285464"/>
                          </a:cubicBezTo>
                          <a:cubicBezTo>
                            <a:pt x="87535" y="285369"/>
                            <a:pt x="85820" y="285369"/>
                            <a:pt x="84201" y="285274"/>
                          </a:cubicBezTo>
                          <a:cubicBezTo>
                            <a:pt x="83725" y="285274"/>
                            <a:pt x="83344" y="285274"/>
                            <a:pt x="82868" y="285179"/>
                          </a:cubicBezTo>
                          <a:cubicBezTo>
                            <a:pt x="82106" y="285083"/>
                            <a:pt x="81344" y="285083"/>
                            <a:pt x="80677" y="284988"/>
                          </a:cubicBezTo>
                          <a:cubicBezTo>
                            <a:pt x="79248" y="284893"/>
                            <a:pt x="77819" y="284702"/>
                            <a:pt x="76391" y="284607"/>
                          </a:cubicBezTo>
                          <a:cubicBezTo>
                            <a:pt x="75819" y="284512"/>
                            <a:pt x="75152" y="284512"/>
                            <a:pt x="74581" y="284417"/>
                          </a:cubicBezTo>
                          <a:cubicBezTo>
                            <a:pt x="73438" y="284131"/>
                            <a:pt x="72866" y="284036"/>
                            <a:pt x="72200" y="283940"/>
                          </a:cubicBezTo>
                          <a:cubicBezTo>
                            <a:pt x="70866" y="283750"/>
                            <a:pt x="69628" y="283559"/>
                            <a:pt x="68294" y="283369"/>
                          </a:cubicBezTo>
                          <a:cubicBezTo>
                            <a:pt x="67532" y="283273"/>
                            <a:pt x="66770" y="283178"/>
                            <a:pt x="66008" y="282988"/>
                          </a:cubicBezTo>
                          <a:cubicBezTo>
                            <a:pt x="65532" y="282892"/>
                            <a:pt x="64961" y="282797"/>
                            <a:pt x="64484" y="282702"/>
                          </a:cubicBezTo>
                          <a:cubicBezTo>
                            <a:pt x="63246" y="282511"/>
                            <a:pt x="62103" y="282226"/>
                            <a:pt x="60865" y="282035"/>
                          </a:cubicBezTo>
                          <a:cubicBezTo>
                            <a:pt x="60008" y="281845"/>
                            <a:pt x="59055" y="281654"/>
                            <a:pt x="58198" y="281464"/>
                          </a:cubicBezTo>
                          <a:cubicBezTo>
                            <a:pt x="57817" y="281369"/>
                            <a:pt x="57436" y="281273"/>
                            <a:pt x="57055" y="281178"/>
                          </a:cubicBezTo>
                          <a:cubicBezTo>
                            <a:pt x="55912" y="280892"/>
                            <a:pt x="54769" y="280607"/>
                            <a:pt x="53626" y="280321"/>
                          </a:cubicBezTo>
                          <a:cubicBezTo>
                            <a:pt x="52864" y="280225"/>
                            <a:pt x="51911" y="280035"/>
                            <a:pt x="51054" y="279749"/>
                          </a:cubicBezTo>
                          <a:cubicBezTo>
                            <a:pt x="50768" y="279654"/>
                            <a:pt x="50387" y="279559"/>
                            <a:pt x="50102" y="279463"/>
                          </a:cubicBezTo>
                          <a:cubicBezTo>
                            <a:pt x="49721" y="279368"/>
                            <a:pt x="49340" y="279178"/>
                            <a:pt x="48959" y="279083"/>
                          </a:cubicBezTo>
                          <a:cubicBezTo>
                            <a:pt x="48101" y="278892"/>
                            <a:pt x="47339" y="278606"/>
                            <a:pt x="46577" y="278416"/>
                          </a:cubicBezTo>
                          <a:cubicBezTo>
                            <a:pt x="45911" y="278225"/>
                            <a:pt x="45149" y="278035"/>
                            <a:pt x="44482" y="277749"/>
                          </a:cubicBezTo>
                          <a:cubicBezTo>
                            <a:pt x="44101" y="277654"/>
                            <a:pt x="43815" y="277463"/>
                            <a:pt x="43434" y="277368"/>
                          </a:cubicBezTo>
                          <a:cubicBezTo>
                            <a:pt x="42672" y="277082"/>
                            <a:pt x="41910" y="276796"/>
                            <a:pt x="41243" y="276511"/>
                          </a:cubicBezTo>
                          <a:cubicBezTo>
                            <a:pt x="40291" y="276130"/>
                            <a:pt x="39243" y="275749"/>
                            <a:pt x="38291" y="275368"/>
                          </a:cubicBezTo>
                          <a:cubicBezTo>
                            <a:pt x="38100" y="275273"/>
                            <a:pt x="37910" y="275177"/>
                            <a:pt x="37719" y="275177"/>
                          </a:cubicBezTo>
                          <a:cubicBezTo>
                            <a:pt x="37529" y="275082"/>
                            <a:pt x="37338" y="274987"/>
                            <a:pt x="37052" y="274892"/>
                          </a:cubicBezTo>
                          <a:cubicBezTo>
                            <a:pt x="36290" y="274511"/>
                            <a:pt x="35528" y="274225"/>
                            <a:pt x="34671" y="273844"/>
                          </a:cubicBezTo>
                          <a:cubicBezTo>
                            <a:pt x="33909" y="273463"/>
                            <a:pt x="33052" y="273177"/>
                            <a:pt x="32290" y="272796"/>
                          </a:cubicBezTo>
                          <a:cubicBezTo>
                            <a:pt x="31814" y="272510"/>
                            <a:pt x="31337" y="272320"/>
                            <a:pt x="30861" y="272034"/>
                          </a:cubicBezTo>
                          <a:cubicBezTo>
                            <a:pt x="30194" y="271653"/>
                            <a:pt x="29432" y="271272"/>
                            <a:pt x="28766" y="270986"/>
                          </a:cubicBezTo>
                          <a:cubicBezTo>
                            <a:pt x="28099" y="270605"/>
                            <a:pt x="27432" y="270224"/>
                            <a:pt x="26765" y="269843"/>
                          </a:cubicBezTo>
                          <a:cubicBezTo>
                            <a:pt x="26194" y="269462"/>
                            <a:pt x="25527" y="269081"/>
                            <a:pt x="24956" y="268796"/>
                          </a:cubicBezTo>
                          <a:cubicBezTo>
                            <a:pt x="24384" y="268415"/>
                            <a:pt x="23813" y="268129"/>
                            <a:pt x="23241" y="267748"/>
                          </a:cubicBezTo>
                          <a:cubicBezTo>
                            <a:pt x="22670" y="267367"/>
                            <a:pt x="22098" y="266986"/>
                            <a:pt x="21527" y="266605"/>
                          </a:cubicBezTo>
                          <a:cubicBezTo>
                            <a:pt x="20860" y="266129"/>
                            <a:pt x="20193" y="265652"/>
                            <a:pt x="19526" y="265176"/>
                          </a:cubicBezTo>
                          <a:cubicBezTo>
                            <a:pt x="19050" y="264890"/>
                            <a:pt x="18574" y="264509"/>
                            <a:pt x="18193" y="264223"/>
                          </a:cubicBezTo>
                          <a:cubicBezTo>
                            <a:pt x="17717" y="263842"/>
                            <a:pt x="17240" y="263461"/>
                            <a:pt x="16764" y="263081"/>
                          </a:cubicBezTo>
                          <a:cubicBezTo>
                            <a:pt x="16097" y="262604"/>
                            <a:pt x="15526" y="262033"/>
                            <a:pt x="14859" y="261556"/>
                          </a:cubicBezTo>
                          <a:cubicBezTo>
                            <a:pt x="14383" y="261175"/>
                            <a:pt x="14002" y="260794"/>
                            <a:pt x="13525" y="260413"/>
                          </a:cubicBezTo>
                          <a:cubicBezTo>
                            <a:pt x="13240" y="260128"/>
                            <a:pt x="12954" y="259842"/>
                            <a:pt x="12573" y="259556"/>
                          </a:cubicBezTo>
                          <a:cubicBezTo>
                            <a:pt x="12478" y="259461"/>
                            <a:pt x="12287" y="259366"/>
                            <a:pt x="12192" y="259175"/>
                          </a:cubicBezTo>
                          <a:cubicBezTo>
                            <a:pt x="11621" y="258604"/>
                            <a:pt x="11049" y="258127"/>
                            <a:pt x="10478" y="257556"/>
                          </a:cubicBezTo>
                          <a:cubicBezTo>
                            <a:pt x="10001" y="256985"/>
                            <a:pt x="9620" y="256508"/>
                            <a:pt x="9144" y="256127"/>
                          </a:cubicBezTo>
                          <a:cubicBezTo>
                            <a:pt x="8668" y="255651"/>
                            <a:pt x="8287" y="255175"/>
                            <a:pt x="7906" y="254698"/>
                          </a:cubicBezTo>
                          <a:cubicBezTo>
                            <a:pt x="7430" y="254222"/>
                            <a:pt x="6953" y="253651"/>
                            <a:pt x="6572" y="253175"/>
                          </a:cubicBezTo>
                          <a:cubicBezTo>
                            <a:pt x="6191" y="252698"/>
                            <a:pt x="5715" y="252127"/>
                            <a:pt x="5334" y="251650"/>
                          </a:cubicBezTo>
                          <a:cubicBezTo>
                            <a:pt x="4858" y="251079"/>
                            <a:pt x="4477" y="250508"/>
                            <a:pt x="4001" y="249936"/>
                          </a:cubicBezTo>
                          <a:cubicBezTo>
                            <a:pt x="3715" y="249460"/>
                            <a:pt x="3334" y="249079"/>
                            <a:pt x="3048" y="248602"/>
                          </a:cubicBezTo>
                          <a:cubicBezTo>
                            <a:pt x="2667" y="248031"/>
                            <a:pt x="2286" y="247364"/>
                            <a:pt x="1905" y="246793"/>
                          </a:cubicBezTo>
                          <a:cubicBezTo>
                            <a:pt x="1524" y="246126"/>
                            <a:pt x="1048" y="245554"/>
                            <a:pt x="667" y="244888"/>
                          </a:cubicBezTo>
                          <a:cubicBezTo>
                            <a:pt x="476" y="244507"/>
                            <a:pt x="191" y="244126"/>
                            <a:pt x="0" y="243745"/>
                          </a:cubicBezTo>
                          <a:lnTo>
                            <a:pt x="24194" y="286131"/>
                          </a:lnTo>
                          <a:cubicBezTo>
                            <a:pt x="25146" y="287750"/>
                            <a:pt x="26194" y="289369"/>
                            <a:pt x="27242" y="290989"/>
                          </a:cubicBezTo>
                          <a:cubicBezTo>
                            <a:pt x="27623" y="291465"/>
                            <a:pt x="28004" y="292036"/>
                            <a:pt x="28385" y="292513"/>
                          </a:cubicBezTo>
                          <a:cubicBezTo>
                            <a:pt x="29147" y="293561"/>
                            <a:pt x="29909" y="294608"/>
                            <a:pt x="30766" y="295561"/>
                          </a:cubicBezTo>
                          <a:cubicBezTo>
                            <a:pt x="31242" y="296132"/>
                            <a:pt x="31718" y="296704"/>
                            <a:pt x="32290" y="297275"/>
                          </a:cubicBezTo>
                          <a:cubicBezTo>
                            <a:pt x="33052" y="298133"/>
                            <a:pt x="33909" y="298990"/>
                            <a:pt x="34671" y="299847"/>
                          </a:cubicBezTo>
                          <a:cubicBezTo>
                            <a:pt x="35243" y="300419"/>
                            <a:pt x="35814" y="300990"/>
                            <a:pt x="36386" y="301466"/>
                          </a:cubicBezTo>
                          <a:cubicBezTo>
                            <a:pt x="37243" y="302228"/>
                            <a:pt x="38100" y="302990"/>
                            <a:pt x="38957" y="303752"/>
                          </a:cubicBezTo>
                          <a:cubicBezTo>
                            <a:pt x="39624" y="304324"/>
                            <a:pt x="40196" y="304800"/>
                            <a:pt x="40862" y="305276"/>
                          </a:cubicBezTo>
                          <a:cubicBezTo>
                            <a:pt x="41815" y="306038"/>
                            <a:pt x="42767" y="306705"/>
                            <a:pt x="43720" y="307372"/>
                          </a:cubicBezTo>
                          <a:cubicBezTo>
                            <a:pt x="44387" y="307848"/>
                            <a:pt x="45053" y="308324"/>
                            <a:pt x="45720" y="308800"/>
                          </a:cubicBezTo>
                          <a:cubicBezTo>
                            <a:pt x="46768" y="309467"/>
                            <a:pt x="47816" y="310134"/>
                            <a:pt x="48863" y="310801"/>
                          </a:cubicBezTo>
                          <a:cubicBezTo>
                            <a:pt x="49530" y="311182"/>
                            <a:pt x="50197" y="311658"/>
                            <a:pt x="50959" y="312039"/>
                          </a:cubicBezTo>
                          <a:cubicBezTo>
                            <a:pt x="52102" y="312706"/>
                            <a:pt x="53340" y="313373"/>
                            <a:pt x="54674" y="314039"/>
                          </a:cubicBezTo>
                          <a:cubicBezTo>
                            <a:pt x="55340" y="314325"/>
                            <a:pt x="55912" y="314706"/>
                            <a:pt x="56579" y="314992"/>
                          </a:cubicBezTo>
                          <a:cubicBezTo>
                            <a:pt x="58293" y="315849"/>
                            <a:pt x="60103" y="316611"/>
                            <a:pt x="61913" y="317373"/>
                          </a:cubicBezTo>
                          <a:cubicBezTo>
                            <a:pt x="62103" y="317468"/>
                            <a:pt x="62293" y="317563"/>
                            <a:pt x="62484" y="317563"/>
                          </a:cubicBezTo>
                          <a:cubicBezTo>
                            <a:pt x="64484" y="318421"/>
                            <a:pt x="66580" y="319183"/>
                            <a:pt x="68771" y="319945"/>
                          </a:cubicBezTo>
                          <a:cubicBezTo>
                            <a:pt x="69437" y="320135"/>
                            <a:pt x="70104" y="320326"/>
                            <a:pt x="70866" y="320611"/>
                          </a:cubicBezTo>
                          <a:cubicBezTo>
                            <a:pt x="72390" y="321088"/>
                            <a:pt x="73819" y="321564"/>
                            <a:pt x="75438" y="322040"/>
                          </a:cubicBezTo>
                          <a:cubicBezTo>
                            <a:pt x="76295" y="322326"/>
                            <a:pt x="77153" y="322517"/>
                            <a:pt x="78105" y="322707"/>
                          </a:cubicBezTo>
                          <a:cubicBezTo>
                            <a:pt x="79534" y="323088"/>
                            <a:pt x="80963" y="323469"/>
                            <a:pt x="82391" y="323755"/>
                          </a:cubicBezTo>
                          <a:cubicBezTo>
                            <a:pt x="83344" y="323945"/>
                            <a:pt x="84296" y="324136"/>
                            <a:pt x="85344" y="324326"/>
                          </a:cubicBezTo>
                          <a:cubicBezTo>
                            <a:pt x="86773" y="324612"/>
                            <a:pt x="88202" y="324898"/>
                            <a:pt x="89630" y="325184"/>
                          </a:cubicBezTo>
                          <a:cubicBezTo>
                            <a:pt x="90678" y="325374"/>
                            <a:pt x="91726" y="325565"/>
                            <a:pt x="92774" y="325660"/>
                          </a:cubicBezTo>
                          <a:cubicBezTo>
                            <a:pt x="94202" y="325850"/>
                            <a:pt x="95726" y="326041"/>
                            <a:pt x="97250" y="326231"/>
                          </a:cubicBezTo>
                          <a:cubicBezTo>
                            <a:pt x="98298" y="326327"/>
                            <a:pt x="99346" y="326517"/>
                            <a:pt x="100394" y="326612"/>
                          </a:cubicBezTo>
                          <a:cubicBezTo>
                            <a:pt x="101918" y="326803"/>
                            <a:pt x="103537" y="326898"/>
                            <a:pt x="105156" y="326993"/>
                          </a:cubicBezTo>
                          <a:cubicBezTo>
                            <a:pt x="106204" y="327088"/>
                            <a:pt x="107252" y="327184"/>
                            <a:pt x="108299" y="327279"/>
                          </a:cubicBezTo>
                          <a:cubicBezTo>
                            <a:pt x="110014" y="327374"/>
                            <a:pt x="111824" y="327469"/>
                            <a:pt x="113538" y="327565"/>
                          </a:cubicBezTo>
                          <a:cubicBezTo>
                            <a:pt x="114491" y="327565"/>
                            <a:pt x="115443" y="327660"/>
                            <a:pt x="116396" y="327660"/>
                          </a:cubicBezTo>
                          <a:cubicBezTo>
                            <a:pt x="118682" y="327755"/>
                            <a:pt x="121063" y="327755"/>
                            <a:pt x="123349" y="327660"/>
                          </a:cubicBezTo>
                          <a:cubicBezTo>
                            <a:pt x="123730" y="327660"/>
                            <a:pt x="124206" y="327660"/>
                            <a:pt x="124587" y="327660"/>
                          </a:cubicBezTo>
                          <a:cubicBezTo>
                            <a:pt x="124587" y="327660"/>
                            <a:pt x="124682" y="327660"/>
                            <a:pt x="124682" y="327660"/>
                          </a:cubicBezTo>
                          <a:cubicBezTo>
                            <a:pt x="127445" y="327660"/>
                            <a:pt x="130302" y="327469"/>
                            <a:pt x="133160" y="327374"/>
                          </a:cubicBezTo>
                          <a:cubicBezTo>
                            <a:pt x="134017" y="327374"/>
                            <a:pt x="134874" y="327279"/>
                            <a:pt x="135731" y="327184"/>
                          </a:cubicBezTo>
                          <a:cubicBezTo>
                            <a:pt x="137827" y="327088"/>
                            <a:pt x="139827" y="326898"/>
                            <a:pt x="141923" y="326708"/>
                          </a:cubicBezTo>
                          <a:cubicBezTo>
                            <a:pt x="142113" y="326708"/>
                            <a:pt x="142399" y="326612"/>
                            <a:pt x="142589" y="326612"/>
                          </a:cubicBezTo>
                          <a:cubicBezTo>
                            <a:pt x="144589" y="326422"/>
                            <a:pt x="146685" y="326231"/>
                            <a:pt x="148685" y="326041"/>
                          </a:cubicBezTo>
                          <a:cubicBezTo>
                            <a:pt x="149066" y="326041"/>
                            <a:pt x="149352" y="325946"/>
                            <a:pt x="149638" y="325946"/>
                          </a:cubicBezTo>
                          <a:cubicBezTo>
                            <a:pt x="152114" y="325660"/>
                            <a:pt x="154591" y="325374"/>
                            <a:pt x="157067" y="324993"/>
                          </a:cubicBezTo>
                          <a:cubicBezTo>
                            <a:pt x="157258" y="324993"/>
                            <a:pt x="157353" y="324993"/>
                            <a:pt x="157544" y="324898"/>
                          </a:cubicBezTo>
                          <a:cubicBezTo>
                            <a:pt x="161258" y="324326"/>
                            <a:pt x="165068" y="323755"/>
                            <a:pt x="168974" y="322993"/>
                          </a:cubicBezTo>
                          <a:cubicBezTo>
                            <a:pt x="169355" y="322898"/>
                            <a:pt x="169736" y="322898"/>
                            <a:pt x="170117" y="322802"/>
                          </a:cubicBezTo>
                          <a:cubicBezTo>
                            <a:pt x="170783" y="322707"/>
                            <a:pt x="171450" y="322517"/>
                            <a:pt x="172117" y="322421"/>
                          </a:cubicBezTo>
                          <a:cubicBezTo>
                            <a:pt x="174784" y="321945"/>
                            <a:pt x="177451" y="321373"/>
                            <a:pt x="180118" y="320802"/>
                          </a:cubicBezTo>
                          <a:cubicBezTo>
                            <a:pt x="180785" y="320611"/>
                            <a:pt x="181451" y="320516"/>
                            <a:pt x="182118" y="320326"/>
                          </a:cubicBezTo>
                          <a:cubicBezTo>
                            <a:pt x="182594" y="320231"/>
                            <a:pt x="182975" y="320135"/>
                            <a:pt x="183451" y="320040"/>
                          </a:cubicBezTo>
                          <a:cubicBezTo>
                            <a:pt x="185928" y="319469"/>
                            <a:pt x="188405" y="318897"/>
                            <a:pt x="190881" y="318230"/>
                          </a:cubicBezTo>
                          <a:cubicBezTo>
                            <a:pt x="191643" y="318040"/>
                            <a:pt x="192405" y="317849"/>
                            <a:pt x="193167" y="317659"/>
                          </a:cubicBezTo>
                          <a:cubicBezTo>
                            <a:pt x="193358" y="317563"/>
                            <a:pt x="193548" y="317563"/>
                            <a:pt x="193739" y="317468"/>
                          </a:cubicBezTo>
                          <a:cubicBezTo>
                            <a:pt x="197072" y="316611"/>
                            <a:pt x="200501" y="315659"/>
                            <a:pt x="203930" y="314706"/>
                          </a:cubicBezTo>
                          <a:lnTo>
                            <a:pt x="203930" y="314706"/>
                          </a:lnTo>
                          <a:cubicBezTo>
                            <a:pt x="203930" y="314706"/>
                            <a:pt x="204026" y="314706"/>
                            <a:pt x="204026" y="314706"/>
                          </a:cubicBezTo>
                          <a:cubicBezTo>
                            <a:pt x="207359" y="313754"/>
                            <a:pt x="210693" y="312706"/>
                            <a:pt x="214027" y="311658"/>
                          </a:cubicBezTo>
                          <a:cubicBezTo>
                            <a:pt x="214217" y="311658"/>
                            <a:pt x="214313" y="311563"/>
                            <a:pt x="214503" y="311467"/>
                          </a:cubicBezTo>
                          <a:cubicBezTo>
                            <a:pt x="215646" y="311086"/>
                            <a:pt x="216884" y="310706"/>
                            <a:pt x="218027" y="310325"/>
                          </a:cubicBezTo>
                          <a:cubicBezTo>
                            <a:pt x="220028" y="309658"/>
                            <a:pt x="221933" y="309086"/>
                            <a:pt x="223933" y="308324"/>
                          </a:cubicBezTo>
                          <a:cubicBezTo>
                            <a:pt x="224123" y="308229"/>
                            <a:pt x="224409" y="308134"/>
                            <a:pt x="224600" y="308038"/>
                          </a:cubicBezTo>
                          <a:cubicBezTo>
                            <a:pt x="225838" y="307658"/>
                            <a:pt x="227076" y="307181"/>
                            <a:pt x="228314" y="306705"/>
                          </a:cubicBezTo>
                          <a:cubicBezTo>
                            <a:pt x="230219" y="306038"/>
                            <a:pt x="232029" y="305371"/>
                            <a:pt x="233934" y="304705"/>
                          </a:cubicBezTo>
                          <a:cubicBezTo>
                            <a:pt x="234220" y="304610"/>
                            <a:pt x="234506" y="304514"/>
                            <a:pt x="234791" y="304419"/>
                          </a:cubicBezTo>
                          <a:cubicBezTo>
                            <a:pt x="236125" y="303943"/>
                            <a:pt x="237458" y="303371"/>
                            <a:pt x="238792" y="302895"/>
                          </a:cubicBezTo>
                          <a:cubicBezTo>
                            <a:pt x="240411" y="302228"/>
                            <a:pt x="242126" y="301657"/>
                            <a:pt x="243840" y="300990"/>
                          </a:cubicBezTo>
                          <a:cubicBezTo>
                            <a:pt x="244126" y="300895"/>
                            <a:pt x="244412" y="300704"/>
                            <a:pt x="244697" y="300609"/>
                          </a:cubicBezTo>
                          <a:cubicBezTo>
                            <a:pt x="247460" y="299561"/>
                            <a:pt x="250126" y="298418"/>
                            <a:pt x="252889" y="297275"/>
                          </a:cubicBezTo>
                          <a:cubicBezTo>
                            <a:pt x="253460" y="296990"/>
                            <a:pt x="254032" y="296799"/>
                            <a:pt x="254603" y="296513"/>
                          </a:cubicBezTo>
                          <a:cubicBezTo>
                            <a:pt x="257842" y="295085"/>
                            <a:pt x="261176" y="293656"/>
                            <a:pt x="264319" y="292227"/>
                          </a:cubicBezTo>
                          <a:cubicBezTo>
                            <a:pt x="264319" y="292227"/>
                            <a:pt x="264319" y="292227"/>
                            <a:pt x="264414" y="292227"/>
                          </a:cubicBezTo>
                          <a:cubicBezTo>
                            <a:pt x="264605" y="292132"/>
                            <a:pt x="264795" y="292036"/>
                            <a:pt x="265081" y="291941"/>
                          </a:cubicBezTo>
                          <a:cubicBezTo>
                            <a:pt x="268034" y="290608"/>
                            <a:pt x="270986" y="289179"/>
                            <a:pt x="273939" y="287750"/>
                          </a:cubicBezTo>
                          <a:cubicBezTo>
                            <a:pt x="274320" y="287560"/>
                            <a:pt x="274701" y="287369"/>
                            <a:pt x="275082" y="287179"/>
                          </a:cubicBezTo>
                          <a:cubicBezTo>
                            <a:pt x="276225" y="286607"/>
                            <a:pt x="277273" y="286036"/>
                            <a:pt x="278416" y="285560"/>
                          </a:cubicBezTo>
                          <a:cubicBezTo>
                            <a:pt x="280035" y="284798"/>
                            <a:pt x="281654" y="283940"/>
                            <a:pt x="283274" y="283178"/>
                          </a:cubicBezTo>
                          <a:cubicBezTo>
                            <a:pt x="284036" y="282797"/>
                            <a:pt x="284798" y="282416"/>
                            <a:pt x="285655" y="282035"/>
                          </a:cubicBezTo>
                          <a:cubicBezTo>
                            <a:pt x="286893" y="281369"/>
                            <a:pt x="288131" y="280797"/>
                            <a:pt x="289370" y="280130"/>
                          </a:cubicBezTo>
                          <a:cubicBezTo>
                            <a:pt x="290417" y="279559"/>
                            <a:pt x="291370" y="279083"/>
                            <a:pt x="292418" y="278511"/>
                          </a:cubicBezTo>
                          <a:cubicBezTo>
                            <a:pt x="293656" y="277844"/>
                            <a:pt x="294894" y="277178"/>
                            <a:pt x="296228" y="276511"/>
                          </a:cubicBezTo>
                          <a:cubicBezTo>
                            <a:pt x="297370" y="275844"/>
                            <a:pt x="298514" y="275273"/>
                            <a:pt x="299657" y="274606"/>
                          </a:cubicBezTo>
                          <a:cubicBezTo>
                            <a:pt x="300228" y="274320"/>
                            <a:pt x="300800" y="273939"/>
                            <a:pt x="301276" y="273653"/>
                          </a:cubicBezTo>
                          <a:cubicBezTo>
                            <a:pt x="303371" y="272510"/>
                            <a:pt x="305371" y="271367"/>
                            <a:pt x="307467" y="270129"/>
                          </a:cubicBezTo>
                          <a:cubicBezTo>
                            <a:pt x="308134" y="269748"/>
                            <a:pt x="308896" y="269367"/>
                            <a:pt x="309563" y="268891"/>
                          </a:cubicBezTo>
                          <a:cubicBezTo>
                            <a:pt x="309753" y="268796"/>
                            <a:pt x="309848" y="268700"/>
                            <a:pt x="310039" y="268605"/>
                          </a:cubicBezTo>
                          <a:cubicBezTo>
                            <a:pt x="312896" y="266890"/>
                            <a:pt x="315849" y="265176"/>
                            <a:pt x="318611" y="263461"/>
                          </a:cubicBezTo>
                          <a:cubicBezTo>
                            <a:pt x="318802" y="263366"/>
                            <a:pt x="319088" y="263176"/>
                            <a:pt x="319278" y="263081"/>
                          </a:cubicBezTo>
                          <a:cubicBezTo>
                            <a:pt x="320231" y="262509"/>
                            <a:pt x="321088" y="261938"/>
                            <a:pt x="322040" y="261366"/>
                          </a:cubicBezTo>
                          <a:cubicBezTo>
                            <a:pt x="323850" y="260223"/>
                            <a:pt x="325565" y="259080"/>
                            <a:pt x="327374" y="257937"/>
                          </a:cubicBezTo>
                          <a:cubicBezTo>
                            <a:pt x="327851" y="257651"/>
                            <a:pt x="328422" y="257270"/>
                            <a:pt x="328898" y="256985"/>
                          </a:cubicBezTo>
                          <a:cubicBezTo>
                            <a:pt x="330232" y="256127"/>
                            <a:pt x="331470" y="255270"/>
                            <a:pt x="332804" y="254413"/>
                          </a:cubicBezTo>
                          <a:cubicBezTo>
                            <a:pt x="334042" y="253556"/>
                            <a:pt x="335280" y="252794"/>
                            <a:pt x="336423" y="251936"/>
                          </a:cubicBezTo>
                          <a:cubicBezTo>
                            <a:pt x="336995" y="251555"/>
                            <a:pt x="337661" y="251079"/>
                            <a:pt x="338233" y="250698"/>
                          </a:cubicBezTo>
                          <a:cubicBezTo>
                            <a:pt x="340043" y="249460"/>
                            <a:pt x="341757" y="248221"/>
                            <a:pt x="343567" y="246983"/>
                          </a:cubicBezTo>
                          <a:cubicBezTo>
                            <a:pt x="344615" y="246221"/>
                            <a:pt x="345662" y="245554"/>
                            <a:pt x="346615" y="244792"/>
                          </a:cubicBezTo>
                          <a:cubicBezTo>
                            <a:pt x="347091" y="244411"/>
                            <a:pt x="347567" y="244126"/>
                            <a:pt x="348044" y="243840"/>
                          </a:cubicBezTo>
                          <a:cubicBezTo>
                            <a:pt x="351092" y="241649"/>
                            <a:pt x="354044" y="239459"/>
                            <a:pt x="356997" y="237268"/>
                          </a:cubicBezTo>
                          <a:cubicBezTo>
                            <a:pt x="357569" y="236792"/>
                            <a:pt x="358140" y="236411"/>
                            <a:pt x="358712" y="235934"/>
                          </a:cubicBezTo>
                          <a:cubicBezTo>
                            <a:pt x="358807" y="235839"/>
                            <a:pt x="358902" y="235744"/>
                            <a:pt x="359093" y="235648"/>
                          </a:cubicBezTo>
                          <a:cubicBezTo>
                            <a:pt x="362998" y="232696"/>
                            <a:pt x="366808" y="229648"/>
                            <a:pt x="370523" y="226600"/>
                          </a:cubicBezTo>
                          <a:cubicBezTo>
                            <a:pt x="371475" y="225742"/>
                            <a:pt x="372523" y="224981"/>
                            <a:pt x="373475" y="224123"/>
                          </a:cubicBezTo>
                          <a:cubicBezTo>
                            <a:pt x="376333" y="221742"/>
                            <a:pt x="379190" y="219265"/>
                            <a:pt x="382048" y="216789"/>
                          </a:cubicBezTo>
                          <a:cubicBezTo>
                            <a:pt x="382619" y="216217"/>
                            <a:pt x="383286" y="215741"/>
                            <a:pt x="383858" y="215170"/>
                          </a:cubicBezTo>
                          <a:cubicBezTo>
                            <a:pt x="384620" y="214503"/>
                            <a:pt x="385477" y="213836"/>
                            <a:pt x="386239" y="213074"/>
                          </a:cubicBezTo>
                          <a:cubicBezTo>
                            <a:pt x="386334" y="212979"/>
                            <a:pt x="386334" y="212979"/>
                            <a:pt x="386429" y="212884"/>
                          </a:cubicBezTo>
                          <a:cubicBezTo>
                            <a:pt x="386525" y="212788"/>
                            <a:pt x="386620" y="212693"/>
                            <a:pt x="386715" y="212693"/>
                          </a:cubicBezTo>
                          <a:cubicBezTo>
                            <a:pt x="387191" y="212217"/>
                            <a:pt x="387668" y="211836"/>
                            <a:pt x="388144" y="211360"/>
                          </a:cubicBezTo>
                          <a:cubicBezTo>
                            <a:pt x="390620" y="209169"/>
                            <a:pt x="393002" y="206883"/>
                            <a:pt x="395288" y="204597"/>
                          </a:cubicBezTo>
                          <a:cubicBezTo>
                            <a:pt x="396335" y="203644"/>
                            <a:pt x="397288" y="202597"/>
                            <a:pt x="398240" y="201644"/>
                          </a:cubicBezTo>
                          <a:cubicBezTo>
                            <a:pt x="400050" y="199835"/>
                            <a:pt x="401860" y="198025"/>
                            <a:pt x="403670" y="196215"/>
                          </a:cubicBezTo>
                          <a:cubicBezTo>
                            <a:pt x="404717" y="195072"/>
                            <a:pt x="405765" y="194024"/>
                            <a:pt x="406813" y="192881"/>
                          </a:cubicBezTo>
                          <a:cubicBezTo>
                            <a:pt x="408432" y="191167"/>
                            <a:pt x="410051" y="189452"/>
                            <a:pt x="411575" y="187738"/>
                          </a:cubicBezTo>
                          <a:cubicBezTo>
                            <a:pt x="412623" y="186595"/>
                            <a:pt x="413671" y="185452"/>
                            <a:pt x="414719" y="184309"/>
                          </a:cubicBezTo>
                          <a:cubicBezTo>
                            <a:pt x="416243" y="182594"/>
                            <a:pt x="417671" y="180880"/>
                            <a:pt x="419195" y="179261"/>
                          </a:cubicBezTo>
                          <a:cubicBezTo>
                            <a:pt x="419767" y="178594"/>
                            <a:pt x="420338" y="177927"/>
                            <a:pt x="420910" y="177260"/>
                          </a:cubicBezTo>
                          <a:cubicBezTo>
                            <a:pt x="421291" y="176784"/>
                            <a:pt x="421767" y="176308"/>
                            <a:pt x="422148" y="175831"/>
                          </a:cubicBezTo>
                          <a:cubicBezTo>
                            <a:pt x="423672" y="174022"/>
                            <a:pt x="425101" y="172212"/>
                            <a:pt x="426530" y="170402"/>
                          </a:cubicBezTo>
                          <a:cubicBezTo>
                            <a:pt x="427387" y="169354"/>
                            <a:pt x="428244" y="168211"/>
                            <a:pt x="429101" y="167164"/>
                          </a:cubicBezTo>
                          <a:cubicBezTo>
                            <a:pt x="430720" y="165068"/>
                            <a:pt x="432245" y="163068"/>
                            <a:pt x="433673" y="160973"/>
                          </a:cubicBezTo>
                          <a:cubicBezTo>
                            <a:pt x="434150" y="160306"/>
                            <a:pt x="434721" y="159544"/>
                            <a:pt x="435197" y="158877"/>
                          </a:cubicBezTo>
                          <a:cubicBezTo>
                            <a:pt x="435293" y="158686"/>
                            <a:pt x="435388" y="158591"/>
                            <a:pt x="435578" y="158401"/>
                          </a:cubicBezTo>
                          <a:cubicBezTo>
                            <a:pt x="436245" y="157544"/>
                            <a:pt x="436817" y="156686"/>
                            <a:pt x="437388" y="155829"/>
                          </a:cubicBezTo>
                          <a:cubicBezTo>
                            <a:pt x="438531" y="154115"/>
                            <a:pt x="439674" y="152495"/>
                            <a:pt x="440817" y="150781"/>
                          </a:cubicBezTo>
                          <a:cubicBezTo>
                            <a:pt x="441484" y="149733"/>
                            <a:pt x="442055" y="148781"/>
                            <a:pt x="442722" y="147733"/>
                          </a:cubicBezTo>
                          <a:cubicBezTo>
                            <a:pt x="443389" y="146590"/>
                            <a:pt x="444151" y="145542"/>
                            <a:pt x="444818" y="144399"/>
                          </a:cubicBezTo>
                          <a:cubicBezTo>
                            <a:pt x="445103" y="143923"/>
                            <a:pt x="445484" y="143351"/>
                            <a:pt x="445770" y="142875"/>
                          </a:cubicBezTo>
                          <a:cubicBezTo>
                            <a:pt x="446151" y="142208"/>
                            <a:pt x="446627" y="141446"/>
                            <a:pt x="447008" y="140779"/>
                          </a:cubicBezTo>
                          <a:cubicBezTo>
                            <a:pt x="448056" y="138875"/>
                            <a:pt x="449104" y="137065"/>
                            <a:pt x="450152" y="135160"/>
                          </a:cubicBezTo>
                          <a:cubicBezTo>
                            <a:pt x="450247" y="134874"/>
                            <a:pt x="450628" y="134302"/>
                            <a:pt x="450914" y="13373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F7D2">
                            <a:alpha val="100000"/>
                          </a:srgbClr>
                        </a:gs>
                        <a:gs pos="17090">
                          <a:srgbClr val="E8A027">
                            <a:alpha val="100000"/>
                          </a:srgbClr>
                        </a:gs>
                        <a:gs pos="34580">
                          <a:srgbClr val="965200">
                            <a:alpha val="100000"/>
                          </a:srgbClr>
                        </a:gs>
                        <a:gs pos="60439">
                          <a:srgbClr val="965200">
                            <a:alpha val="100000"/>
                          </a:srgbClr>
                        </a:gs>
                        <a:gs pos="83370">
                          <a:srgbClr val="E8A027">
                            <a:alpha val="100000"/>
                          </a:srgbClr>
                        </a:gs>
                        <a:gs pos="99910">
                          <a:srgbClr val="FFD108">
                            <a:alpha val="100000"/>
                          </a:srgbClr>
                        </a:gs>
                      </a:gsLst>
                      <a:lin ang="906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6" name="AutoShape 126"/>
                    <p:cNvSpPr/>
                    <p:nvPr/>
                  </p:nvSpPr>
                  <p:spPr>
                    <a:xfrm>
                      <a:off x="5029211" y="2735587"/>
                      <a:ext cx="453092" cy="3327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53092" h="332771">
                          <a:moveTo>
                            <a:pt x="13037" y="297267"/>
                          </a:moveTo>
                          <a:cubicBezTo>
                            <a:pt x="13514" y="297839"/>
                            <a:pt x="13895" y="298410"/>
                            <a:pt x="14371" y="298982"/>
                          </a:cubicBezTo>
                          <a:cubicBezTo>
                            <a:pt x="15228" y="300030"/>
                            <a:pt x="16085" y="301077"/>
                            <a:pt x="16943" y="302030"/>
                          </a:cubicBezTo>
                          <a:cubicBezTo>
                            <a:pt x="17324" y="302506"/>
                            <a:pt x="17800" y="302982"/>
                            <a:pt x="18181" y="303459"/>
                          </a:cubicBezTo>
                          <a:cubicBezTo>
                            <a:pt x="19229" y="304602"/>
                            <a:pt x="20372" y="305649"/>
                            <a:pt x="21515" y="306792"/>
                          </a:cubicBezTo>
                          <a:cubicBezTo>
                            <a:pt x="21800" y="307078"/>
                            <a:pt x="22086" y="307364"/>
                            <a:pt x="22467" y="307650"/>
                          </a:cubicBezTo>
                          <a:cubicBezTo>
                            <a:pt x="23991" y="308983"/>
                            <a:pt x="25515" y="310221"/>
                            <a:pt x="27134" y="311460"/>
                          </a:cubicBezTo>
                          <a:cubicBezTo>
                            <a:pt x="27611" y="311745"/>
                            <a:pt x="28087" y="312126"/>
                            <a:pt x="28468" y="312412"/>
                          </a:cubicBezTo>
                          <a:cubicBezTo>
                            <a:pt x="29706" y="313269"/>
                            <a:pt x="30944" y="314127"/>
                            <a:pt x="32183" y="314984"/>
                          </a:cubicBezTo>
                          <a:cubicBezTo>
                            <a:pt x="32754" y="315365"/>
                            <a:pt x="33326" y="315651"/>
                            <a:pt x="33897" y="316032"/>
                          </a:cubicBezTo>
                          <a:cubicBezTo>
                            <a:pt x="35135" y="316794"/>
                            <a:pt x="36374" y="317556"/>
                            <a:pt x="37707" y="318222"/>
                          </a:cubicBezTo>
                          <a:cubicBezTo>
                            <a:pt x="38374" y="318603"/>
                            <a:pt x="39041" y="318984"/>
                            <a:pt x="39803" y="319270"/>
                          </a:cubicBezTo>
                          <a:cubicBezTo>
                            <a:pt x="41041" y="319937"/>
                            <a:pt x="42374" y="320508"/>
                            <a:pt x="43708" y="321080"/>
                          </a:cubicBezTo>
                          <a:cubicBezTo>
                            <a:pt x="44470" y="321461"/>
                            <a:pt x="45232" y="321747"/>
                            <a:pt x="46089" y="322128"/>
                          </a:cubicBezTo>
                          <a:cubicBezTo>
                            <a:pt x="47423" y="322699"/>
                            <a:pt x="48851" y="323271"/>
                            <a:pt x="50185" y="323747"/>
                          </a:cubicBezTo>
                          <a:cubicBezTo>
                            <a:pt x="50947" y="324033"/>
                            <a:pt x="51614" y="324318"/>
                            <a:pt x="52376" y="324604"/>
                          </a:cubicBezTo>
                          <a:cubicBezTo>
                            <a:pt x="54185" y="325271"/>
                            <a:pt x="55995" y="325842"/>
                            <a:pt x="57900" y="326414"/>
                          </a:cubicBezTo>
                          <a:cubicBezTo>
                            <a:pt x="58281" y="326509"/>
                            <a:pt x="58662" y="326700"/>
                            <a:pt x="59043" y="326795"/>
                          </a:cubicBezTo>
                          <a:cubicBezTo>
                            <a:pt x="61329" y="327462"/>
                            <a:pt x="63710" y="328033"/>
                            <a:pt x="66092" y="328605"/>
                          </a:cubicBezTo>
                          <a:cubicBezTo>
                            <a:pt x="66473" y="328700"/>
                            <a:pt x="66854" y="328795"/>
                            <a:pt x="67235" y="328890"/>
                          </a:cubicBezTo>
                          <a:cubicBezTo>
                            <a:pt x="69235" y="329367"/>
                            <a:pt x="71330" y="329748"/>
                            <a:pt x="73426" y="330129"/>
                          </a:cubicBezTo>
                          <a:cubicBezTo>
                            <a:pt x="73902" y="330224"/>
                            <a:pt x="74474" y="330319"/>
                            <a:pt x="74950" y="330414"/>
                          </a:cubicBezTo>
                          <a:cubicBezTo>
                            <a:pt x="76950" y="330795"/>
                            <a:pt x="79046" y="331081"/>
                            <a:pt x="81141" y="331272"/>
                          </a:cubicBezTo>
                          <a:cubicBezTo>
                            <a:pt x="81808" y="331367"/>
                            <a:pt x="82379" y="331462"/>
                            <a:pt x="83046" y="331557"/>
                          </a:cubicBezTo>
                          <a:cubicBezTo>
                            <a:pt x="85046" y="331748"/>
                            <a:pt x="87142" y="331938"/>
                            <a:pt x="89237" y="332129"/>
                          </a:cubicBezTo>
                          <a:cubicBezTo>
                            <a:pt x="89999" y="332224"/>
                            <a:pt x="90761" y="332319"/>
                            <a:pt x="91428" y="332319"/>
                          </a:cubicBezTo>
                          <a:cubicBezTo>
                            <a:pt x="93524" y="332510"/>
                            <a:pt x="95714" y="332510"/>
                            <a:pt x="97810" y="332605"/>
                          </a:cubicBezTo>
                          <a:cubicBezTo>
                            <a:pt x="98572" y="332605"/>
                            <a:pt x="99334" y="332700"/>
                            <a:pt x="100096" y="332700"/>
                          </a:cubicBezTo>
                          <a:cubicBezTo>
                            <a:pt x="102953" y="332796"/>
                            <a:pt x="105811" y="332796"/>
                            <a:pt x="108668" y="332700"/>
                          </a:cubicBezTo>
                          <a:cubicBezTo>
                            <a:pt x="108764" y="332700"/>
                            <a:pt x="108954" y="332700"/>
                            <a:pt x="109049" y="332700"/>
                          </a:cubicBezTo>
                          <a:cubicBezTo>
                            <a:pt x="112097" y="332605"/>
                            <a:pt x="115145" y="332510"/>
                            <a:pt x="118289" y="332415"/>
                          </a:cubicBezTo>
                          <a:cubicBezTo>
                            <a:pt x="119146" y="332415"/>
                            <a:pt x="119908" y="332319"/>
                            <a:pt x="120765" y="332224"/>
                          </a:cubicBezTo>
                          <a:cubicBezTo>
                            <a:pt x="123146" y="332034"/>
                            <a:pt x="125432" y="331938"/>
                            <a:pt x="127814" y="331653"/>
                          </a:cubicBezTo>
                          <a:cubicBezTo>
                            <a:pt x="128385" y="331557"/>
                            <a:pt x="129052" y="331557"/>
                            <a:pt x="129623" y="331462"/>
                          </a:cubicBezTo>
                          <a:cubicBezTo>
                            <a:pt x="132005" y="331272"/>
                            <a:pt x="134386" y="330986"/>
                            <a:pt x="136862" y="330700"/>
                          </a:cubicBezTo>
                          <a:cubicBezTo>
                            <a:pt x="137720" y="330605"/>
                            <a:pt x="138672" y="330510"/>
                            <a:pt x="139529" y="330319"/>
                          </a:cubicBezTo>
                          <a:cubicBezTo>
                            <a:pt x="140958" y="330129"/>
                            <a:pt x="142292" y="329938"/>
                            <a:pt x="143720" y="329748"/>
                          </a:cubicBezTo>
                          <a:cubicBezTo>
                            <a:pt x="144578" y="329652"/>
                            <a:pt x="145340" y="329557"/>
                            <a:pt x="146197" y="329367"/>
                          </a:cubicBezTo>
                          <a:cubicBezTo>
                            <a:pt x="147435" y="329176"/>
                            <a:pt x="148673" y="328986"/>
                            <a:pt x="149912" y="328795"/>
                          </a:cubicBezTo>
                          <a:cubicBezTo>
                            <a:pt x="152102" y="328414"/>
                            <a:pt x="154388" y="328033"/>
                            <a:pt x="156579" y="327557"/>
                          </a:cubicBezTo>
                          <a:cubicBezTo>
                            <a:pt x="157627" y="327366"/>
                            <a:pt x="158675" y="327176"/>
                            <a:pt x="159722" y="326985"/>
                          </a:cubicBezTo>
                          <a:cubicBezTo>
                            <a:pt x="162770" y="326414"/>
                            <a:pt x="165818" y="325747"/>
                            <a:pt x="168962" y="324985"/>
                          </a:cubicBezTo>
                          <a:cubicBezTo>
                            <a:pt x="169247" y="324890"/>
                            <a:pt x="169438" y="324890"/>
                            <a:pt x="169724" y="324795"/>
                          </a:cubicBezTo>
                          <a:cubicBezTo>
                            <a:pt x="172962" y="324033"/>
                            <a:pt x="176296" y="323175"/>
                            <a:pt x="179630" y="322318"/>
                          </a:cubicBezTo>
                          <a:cubicBezTo>
                            <a:pt x="179725" y="322318"/>
                            <a:pt x="179820" y="322223"/>
                            <a:pt x="179915" y="322223"/>
                          </a:cubicBezTo>
                          <a:cubicBezTo>
                            <a:pt x="180963" y="321937"/>
                            <a:pt x="182106" y="321651"/>
                            <a:pt x="183154" y="321366"/>
                          </a:cubicBezTo>
                          <a:cubicBezTo>
                            <a:pt x="185154" y="320794"/>
                            <a:pt x="187250" y="320223"/>
                            <a:pt x="189250" y="319651"/>
                          </a:cubicBezTo>
                          <a:cubicBezTo>
                            <a:pt x="189631" y="319556"/>
                            <a:pt x="189917" y="319461"/>
                            <a:pt x="190298" y="319365"/>
                          </a:cubicBezTo>
                          <a:cubicBezTo>
                            <a:pt x="191631" y="318984"/>
                            <a:pt x="192869" y="318603"/>
                            <a:pt x="194203" y="318222"/>
                          </a:cubicBezTo>
                          <a:cubicBezTo>
                            <a:pt x="195536" y="317841"/>
                            <a:pt x="196870" y="317365"/>
                            <a:pt x="198108" y="316984"/>
                          </a:cubicBezTo>
                          <a:cubicBezTo>
                            <a:pt x="199156" y="316698"/>
                            <a:pt x="200108" y="316413"/>
                            <a:pt x="201156" y="316032"/>
                          </a:cubicBezTo>
                          <a:cubicBezTo>
                            <a:pt x="202394" y="315651"/>
                            <a:pt x="203728" y="315174"/>
                            <a:pt x="204966" y="314793"/>
                          </a:cubicBezTo>
                          <a:cubicBezTo>
                            <a:pt x="205538" y="314603"/>
                            <a:pt x="206204" y="314412"/>
                            <a:pt x="206776" y="314127"/>
                          </a:cubicBezTo>
                          <a:cubicBezTo>
                            <a:pt x="208490" y="313555"/>
                            <a:pt x="210205" y="312984"/>
                            <a:pt x="212015" y="312317"/>
                          </a:cubicBezTo>
                          <a:cubicBezTo>
                            <a:pt x="213253" y="311841"/>
                            <a:pt x="214491" y="311460"/>
                            <a:pt x="215729" y="310983"/>
                          </a:cubicBezTo>
                          <a:cubicBezTo>
                            <a:pt x="218206" y="310126"/>
                            <a:pt x="220682" y="309174"/>
                            <a:pt x="223159" y="308221"/>
                          </a:cubicBezTo>
                          <a:cubicBezTo>
                            <a:pt x="224302" y="307745"/>
                            <a:pt x="225445" y="307364"/>
                            <a:pt x="226493" y="306888"/>
                          </a:cubicBezTo>
                          <a:cubicBezTo>
                            <a:pt x="228207" y="306221"/>
                            <a:pt x="230017" y="305459"/>
                            <a:pt x="231731" y="304792"/>
                          </a:cubicBezTo>
                          <a:cubicBezTo>
                            <a:pt x="233636" y="304030"/>
                            <a:pt x="235541" y="303268"/>
                            <a:pt x="237351" y="302506"/>
                          </a:cubicBezTo>
                          <a:cubicBezTo>
                            <a:pt x="238208" y="302125"/>
                            <a:pt x="238970" y="301744"/>
                            <a:pt x="239828" y="301458"/>
                          </a:cubicBezTo>
                          <a:cubicBezTo>
                            <a:pt x="242590" y="300315"/>
                            <a:pt x="245257" y="299077"/>
                            <a:pt x="248019" y="297839"/>
                          </a:cubicBezTo>
                          <a:cubicBezTo>
                            <a:pt x="248305" y="297648"/>
                            <a:pt x="248686" y="297553"/>
                            <a:pt x="248972" y="297458"/>
                          </a:cubicBezTo>
                          <a:cubicBezTo>
                            <a:pt x="249162" y="297363"/>
                            <a:pt x="249353" y="297267"/>
                            <a:pt x="249543" y="297172"/>
                          </a:cubicBezTo>
                          <a:cubicBezTo>
                            <a:pt x="251734" y="296220"/>
                            <a:pt x="253829" y="295172"/>
                            <a:pt x="256020" y="294124"/>
                          </a:cubicBezTo>
                          <a:cubicBezTo>
                            <a:pt x="257258" y="293553"/>
                            <a:pt x="258401" y="292981"/>
                            <a:pt x="259640" y="292410"/>
                          </a:cubicBezTo>
                          <a:cubicBezTo>
                            <a:pt x="260783" y="291838"/>
                            <a:pt x="261830" y="291362"/>
                            <a:pt x="262973" y="290790"/>
                          </a:cubicBezTo>
                          <a:cubicBezTo>
                            <a:pt x="263259" y="290600"/>
                            <a:pt x="263640" y="290505"/>
                            <a:pt x="263926" y="290314"/>
                          </a:cubicBezTo>
                          <a:cubicBezTo>
                            <a:pt x="266021" y="289266"/>
                            <a:pt x="268117" y="288219"/>
                            <a:pt x="270117" y="287171"/>
                          </a:cubicBezTo>
                          <a:cubicBezTo>
                            <a:pt x="271355" y="286504"/>
                            <a:pt x="272594" y="285933"/>
                            <a:pt x="273832" y="285266"/>
                          </a:cubicBezTo>
                          <a:cubicBezTo>
                            <a:pt x="275546" y="284313"/>
                            <a:pt x="277356" y="283361"/>
                            <a:pt x="279071" y="282504"/>
                          </a:cubicBezTo>
                          <a:cubicBezTo>
                            <a:pt x="279642" y="282218"/>
                            <a:pt x="280118" y="281932"/>
                            <a:pt x="280690" y="281646"/>
                          </a:cubicBezTo>
                          <a:cubicBezTo>
                            <a:pt x="281833" y="280980"/>
                            <a:pt x="282976" y="280408"/>
                            <a:pt x="284119" y="279741"/>
                          </a:cubicBezTo>
                          <a:cubicBezTo>
                            <a:pt x="284881" y="279265"/>
                            <a:pt x="285643" y="278884"/>
                            <a:pt x="286405" y="278408"/>
                          </a:cubicBezTo>
                          <a:cubicBezTo>
                            <a:pt x="288215" y="277360"/>
                            <a:pt x="290120" y="276312"/>
                            <a:pt x="291929" y="275265"/>
                          </a:cubicBezTo>
                          <a:cubicBezTo>
                            <a:pt x="292596" y="274884"/>
                            <a:pt x="293358" y="274503"/>
                            <a:pt x="294025" y="274026"/>
                          </a:cubicBezTo>
                          <a:cubicBezTo>
                            <a:pt x="296311" y="272693"/>
                            <a:pt x="298502" y="271359"/>
                            <a:pt x="300788" y="269931"/>
                          </a:cubicBezTo>
                          <a:cubicBezTo>
                            <a:pt x="301740" y="269359"/>
                            <a:pt x="302788" y="268788"/>
                            <a:pt x="303740" y="268121"/>
                          </a:cubicBezTo>
                          <a:cubicBezTo>
                            <a:pt x="304693" y="267549"/>
                            <a:pt x="305550" y="266978"/>
                            <a:pt x="306503" y="266406"/>
                          </a:cubicBezTo>
                          <a:cubicBezTo>
                            <a:pt x="307074" y="266025"/>
                            <a:pt x="307550" y="265740"/>
                            <a:pt x="308122" y="265359"/>
                          </a:cubicBezTo>
                          <a:cubicBezTo>
                            <a:pt x="309836" y="264216"/>
                            <a:pt x="311646" y="263168"/>
                            <a:pt x="313361" y="262025"/>
                          </a:cubicBezTo>
                          <a:cubicBezTo>
                            <a:pt x="314694" y="261168"/>
                            <a:pt x="315932" y="260310"/>
                            <a:pt x="317266" y="259453"/>
                          </a:cubicBezTo>
                          <a:cubicBezTo>
                            <a:pt x="319076" y="258215"/>
                            <a:pt x="320981" y="256977"/>
                            <a:pt x="322790" y="255738"/>
                          </a:cubicBezTo>
                          <a:cubicBezTo>
                            <a:pt x="324600" y="254500"/>
                            <a:pt x="326315" y="253262"/>
                            <a:pt x="328124" y="252024"/>
                          </a:cubicBezTo>
                          <a:cubicBezTo>
                            <a:pt x="329648" y="250976"/>
                            <a:pt x="331077" y="249928"/>
                            <a:pt x="332601" y="248880"/>
                          </a:cubicBezTo>
                          <a:cubicBezTo>
                            <a:pt x="335649" y="246690"/>
                            <a:pt x="338602" y="244499"/>
                            <a:pt x="341555" y="242308"/>
                          </a:cubicBezTo>
                          <a:cubicBezTo>
                            <a:pt x="342221" y="241832"/>
                            <a:pt x="342983" y="241260"/>
                            <a:pt x="343650" y="240784"/>
                          </a:cubicBezTo>
                          <a:cubicBezTo>
                            <a:pt x="347555" y="237831"/>
                            <a:pt x="351365" y="234783"/>
                            <a:pt x="355080" y="231735"/>
                          </a:cubicBezTo>
                          <a:cubicBezTo>
                            <a:pt x="355271" y="231545"/>
                            <a:pt x="355461" y="231450"/>
                            <a:pt x="355652" y="231259"/>
                          </a:cubicBezTo>
                          <a:cubicBezTo>
                            <a:pt x="356414" y="230592"/>
                            <a:pt x="357176" y="230021"/>
                            <a:pt x="357938" y="229354"/>
                          </a:cubicBezTo>
                          <a:cubicBezTo>
                            <a:pt x="357938" y="229354"/>
                            <a:pt x="358033" y="229259"/>
                            <a:pt x="358033" y="229259"/>
                          </a:cubicBezTo>
                          <a:cubicBezTo>
                            <a:pt x="360890" y="226878"/>
                            <a:pt x="363748" y="224401"/>
                            <a:pt x="366605" y="221925"/>
                          </a:cubicBezTo>
                          <a:cubicBezTo>
                            <a:pt x="368034" y="220686"/>
                            <a:pt x="369368" y="219448"/>
                            <a:pt x="370796" y="218305"/>
                          </a:cubicBezTo>
                          <a:cubicBezTo>
                            <a:pt x="370892" y="218210"/>
                            <a:pt x="370892" y="218210"/>
                            <a:pt x="370987" y="218115"/>
                          </a:cubicBezTo>
                          <a:cubicBezTo>
                            <a:pt x="371558" y="217638"/>
                            <a:pt x="372130" y="217067"/>
                            <a:pt x="372701" y="216495"/>
                          </a:cubicBezTo>
                          <a:cubicBezTo>
                            <a:pt x="375178" y="214305"/>
                            <a:pt x="377559" y="212019"/>
                            <a:pt x="379845" y="209733"/>
                          </a:cubicBezTo>
                          <a:cubicBezTo>
                            <a:pt x="380893" y="208780"/>
                            <a:pt x="381845" y="207828"/>
                            <a:pt x="382798" y="206780"/>
                          </a:cubicBezTo>
                          <a:cubicBezTo>
                            <a:pt x="384608" y="204970"/>
                            <a:pt x="386417" y="203160"/>
                            <a:pt x="388227" y="201351"/>
                          </a:cubicBezTo>
                          <a:cubicBezTo>
                            <a:pt x="389275" y="200208"/>
                            <a:pt x="390323" y="199160"/>
                            <a:pt x="391370" y="198017"/>
                          </a:cubicBezTo>
                          <a:cubicBezTo>
                            <a:pt x="392990" y="196302"/>
                            <a:pt x="394609" y="194588"/>
                            <a:pt x="396133" y="192873"/>
                          </a:cubicBezTo>
                          <a:cubicBezTo>
                            <a:pt x="397181" y="191730"/>
                            <a:pt x="398228" y="190587"/>
                            <a:pt x="399276" y="189444"/>
                          </a:cubicBezTo>
                          <a:cubicBezTo>
                            <a:pt x="400800" y="187730"/>
                            <a:pt x="402229" y="186015"/>
                            <a:pt x="403753" y="184396"/>
                          </a:cubicBezTo>
                          <a:cubicBezTo>
                            <a:pt x="404705" y="183253"/>
                            <a:pt x="405753" y="182110"/>
                            <a:pt x="406706" y="180967"/>
                          </a:cubicBezTo>
                          <a:cubicBezTo>
                            <a:pt x="408230" y="179157"/>
                            <a:pt x="409658" y="177348"/>
                            <a:pt x="411087" y="175538"/>
                          </a:cubicBezTo>
                          <a:cubicBezTo>
                            <a:pt x="411944" y="174490"/>
                            <a:pt x="412802" y="173347"/>
                            <a:pt x="413659" y="172299"/>
                          </a:cubicBezTo>
                          <a:cubicBezTo>
                            <a:pt x="415278" y="170204"/>
                            <a:pt x="416802" y="168204"/>
                            <a:pt x="418231" y="166108"/>
                          </a:cubicBezTo>
                          <a:cubicBezTo>
                            <a:pt x="418898" y="165251"/>
                            <a:pt x="419564" y="164394"/>
                            <a:pt x="420136" y="163536"/>
                          </a:cubicBezTo>
                          <a:cubicBezTo>
                            <a:pt x="420707" y="162679"/>
                            <a:pt x="421374" y="161822"/>
                            <a:pt x="421946" y="160965"/>
                          </a:cubicBezTo>
                          <a:cubicBezTo>
                            <a:pt x="422898" y="159631"/>
                            <a:pt x="423755" y="158298"/>
                            <a:pt x="424708" y="156964"/>
                          </a:cubicBezTo>
                          <a:cubicBezTo>
                            <a:pt x="424898" y="156678"/>
                            <a:pt x="425184" y="156297"/>
                            <a:pt x="425375" y="156012"/>
                          </a:cubicBezTo>
                          <a:cubicBezTo>
                            <a:pt x="426041" y="154964"/>
                            <a:pt x="426708" y="154011"/>
                            <a:pt x="427280" y="152964"/>
                          </a:cubicBezTo>
                          <a:cubicBezTo>
                            <a:pt x="427470" y="152583"/>
                            <a:pt x="427661" y="152297"/>
                            <a:pt x="427946" y="151916"/>
                          </a:cubicBezTo>
                          <a:cubicBezTo>
                            <a:pt x="428708" y="150678"/>
                            <a:pt x="429566" y="149344"/>
                            <a:pt x="430328" y="148106"/>
                          </a:cubicBezTo>
                          <a:cubicBezTo>
                            <a:pt x="430709" y="147439"/>
                            <a:pt x="431185" y="146677"/>
                            <a:pt x="431566" y="146010"/>
                          </a:cubicBezTo>
                          <a:cubicBezTo>
                            <a:pt x="432042" y="145153"/>
                            <a:pt x="432614" y="144201"/>
                            <a:pt x="433090" y="143343"/>
                          </a:cubicBezTo>
                          <a:cubicBezTo>
                            <a:pt x="433661" y="142391"/>
                            <a:pt x="434233" y="141438"/>
                            <a:pt x="434709" y="140486"/>
                          </a:cubicBezTo>
                          <a:cubicBezTo>
                            <a:pt x="434995" y="139914"/>
                            <a:pt x="435376" y="139343"/>
                            <a:pt x="435662" y="138771"/>
                          </a:cubicBezTo>
                          <a:cubicBezTo>
                            <a:pt x="436043" y="138009"/>
                            <a:pt x="436424" y="137247"/>
                            <a:pt x="436805" y="136485"/>
                          </a:cubicBezTo>
                          <a:cubicBezTo>
                            <a:pt x="436805" y="136390"/>
                            <a:pt x="436900" y="136295"/>
                            <a:pt x="436900" y="136295"/>
                          </a:cubicBezTo>
                          <a:cubicBezTo>
                            <a:pt x="438138" y="134009"/>
                            <a:pt x="439281" y="131628"/>
                            <a:pt x="440329" y="129342"/>
                          </a:cubicBezTo>
                          <a:cubicBezTo>
                            <a:pt x="440805" y="128199"/>
                            <a:pt x="441281" y="127151"/>
                            <a:pt x="441758" y="126103"/>
                          </a:cubicBezTo>
                          <a:cubicBezTo>
                            <a:pt x="442520" y="124389"/>
                            <a:pt x="443282" y="122579"/>
                            <a:pt x="443948" y="120864"/>
                          </a:cubicBezTo>
                          <a:cubicBezTo>
                            <a:pt x="444425" y="119721"/>
                            <a:pt x="444901" y="118483"/>
                            <a:pt x="445282" y="117340"/>
                          </a:cubicBezTo>
                          <a:cubicBezTo>
                            <a:pt x="445758" y="116007"/>
                            <a:pt x="446234" y="114578"/>
                            <a:pt x="446711" y="113244"/>
                          </a:cubicBezTo>
                          <a:cubicBezTo>
                            <a:pt x="447187" y="112006"/>
                            <a:pt x="447568" y="110673"/>
                            <a:pt x="447949" y="109434"/>
                          </a:cubicBezTo>
                          <a:cubicBezTo>
                            <a:pt x="448330" y="108196"/>
                            <a:pt x="448711" y="106958"/>
                            <a:pt x="448997" y="105720"/>
                          </a:cubicBezTo>
                          <a:cubicBezTo>
                            <a:pt x="449378" y="104386"/>
                            <a:pt x="449663" y="103053"/>
                            <a:pt x="450044" y="101814"/>
                          </a:cubicBezTo>
                          <a:cubicBezTo>
                            <a:pt x="450330" y="100671"/>
                            <a:pt x="450521" y="99624"/>
                            <a:pt x="450806" y="98481"/>
                          </a:cubicBezTo>
                          <a:cubicBezTo>
                            <a:pt x="451092" y="97147"/>
                            <a:pt x="451378" y="95718"/>
                            <a:pt x="451568" y="94385"/>
                          </a:cubicBezTo>
                          <a:cubicBezTo>
                            <a:pt x="451759" y="93337"/>
                            <a:pt x="451949" y="92385"/>
                            <a:pt x="452045" y="91337"/>
                          </a:cubicBezTo>
                          <a:cubicBezTo>
                            <a:pt x="452235" y="89908"/>
                            <a:pt x="452426" y="88575"/>
                            <a:pt x="452521" y="87146"/>
                          </a:cubicBezTo>
                          <a:cubicBezTo>
                            <a:pt x="452616" y="86193"/>
                            <a:pt x="452711" y="85241"/>
                            <a:pt x="452807" y="84288"/>
                          </a:cubicBezTo>
                          <a:cubicBezTo>
                            <a:pt x="452902" y="82860"/>
                            <a:pt x="452997" y="81336"/>
                            <a:pt x="452997" y="79907"/>
                          </a:cubicBezTo>
                          <a:cubicBezTo>
                            <a:pt x="452997" y="79050"/>
                            <a:pt x="453092" y="78288"/>
                            <a:pt x="453092" y="77430"/>
                          </a:cubicBezTo>
                          <a:cubicBezTo>
                            <a:pt x="453092" y="75240"/>
                            <a:pt x="452997" y="73049"/>
                            <a:pt x="452807" y="70858"/>
                          </a:cubicBezTo>
                          <a:cubicBezTo>
                            <a:pt x="452616" y="68572"/>
                            <a:pt x="452330" y="66381"/>
                            <a:pt x="451949" y="64191"/>
                          </a:cubicBezTo>
                          <a:cubicBezTo>
                            <a:pt x="451949" y="63905"/>
                            <a:pt x="451854" y="63619"/>
                            <a:pt x="451759" y="63429"/>
                          </a:cubicBezTo>
                          <a:cubicBezTo>
                            <a:pt x="451473" y="61619"/>
                            <a:pt x="450997" y="59809"/>
                            <a:pt x="450616" y="57999"/>
                          </a:cubicBezTo>
                          <a:cubicBezTo>
                            <a:pt x="450425" y="57428"/>
                            <a:pt x="450330" y="56856"/>
                            <a:pt x="450140" y="56285"/>
                          </a:cubicBezTo>
                          <a:cubicBezTo>
                            <a:pt x="449759" y="54856"/>
                            <a:pt x="449282" y="53427"/>
                            <a:pt x="448806" y="51999"/>
                          </a:cubicBezTo>
                          <a:cubicBezTo>
                            <a:pt x="448520" y="51141"/>
                            <a:pt x="448139" y="50379"/>
                            <a:pt x="447854" y="49522"/>
                          </a:cubicBezTo>
                          <a:cubicBezTo>
                            <a:pt x="447377" y="48379"/>
                            <a:pt x="446901" y="47331"/>
                            <a:pt x="446425" y="46284"/>
                          </a:cubicBezTo>
                          <a:cubicBezTo>
                            <a:pt x="446044" y="45426"/>
                            <a:pt x="445568" y="44569"/>
                            <a:pt x="445091" y="43712"/>
                          </a:cubicBezTo>
                          <a:cubicBezTo>
                            <a:pt x="417850" y="-8009"/>
                            <a:pt x="323648" y="-15534"/>
                            <a:pt x="215348" y="30282"/>
                          </a:cubicBezTo>
                          <a:cubicBezTo>
                            <a:pt x="90571" y="83050"/>
                            <a:pt x="-5822" y="186873"/>
                            <a:pt x="274" y="262120"/>
                          </a:cubicBezTo>
                          <a:cubicBezTo>
                            <a:pt x="1226" y="273455"/>
                            <a:pt x="4465" y="283551"/>
                            <a:pt x="9704" y="292314"/>
                          </a:cubicBezTo>
                          <a:cubicBezTo>
                            <a:pt x="10085" y="292981"/>
                            <a:pt x="10466" y="293648"/>
                            <a:pt x="10942" y="294219"/>
                          </a:cubicBezTo>
                          <a:cubicBezTo>
                            <a:pt x="11609" y="295267"/>
                            <a:pt x="12275" y="296315"/>
                            <a:pt x="13037" y="297267"/>
                          </a:cubicBezTo>
                          <a:close/>
                          <a:moveTo>
                            <a:pt x="57233" y="182396"/>
                          </a:moveTo>
                          <a:cubicBezTo>
                            <a:pt x="57519" y="181920"/>
                            <a:pt x="57805" y="181539"/>
                            <a:pt x="58091" y="181062"/>
                          </a:cubicBezTo>
                          <a:cubicBezTo>
                            <a:pt x="58281" y="180777"/>
                            <a:pt x="58376" y="180586"/>
                            <a:pt x="58567" y="180300"/>
                          </a:cubicBezTo>
                          <a:cubicBezTo>
                            <a:pt x="59138" y="179348"/>
                            <a:pt x="59710" y="178491"/>
                            <a:pt x="60281" y="177538"/>
                          </a:cubicBezTo>
                          <a:cubicBezTo>
                            <a:pt x="60662" y="176967"/>
                            <a:pt x="61043" y="176300"/>
                            <a:pt x="61424" y="175728"/>
                          </a:cubicBezTo>
                          <a:cubicBezTo>
                            <a:pt x="64187" y="171537"/>
                            <a:pt x="67139" y="167346"/>
                            <a:pt x="70283" y="163155"/>
                          </a:cubicBezTo>
                          <a:cubicBezTo>
                            <a:pt x="72092" y="160679"/>
                            <a:pt x="74093" y="158202"/>
                            <a:pt x="76093" y="155821"/>
                          </a:cubicBezTo>
                          <a:cubicBezTo>
                            <a:pt x="79712" y="151440"/>
                            <a:pt x="83522" y="147058"/>
                            <a:pt x="87523" y="142677"/>
                          </a:cubicBezTo>
                          <a:cubicBezTo>
                            <a:pt x="88380" y="141819"/>
                            <a:pt x="89237" y="140867"/>
                            <a:pt x="90095" y="140010"/>
                          </a:cubicBezTo>
                          <a:cubicBezTo>
                            <a:pt x="90952" y="139057"/>
                            <a:pt x="91809" y="138200"/>
                            <a:pt x="92762" y="137247"/>
                          </a:cubicBezTo>
                          <a:cubicBezTo>
                            <a:pt x="93143" y="136866"/>
                            <a:pt x="93428" y="136485"/>
                            <a:pt x="93809" y="136200"/>
                          </a:cubicBezTo>
                          <a:cubicBezTo>
                            <a:pt x="94952" y="135057"/>
                            <a:pt x="96095" y="133914"/>
                            <a:pt x="97238" y="132771"/>
                          </a:cubicBezTo>
                          <a:cubicBezTo>
                            <a:pt x="98096" y="131913"/>
                            <a:pt x="98858" y="131151"/>
                            <a:pt x="99715" y="130294"/>
                          </a:cubicBezTo>
                          <a:cubicBezTo>
                            <a:pt x="101620" y="128389"/>
                            <a:pt x="103620" y="126579"/>
                            <a:pt x="105620" y="124770"/>
                          </a:cubicBezTo>
                          <a:cubicBezTo>
                            <a:pt x="106001" y="124389"/>
                            <a:pt x="106478" y="124008"/>
                            <a:pt x="106859" y="123627"/>
                          </a:cubicBezTo>
                          <a:cubicBezTo>
                            <a:pt x="106954" y="123531"/>
                            <a:pt x="106954" y="123531"/>
                            <a:pt x="107049" y="123436"/>
                          </a:cubicBezTo>
                          <a:cubicBezTo>
                            <a:pt x="107144" y="123341"/>
                            <a:pt x="107144" y="123341"/>
                            <a:pt x="107240" y="123246"/>
                          </a:cubicBezTo>
                          <a:cubicBezTo>
                            <a:pt x="107906" y="122674"/>
                            <a:pt x="108573" y="122103"/>
                            <a:pt x="109145" y="121531"/>
                          </a:cubicBezTo>
                          <a:cubicBezTo>
                            <a:pt x="109621" y="121055"/>
                            <a:pt x="110192" y="120674"/>
                            <a:pt x="110669" y="120198"/>
                          </a:cubicBezTo>
                          <a:cubicBezTo>
                            <a:pt x="111812" y="119150"/>
                            <a:pt x="113050" y="118102"/>
                            <a:pt x="114193" y="117054"/>
                          </a:cubicBezTo>
                          <a:cubicBezTo>
                            <a:pt x="115336" y="116102"/>
                            <a:pt x="116574" y="115054"/>
                            <a:pt x="117717" y="114102"/>
                          </a:cubicBezTo>
                          <a:cubicBezTo>
                            <a:pt x="118574" y="113435"/>
                            <a:pt x="119336" y="112768"/>
                            <a:pt x="120194" y="112101"/>
                          </a:cubicBezTo>
                          <a:cubicBezTo>
                            <a:pt x="123242" y="109530"/>
                            <a:pt x="126385" y="107053"/>
                            <a:pt x="129623" y="104577"/>
                          </a:cubicBezTo>
                          <a:cubicBezTo>
                            <a:pt x="129719" y="104481"/>
                            <a:pt x="129814" y="104481"/>
                            <a:pt x="129909" y="104386"/>
                          </a:cubicBezTo>
                          <a:cubicBezTo>
                            <a:pt x="130385" y="104005"/>
                            <a:pt x="130862" y="103719"/>
                            <a:pt x="131338" y="103338"/>
                          </a:cubicBezTo>
                          <a:cubicBezTo>
                            <a:pt x="133814" y="101529"/>
                            <a:pt x="136196" y="99624"/>
                            <a:pt x="138767" y="97814"/>
                          </a:cubicBezTo>
                          <a:cubicBezTo>
                            <a:pt x="139148" y="97528"/>
                            <a:pt x="139529" y="97242"/>
                            <a:pt x="139910" y="96957"/>
                          </a:cubicBezTo>
                          <a:cubicBezTo>
                            <a:pt x="140768" y="96385"/>
                            <a:pt x="141625" y="95718"/>
                            <a:pt x="142482" y="95147"/>
                          </a:cubicBezTo>
                          <a:cubicBezTo>
                            <a:pt x="143911" y="94099"/>
                            <a:pt x="145435" y="93051"/>
                            <a:pt x="146864" y="92099"/>
                          </a:cubicBezTo>
                          <a:cubicBezTo>
                            <a:pt x="147340" y="91718"/>
                            <a:pt x="147911" y="91432"/>
                            <a:pt x="148388" y="91051"/>
                          </a:cubicBezTo>
                          <a:cubicBezTo>
                            <a:pt x="149435" y="90384"/>
                            <a:pt x="150388" y="89718"/>
                            <a:pt x="151436" y="89051"/>
                          </a:cubicBezTo>
                          <a:cubicBezTo>
                            <a:pt x="152483" y="88289"/>
                            <a:pt x="153626" y="87622"/>
                            <a:pt x="154674" y="86955"/>
                          </a:cubicBezTo>
                          <a:cubicBezTo>
                            <a:pt x="155055" y="86670"/>
                            <a:pt x="155531" y="86384"/>
                            <a:pt x="155912" y="86193"/>
                          </a:cubicBezTo>
                          <a:cubicBezTo>
                            <a:pt x="157341" y="85241"/>
                            <a:pt x="158865" y="84288"/>
                            <a:pt x="160294" y="83431"/>
                          </a:cubicBezTo>
                          <a:cubicBezTo>
                            <a:pt x="161056" y="82955"/>
                            <a:pt x="161818" y="82479"/>
                            <a:pt x="162580" y="82002"/>
                          </a:cubicBezTo>
                          <a:cubicBezTo>
                            <a:pt x="162770" y="81907"/>
                            <a:pt x="162961" y="81812"/>
                            <a:pt x="163151" y="81717"/>
                          </a:cubicBezTo>
                          <a:cubicBezTo>
                            <a:pt x="165533" y="80288"/>
                            <a:pt x="167914" y="78859"/>
                            <a:pt x="170295" y="77430"/>
                          </a:cubicBezTo>
                          <a:cubicBezTo>
                            <a:pt x="170390" y="77335"/>
                            <a:pt x="170581" y="77240"/>
                            <a:pt x="170676" y="77240"/>
                          </a:cubicBezTo>
                          <a:cubicBezTo>
                            <a:pt x="171248" y="76859"/>
                            <a:pt x="171819" y="76573"/>
                            <a:pt x="172391" y="76287"/>
                          </a:cubicBezTo>
                          <a:cubicBezTo>
                            <a:pt x="174105" y="75335"/>
                            <a:pt x="175820" y="74287"/>
                            <a:pt x="177534" y="73335"/>
                          </a:cubicBezTo>
                          <a:cubicBezTo>
                            <a:pt x="178010" y="73049"/>
                            <a:pt x="178487" y="72858"/>
                            <a:pt x="178868" y="72573"/>
                          </a:cubicBezTo>
                          <a:cubicBezTo>
                            <a:pt x="179820" y="72096"/>
                            <a:pt x="180773" y="71525"/>
                            <a:pt x="181725" y="71049"/>
                          </a:cubicBezTo>
                          <a:cubicBezTo>
                            <a:pt x="182773" y="70477"/>
                            <a:pt x="183821" y="69906"/>
                            <a:pt x="184868" y="69334"/>
                          </a:cubicBezTo>
                          <a:cubicBezTo>
                            <a:pt x="185726" y="68858"/>
                            <a:pt x="186583" y="68382"/>
                            <a:pt x="187440" y="68001"/>
                          </a:cubicBezTo>
                          <a:cubicBezTo>
                            <a:pt x="188488" y="67429"/>
                            <a:pt x="189440" y="66953"/>
                            <a:pt x="190488" y="66381"/>
                          </a:cubicBezTo>
                          <a:cubicBezTo>
                            <a:pt x="191155" y="66096"/>
                            <a:pt x="191822" y="65715"/>
                            <a:pt x="192393" y="65429"/>
                          </a:cubicBezTo>
                          <a:cubicBezTo>
                            <a:pt x="193727" y="64762"/>
                            <a:pt x="195060" y="64095"/>
                            <a:pt x="196394" y="63429"/>
                          </a:cubicBezTo>
                          <a:cubicBezTo>
                            <a:pt x="197346" y="62952"/>
                            <a:pt x="198203" y="62476"/>
                            <a:pt x="199156" y="62095"/>
                          </a:cubicBezTo>
                          <a:cubicBezTo>
                            <a:pt x="199442" y="61905"/>
                            <a:pt x="199823" y="61809"/>
                            <a:pt x="200108" y="61619"/>
                          </a:cubicBezTo>
                          <a:cubicBezTo>
                            <a:pt x="202585" y="60476"/>
                            <a:pt x="204966" y="59333"/>
                            <a:pt x="207443" y="58190"/>
                          </a:cubicBezTo>
                          <a:cubicBezTo>
                            <a:pt x="207633" y="58095"/>
                            <a:pt x="207824" y="57999"/>
                            <a:pt x="207919" y="57904"/>
                          </a:cubicBezTo>
                          <a:cubicBezTo>
                            <a:pt x="207919" y="57904"/>
                            <a:pt x="207919" y="57904"/>
                            <a:pt x="208014" y="57904"/>
                          </a:cubicBezTo>
                          <a:cubicBezTo>
                            <a:pt x="210681" y="56666"/>
                            <a:pt x="213348" y="55523"/>
                            <a:pt x="216110" y="54380"/>
                          </a:cubicBezTo>
                          <a:cubicBezTo>
                            <a:pt x="216587" y="54189"/>
                            <a:pt x="217063" y="53904"/>
                            <a:pt x="217539" y="53713"/>
                          </a:cubicBezTo>
                          <a:cubicBezTo>
                            <a:pt x="218206" y="53427"/>
                            <a:pt x="218777" y="53237"/>
                            <a:pt x="219444" y="52951"/>
                          </a:cubicBezTo>
                          <a:cubicBezTo>
                            <a:pt x="224778" y="50760"/>
                            <a:pt x="230112" y="48665"/>
                            <a:pt x="235351" y="46760"/>
                          </a:cubicBezTo>
                          <a:cubicBezTo>
                            <a:pt x="236494" y="46379"/>
                            <a:pt x="237542" y="45998"/>
                            <a:pt x="238685" y="45617"/>
                          </a:cubicBezTo>
                          <a:cubicBezTo>
                            <a:pt x="239447" y="45331"/>
                            <a:pt x="240209" y="45045"/>
                            <a:pt x="241066" y="44855"/>
                          </a:cubicBezTo>
                          <a:cubicBezTo>
                            <a:pt x="242018" y="44474"/>
                            <a:pt x="243066" y="44188"/>
                            <a:pt x="244019" y="43807"/>
                          </a:cubicBezTo>
                          <a:cubicBezTo>
                            <a:pt x="245257" y="43426"/>
                            <a:pt x="246495" y="42950"/>
                            <a:pt x="247733" y="42569"/>
                          </a:cubicBezTo>
                          <a:cubicBezTo>
                            <a:pt x="248305" y="42378"/>
                            <a:pt x="248876" y="42188"/>
                            <a:pt x="249448" y="41997"/>
                          </a:cubicBezTo>
                          <a:cubicBezTo>
                            <a:pt x="250591" y="41616"/>
                            <a:pt x="251734" y="41235"/>
                            <a:pt x="252877" y="40950"/>
                          </a:cubicBezTo>
                          <a:cubicBezTo>
                            <a:pt x="253829" y="40664"/>
                            <a:pt x="254687" y="40378"/>
                            <a:pt x="255639" y="40092"/>
                          </a:cubicBezTo>
                          <a:cubicBezTo>
                            <a:pt x="261830" y="38283"/>
                            <a:pt x="267926" y="36663"/>
                            <a:pt x="273832" y="35235"/>
                          </a:cubicBezTo>
                          <a:cubicBezTo>
                            <a:pt x="291739" y="31044"/>
                            <a:pt x="308598" y="28948"/>
                            <a:pt x="324124" y="28662"/>
                          </a:cubicBezTo>
                          <a:cubicBezTo>
                            <a:pt x="324314" y="28662"/>
                            <a:pt x="324505" y="28662"/>
                            <a:pt x="324695" y="28662"/>
                          </a:cubicBezTo>
                          <a:cubicBezTo>
                            <a:pt x="326791" y="28662"/>
                            <a:pt x="328886" y="28662"/>
                            <a:pt x="330887" y="28662"/>
                          </a:cubicBezTo>
                          <a:cubicBezTo>
                            <a:pt x="331934" y="28662"/>
                            <a:pt x="332982" y="28758"/>
                            <a:pt x="334125" y="28758"/>
                          </a:cubicBezTo>
                          <a:cubicBezTo>
                            <a:pt x="335554" y="28853"/>
                            <a:pt x="336887" y="28853"/>
                            <a:pt x="338221" y="28948"/>
                          </a:cubicBezTo>
                          <a:cubicBezTo>
                            <a:pt x="338507" y="28948"/>
                            <a:pt x="338792" y="28948"/>
                            <a:pt x="339078" y="28948"/>
                          </a:cubicBezTo>
                          <a:cubicBezTo>
                            <a:pt x="343936" y="29329"/>
                            <a:pt x="348508" y="29805"/>
                            <a:pt x="352985" y="30567"/>
                          </a:cubicBezTo>
                          <a:cubicBezTo>
                            <a:pt x="353747" y="30663"/>
                            <a:pt x="354509" y="30853"/>
                            <a:pt x="355271" y="31044"/>
                          </a:cubicBezTo>
                          <a:cubicBezTo>
                            <a:pt x="356509" y="31234"/>
                            <a:pt x="357652" y="31520"/>
                            <a:pt x="358795" y="31710"/>
                          </a:cubicBezTo>
                          <a:cubicBezTo>
                            <a:pt x="359747" y="31901"/>
                            <a:pt x="360700" y="32187"/>
                            <a:pt x="361557" y="32377"/>
                          </a:cubicBezTo>
                          <a:cubicBezTo>
                            <a:pt x="362414" y="32568"/>
                            <a:pt x="363176" y="32758"/>
                            <a:pt x="364034" y="33044"/>
                          </a:cubicBezTo>
                          <a:cubicBezTo>
                            <a:pt x="368701" y="34282"/>
                            <a:pt x="373082" y="35806"/>
                            <a:pt x="377178" y="37616"/>
                          </a:cubicBezTo>
                          <a:cubicBezTo>
                            <a:pt x="378988" y="38378"/>
                            <a:pt x="380702" y="39235"/>
                            <a:pt x="382417" y="40092"/>
                          </a:cubicBezTo>
                          <a:cubicBezTo>
                            <a:pt x="382893" y="40378"/>
                            <a:pt x="383369" y="40664"/>
                            <a:pt x="383846" y="40854"/>
                          </a:cubicBezTo>
                          <a:cubicBezTo>
                            <a:pt x="384703" y="41331"/>
                            <a:pt x="385560" y="41807"/>
                            <a:pt x="386417" y="42283"/>
                          </a:cubicBezTo>
                          <a:cubicBezTo>
                            <a:pt x="387179" y="42759"/>
                            <a:pt x="387846" y="43236"/>
                            <a:pt x="388608" y="43712"/>
                          </a:cubicBezTo>
                          <a:cubicBezTo>
                            <a:pt x="389370" y="44188"/>
                            <a:pt x="390037" y="44664"/>
                            <a:pt x="390799" y="45141"/>
                          </a:cubicBezTo>
                          <a:cubicBezTo>
                            <a:pt x="391180" y="45426"/>
                            <a:pt x="391561" y="45712"/>
                            <a:pt x="391942" y="45903"/>
                          </a:cubicBezTo>
                          <a:cubicBezTo>
                            <a:pt x="404991" y="55713"/>
                            <a:pt x="412992" y="69525"/>
                            <a:pt x="414421" y="87051"/>
                          </a:cubicBezTo>
                          <a:cubicBezTo>
                            <a:pt x="414611" y="88956"/>
                            <a:pt x="414611" y="90956"/>
                            <a:pt x="414611" y="92956"/>
                          </a:cubicBezTo>
                          <a:cubicBezTo>
                            <a:pt x="414611" y="93432"/>
                            <a:pt x="414516" y="94004"/>
                            <a:pt x="414516" y="94480"/>
                          </a:cubicBezTo>
                          <a:cubicBezTo>
                            <a:pt x="414516" y="95718"/>
                            <a:pt x="414421" y="96861"/>
                            <a:pt x="414326" y="98100"/>
                          </a:cubicBezTo>
                          <a:cubicBezTo>
                            <a:pt x="414230" y="98862"/>
                            <a:pt x="414230" y="99624"/>
                            <a:pt x="414135" y="100481"/>
                          </a:cubicBezTo>
                          <a:cubicBezTo>
                            <a:pt x="414040" y="101624"/>
                            <a:pt x="413849" y="102767"/>
                            <a:pt x="413754" y="103910"/>
                          </a:cubicBezTo>
                          <a:cubicBezTo>
                            <a:pt x="413659" y="104767"/>
                            <a:pt x="413468" y="105624"/>
                            <a:pt x="413373" y="106482"/>
                          </a:cubicBezTo>
                          <a:cubicBezTo>
                            <a:pt x="413278" y="106767"/>
                            <a:pt x="413278" y="107053"/>
                            <a:pt x="413183" y="107339"/>
                          </a:cubicBezTo>
                          <a:lnTo>
                            <a:pt x="413183" y="107339"/>
                          </a:lnTo>
                          <a:lnTo>
                            <a:pt x="413183" y="107339"/>
                          </a:lnTo>
                          <a:cubicBezTo>
                            <a:pt x="413183" y="107434"/>
                            <a:pt x="413183" y="107625"/>
                            <a:pt x="413087" y="107720"/>
                          </a:cubicBezTo>
                          <a:cubicBezTo>
                            <a:pt x="412992" y="108006"/>
                            <a:pt x="412992" y="108387"/>
                            <a:pt x="412897" y="108672"/>
                          </a:cubicBezTo>
                          <a:cubicBezTo>
                            <a:pt x="412802" y="109053"/>
                            <a:pt x="412802" y="109434"/>
                            <a:pt x="412706" y="109815"/>
                          </a:cubicBezTo>
                          <a:cubicBezTo>
                            <a:pt x="412516" y="110768"/>
                            <a:pt x="412325" y="111625"/>
                            <a:pt x="412135" y="112578"/>
                          </a:cubicBezTo>
                          <a:cubicBezTo>
                            <a:pt x="411944" y="113244"/>
                            <a:pt x="411754" y="114006"/>
                            <a:pt x="411563" y="114673"/>
                          </a:cubicBezTo>
                          <a:cubicBezTo>
                            <a:pt x="411468" y="115054"/>
                            <a:pt x="411373" y="115435"/>
                            <a:pt x="411278" y="115816"/>
                          </a:cubicBezTo>
                          <a:cubicBezTo>
                            <a:pt x="410992" y="116864"/>
                            <a:pt x="410706" y="117912"/>
                            <a:pt x="410420" y="118864"/>
                          </a:cubicBezTo>
                          <a:cubicBezTo>
                            <a:pt x="410230" y="119531"/>
                            <a:pt x="410039" y="120102"/>
                            <a:pt x="409849" y="120769"/>
                          </a:cubicBezTo>
                          <a:cubicBezTo>
                            <a:pt x="409754" y="121245"/>
                            <a:pt x="409563" y="121626"/>
                            <a:pt x="409468" y="122103"/>
                          </a:cubicBezTo>
                          <a:cubicBezTo>
                            <a:pt x="409277" y="122769"/>
                            <a:pt x="409087" y="123436"/>
                            <a:pt x="408801" y="124103"/>
                          </a:cubicBezTo>
                          <a:cubicBezTo>
                            <a:pt x="408611" y="124579"/>
                            <a:pt x="408420" y="125055"/>
                            <a:pt x="408230" y="125532"/>
                          </a:cubicBezTo>
                          <a:cubicBezTo>
                            <a:pt x="407849" y="126484"/>
                            <a:pt x="407468" y="127437"/>
                            <a:pt x="407087" y="128389"/>
                          </a:cubicBezTo>
                          <a:cubicBezTo>
                            <a:pt x="407087" y="128389"/>
                            <a:pt x="407087" y="128389"/>
                            <a:pt x="407087" y="128389"/>
                          </a:cubicBezTo>
                          <a:cubicBezTo>
                            <a:pt x="406515" y="129818"/>
                            <a:pt x="405944" y="131247"/>
                            <a:pt x="405277" y="132675"/>
                          </a:cubicBezTo>
                          <a:cubicBezTo>
                            <a:pt x="404896" y="133628"/>
                            <a:pt x="404515" y="134485"/>
                            <a:pt x="404039" y="135438"/>
                          </a:cubicBezTo>
                          <a:cubicBezTo>
                            <a:pt x="403181" y="137343"/>
                            <a:pt x="402229" y="139248"/>
                            <a:pt x="401181" y="141153"/>
                          </a:cubicBezTo>
                          <a:cubicBezTo>
                            <a:pt x="400895" y="141629"/>
                            <a:pt x="400705" y="142200"/>
                            <a:pt x="400419" y="142677"/>
                          </a:cubicBezTo>
                          <a:cubicBezTo>
                            <a:pt x="400324" y="142772"/>
                            <a:pt x="400324" y="142867"/>
                            <a:pt x="400229" y="143058"/>
                          </a:cubicBezTo>
                          <a:cubicBezTo>
                            <a:pt x="400133" y="143248"/>
                            <a:pt x="400038" y="143439"/>
                            <a:pt x="399943" y="143724"/>
                          </a:cubicBezTo>
                          <a:cubicBezTo>
                            <a:pt x="372701" y="194397"/>
                            <a:pt x="310503" y="247642"/>
                            <a:pt x="236018" y="279170"/>
                          </a:cubicBezTo>
                          <a:cubicBezTo>
                            <a:pt x="168009" y="307935"/>
                            <a:pt x="106668" y="311269"/>
                            <a:pt x="71140" y="292600"/>
                          </a:cubicBezTo>
                          <a:cubicBezTo>
                            <a:pt x="69425" y="291743"/>
                            <a:pt x="67806" y="290790"/>
                            <a:pt x="66282" y="289743"/>
                          </a:cubicBezTo>
                          <a:cubicBezTo>
                            <a:pt x="63425" y="287933"/>
                            <a:pt x="60758" y="285933"/>
                            <a:pt x="58376" y="283837"/>
                          </a:cubicBezTo>
                          <a:cubicBezTo>
                            <a:pt x="57900" y="283837"/>
                            <a:pt x="57614" y="283742"/>
                            <a:pt x="57424" y="283551"/>
                          </a:cubicBezTo>
                          <a:cubicBezTo>
                            <a:pt x="57138" y="283266"/>
                            <a:pt x="56948" y="283075"/>
                            <a:pt x="56662" y="282789"/>
                          </a:cubicBezTo>
                          <a:cubicBezTo>
                            <a:pt x="56186" y="282313"/>
                            <a:pt x="55805" y="281932"/>
                            <a:pt x="55328" y="281456"/>
                          </a:cubicBezTo>
                          <a:cubicBezTo>
                            <a:pt x="54852" y="280980"/>
                            <a:pt x="54376" y="280503"/>
                            <a:pt x="53900" y="280027"/>
                          </a:cubicBezTo>
                          <a:cubicBezTo>
                            <a:pt x="53804" y="279932"/>
                            <a:pt x="53709" y="279837"/>
                            <a:pt x="53519" y="279646"/>
                          </a:cubicBezTo>
                          <a:cubicBezTo>
                            <a:pt x="52280" y="278408"/>
                            <a:pt x="51233" y="277074"/>
                            <a:pt x="50185" y="275646"/>
                          </a:cubicBezTo>
                          <a:cubicBezTo>
                            <a:pt x="49994" y="275360"/>
                            <a:pt x="49804" y="275074"/>
                            <a:pt x="49613" y="274788"/>
                          </a:cubicBezTo>
                          <a:cubicBezTo>
                            <a:pt x="49328" y="274407"/>
                            <a:pt x="49042" y="273931"/>
                            <a:pt x="48756" y="273455"/>
                          </a:cubicBezTo>
                          <a:cubicBezTo>
                            <a:pt x="48470" y="272979"/>
                            <a:pt x="48185" y="272598"/>
                            <a:pt x="47899" y="272121"/>
                          </a:cubicBezTo>
                          <a:cubicBezTo>
                            <a:pt x="47518" y="271550"/>
                            <a:pt x="47232" y="271074"/>
                            <a:pt x="46851" y="270502"/>
                          </a:cubicBezTo>
                          <a:cubicBezTo>
                            <a:pt x="46661" y="270121"/>
                            <a:pt x="46470" y="269835"/>
                            <a:pt x="46280" y="269454"/>
                          </a:cubicBezTo>
                          <a:cubicBezTo>
                            <a:pt x="44851" y="266978"/>
                            <a:pt x="43613" y="264501"/>
                            <a:pt x="42660" y="261739"/>
                          </a:cubicBezTo>
                          <a:cubicBezTo>
                            <a:pt x="40755" y="256691"/>
                            <a:pt x="39612" y="251262"/>
                            <a:pt x="39136" y="245451"/>
                          </a:cubicBezTo>
                          <a:cubicBezTo>
                            <a:pt x="38945" y="243546"/>
                            <a:pt x="38945" y="241546"/>
                            <a:pt x="38945" y="239546"/>
                          </a:cubicBezTo>
                          <a:cubicBezTo>
                            <a:pt x="38945" y="239070"/>
                            <a:pt x="39041" y="238498"/>
                            <a:pt x="39041" y="238022"/>
                          </a:cubicBezTo>
                          <a:cubicBezTo>
                            <a:pt x="39041" y="237165"/>
                            <a:pt x="39136" y="236403"/>
                            <a:pt x="39136" y="235545"/>
                          </a:cubicBezTo>
                          <a:cubicBezTo>
                            <a:pt x="39136" y="235164"/>
                            <a:pt x="39136" y="234783"/>
                            <a:pt x="39231" y="234402"/>
                          </a:cubicBezTo>
                          <a:cubicBezTo>
                            <a:pt x="39326" y="233640"/>
                            <a:pt x="39326" y="232783"/>
                            <a:pt x="39422" y="232021"/>
                          </a:cubicBezTo>
                          <a:cubicBezTo>
                            <a:pt x="39517" y="231354"/>
                            <a:pt x="39612" y="230783"/>
                            <a:pt x="39612" y="230116"/>
                          </a:cubicBezTo>
                          <a:cubicBezTo>
                            <a:pt x="39707" y="229640"/>
                            <a:pt x="39707" y="229068"/>
                            <a:pt x="39803" y="228592"/>
                          </a:cubicBezTo>
                          <a:cubicBezTo>
                            <a:pt x="39898" y="228211"/>
                            <a:pt x="39898" y="227830"/>
                            <a:pt x="39898" y="227354"/>
                          </a:cubicBezTo>
                          <a:cubicBezTo>
                            <a:pt x="41517" y="216972"/>
                            <a:pt x="45041" y="206208"/>
                            <a:pt x="50280" y="195255"/>
                          </a:cubicBezTo>
                          <a:cubicBezTo>
                            <a:pt x="50947" y="193921"/>
                            <a:pt x="51614" y="192492"/>
                            <a:pt x="52376" y="191159"/>
                          </a:cubicBezTo>
                          <a:cubicBezTo>
                            <a:pt x="52661" y="190683"/>
                            <a:pt x="52852" y="190206"/>
                            <a:pt x="53138" y="189730"/>
                          </a:cubicBezTo>
                          <a:cubicBezTo>
                            <a:pt x="53233" y="189635"/>
                            <a:pt x="53233" y="189444"/>
                            <a:pt x="53328" y="189349"/>
                          </a:cubicBezTo>
                          <a:cubicBezTo>
                            <a:pt x="54471" y="187158"/>
                            <a:pt x="55805" y="184777"/>
                            <a:pt x="57233" y="182396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D108">
                            <a:alpha val="100000"/>
                          </a:srgbClr>
                        </a:gs>
                        <a:gs pos="50000">
                          <a:srgbClr val="F0A704">
                            <a:alpha val="100000"/>
                          </a:srgbClr>
                        </a:gs>
                        <a:gs pos="100000">
                          <a:srgbClr val="E27D00">
                            <a:alpha val="100000"/>
                          </a:srgbClr>
                        </a:gs>
                      </a:gsLst>
                      <a:lin ang="918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27" name="AutoShape 127"/>
                    <p:cNvSpPr/>
                    <p:nvPr/>
                  </p:nvSpPr>
                  <p:spPr>
                    <a:xfrm>
                      <a:off x="5068061" y="2764493"/>
                      <a:ext cx="375475" cy="2754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5475" h="275487">
                          <a:moveTo>
                            <a:pt x="28956" y="137679"/>
                          </a:moveTo>
                          <a:cubicBezTo>
                            <a:pt x="28480" y="138250"/>
                            <a:pt x="28099" y="138822"/>
                            <a:pt x="27623" y="139488"/>
                          </a:cubicBezTo>
                          <a:cubicBezTo>
                            <a:pt x="27527" y="139584"/>
                            <a:pt x="27432" y="139774"/>
                            <a:pt x="27337" y="139869"/>
                          </a:cubicBezTo>
                          <a:cubicBezTo>
                            <a:pt x="26861" y="140536"/>
                            <a:pt x="26384" y="141298"/>
                            <a:pt x="25908" y="141965"/>
                          </a:cubicBezTo>
                          <a:cubicBezTo>
                            <a:pt x="24955" y="143394"/>
                            <a:pt x="24003" y="144727"/>
                            <a:pt x="23051" y="146156"/>
                          </a:cubicBezTo>
                          <a:cubicBezTo>
                            <a:pt x="22479" y="147013"/>
                            <a:pt x="22003" y="147775"/>
                            <a:pt x="21431" y="148632"/>
                          </a:cubicBezTo>
                          <a:cubicBezTo>
                            <a:pt x="20860" y="149585"/>
                            <a:pt x="20288" y="150442"/>
                            <a:pt x="19717" y="151395"/>
                          </a:cubicBezTo>
                          <a:cubicBezTo>
                            <a:pt x="19526" y="151680"/>
                            <a:pt x="19431" y="151871"/>
                            <a:pt x="19241" y="152157"/>
                          </a:cubicBezTo>
                          <a:cubicBezTo>
                            <a:pt x="17526" y="155014"/>
                            <a:pt x="15907" y="157872"/>
                            <a:pt x="14383" y="160729"/>
                          </a:cubicBezTo>
                          <a:cubicBezTo>
                            <a:pt x="14288" y="160920"/>
                            <a:pt x="14192" y="161015"/>
                            <a:pt x="14192" y="161110"/>
                          </a:cubicBezTo>
                          <a:cubicBezTo>
                            <a:pt x="13907" y="161586"/>
                            <a:pt x="13716" y="162063"/>
                            <a:pt x="13430" y="162539"/>
                          </a:cubicBezTo>
                          <a:cubicBezTo>
                            <a:pt x="12764" y="163872"/>
                            <a:pt x="12002" y="165301"/>
                            <a:pt x="11335" y="166635"/>
                          </a:cubicBezTo>
                          <a:cubicBezTo>
                            <a:pt x="6096" y="177588"/>
                            <a:pt x="2572" y="188352"/>
                            <a:pt x="952" y="198734"/>
                          </a:cubicBezTo>
                          <a:cubicBezTo>
                            <a:pt x="857" y="199115"/>
                            <a:pt x="857" y="199496"/>
                            <a:pt x="857" y="199972"/>
                          </a:cubicBezTo>
                          <a:cubicBezTo>
                            <a:pt x="762" y="200544"/>
                            <a:pt x="762" y="201020"/>
                            <a:pt x="667" y="201496"/>
                          </a:cubicBezTo>
                          <a:cubicBezTo>
                            <a:pt x="571" y="202163"/>
                            <a:pt x="476" y="202734"/>
                            <a:pt x="476" y="203401"/>
                          </a:cubicBezTo>
                          <a:cubicBezTo>
                            <a:pt x="381" y="204163"/>
                            <a:pt x="286" y="205020"/>
                            <a:pt x="286" y="205782"/>
                          </a:cubicBezTo>
                          <a:cubicBezTo>
                            <a:pt x="286" y="206163"/>
                            <a:pt x="286" y="206544"/>
                            <a:pt x="190" y="206925"/>
                          </a:cubicBezTo>
                          <a:cubicBezTo>
                            <a:pt x="190" y="207783"/>
                            <a:pt x="95" y="208545"/>
                            <a:pt x="95" y="209402"/>
                          </a:cubicBezTo>
                          <a:cubicBezTo>
                            <a:pt x="95" y="209878"/>
                            <a:pt x="0" y="210450"/>
                            <a:pt x="0" y="210926"/>
                          </a:cubicBezTo>
                          <a:cubicBezTo>
                            <a:pt x="0" y="212926"/>
                            <a:pt x="95" y="214926"/>
                            <a:pt x="190" y="216831"/>
                          </a:cubicBezTo>
                          <a:cubicBezTo>
                            <a:pt x="667" y="222642"/>
                            <a:pt x="1905" y="228071"/>
                            <a:pt x="3715" y="233119"/>
                          </a:cubicBezTo>
                          <a:cubicBezTo>
                            <a:pt x="4763" y="235786"/>
                            <a:pt x="6001" y="238358"/>
                            <a:pt x="7334" y="240834"/>
                          </a:cubicBezTo>
                          <a:cubicBezTo>
                            <a:pt x="7525" y="241215"/>
                            <a:pt x="7715" y="241501"/>
                            <a:pt x="7906" y="241882"/>
                          </a:cubicBezTo>
                          <a:cubicBezTo>
                            <a:pt x="8192" y="242454"/>
                            <a:pt x="8573" y="242930"/>
                            <a:pt x="8954" y="243501"/>
                          </a:cubicBezTo>
                          <a:cubicBezTo>
                            <a:pt x="9239" y="243978"/>
                            <a:pt x="9525" y="244359"/>
                            <a:pt x="9811" y="244835"/>
                          </a:cubicBezTo>
                          <a:cubicBezTo>
                            <a:pt x="10096" y="245311"/>
                            <a:pt x="10382" y="245692"/>
                            <a:pt x="10668" y="246168"/>
                          </a:cubicBezTo>
                          <a:cubicBezTo>
                            <a:pt x="10858" y="246454"/>
                            <a:pt x="11049" y="246740"/>
                            <a:pt x="11240" y="247026"/>
                          </a:cubicBezTo>
                          <a:cubicBezTo>
                            <a:pt x="12287" y="248359"/>
                            <a:pt x="13430" y="249693"/>
                            <a:pt x="14573" y="251026"/>
                          </a:cubicBezTo>
                          <a:cubicBezTo>
                            <a:pt x="14669" y="251121"/>
                            <a:pt x="14764" y="251217"/>
                            <a:pt x="14954" y="251407"/>
                          </a:cubicBezTo>
                          <a:cubicBezTo>
                            <a:pt x="15430" y="251883"/>
                            <a:pt x="15907" y="252360"/>
                            <a:pt x="16383" y="252836"/>
                          </a:cubicBezTo>
                          <a:cubicBezTo>
                            <a:pt x="16859" y="253312"/>
                            <a:pt x="17240" y="253693"/>
                            <a:pt x="17717" y="254169"/>
                          </a:cubicBezTo>
                          <a:cubicBezTo>
                            <a:pt x="18002" y="254360"/>
                            <a:pt x="18193" y="254646"/>
                            <a:pt x="18479" y="254836"/>
                          </a:cubicBezTo>
                          <a:cubicBezTo>
                            <a:pt x="18764" y="254836"/>
                            <a:pt x="19050" y="254931"/>
                            <a:pt x="19241" y="255122"/>
                          </a:cubicBezTo>
                          <a:cubicBezTo>
                            <a:pt x="21717" y="257217"/>
                            <a:pt x="24289" y="259218"/>
                            <a:pt x="27146" y="261027"/>
                          </a:cubicBezTo>
                          <a:cubicBezTo>
                            <a:pt x="28766" y="261980"/>
                            <a:pt x="30385" y="262932"/>
                            <a:pt x="32004" y="263885"/>
                          </a:cubicBezTo>
                          <a:cubicBezTo>
                            <a:pt x="67532" y="282554"/>
                            <a:pt x="128873" y="279125"/>
                            <a:pt x="196882" y="250455"/>
                          </a:cubicBezTo>
                          <a:cubicBezTo>
                            <a:pt x="271367" y="219022"/>
                            <a:pt x="333566" y="165682"/>
                            <a:pt x="360807" y="115009"/>
                          </a:cubicBezTo>
                          <a:cubicBezTo>
                            <a:pt x="360902" y="114819"/>
                            <a:pt x="360998" y="114628"/>
                            <a:pt x="361093" y="114342"/>
                          </a:cubicBezTo>
                          <a:cubicBezTo>
                            <a:pt x="361188" y="114247"/>
                            <a:pt x="361188" y="114152"/>
                            <a:pt x="361283" y="113961"/>
                          </a:cubicBezTo>
                          <a:cubicBezTo>
                            <a:pt x="361569" y="113485"/>
                            <a:pt x="361760" y="112914"/>
                            <a:pt x="362045" y="112437"/>
                          </a:cubicBezTo>
                          <a:cubicBezTo>
                            <a:pt x="362998" y="110532"/>
                            <a:pt x="363950" y="108627"/>
                            <a:pt x="364903" y="106722"/>
                          </a:cubicBezTo>
                          <a:cubicBezTo>
                            <a:pt x="365284" y="105770"/>
                            <a:pt x="365760" y="104913"/>
                            <a:pt x="366141" y="103960"/>
                          </a:cubicBezTo>
                          <a:cubicBezTo>
                            <a:pt x="366808" y="102531"/>
                            <a:pt x="367379" y="101103"/>
                            <a:pt x="367951" y="99674"/>
                          </a:cubicBezTo>
                          <a:cubicBezTo>
                            <a:pt x="367951" y="99674"/>
                            <a:pt x="367951" y="99674"/>
                            <a:pt x="367951" y="99674"/>
                          </a:cubicBezTo>
                          <a:cubicBezTo>
                            <a:pt x="368332" y="98721"/>
                            <a:pt x="368713" y="97769"/>
                            <a:pt x="369094" y="96816"/>
                          </a:cubicBezTo>
                          <a:cubicBezTo>
                            <a:pt x="369284" y="96340"/>
                            <a:pt x="369475" y="95864"/>
                            <a:pt x="369665" y="95388"/>
                          </a:cubicBezTo>
                          <a:cubicBezTo>
                            <a:pt x="369856" y="94721"/>
                            <a:pt x="370046" y="94054"/>
                            <a:pt x="370332" y="93387"/>
                          </a:cubicBezTo>
                          <a:cubicBezTo>
                            <a:pt x="370523" y="92911"/>
                            <a:pt x="370618" y="92530"/>
                            <a:pt x="370713" y="92054"/>
                          </a:cubicBezTo>
                          <a:cubicBezTo>
                            <a:pt x="370904" y="91387"/>
                            <a:pt x="371094" y="90816"/>
                            <a:pt x="371285" y="90149"/>
                          </a:cubicBezTo>
                          <a:cubicBezTo>
                            <a:pt x="371570" y="89101"/>
                            <a:pt x="371856" y="88053"/>
                            <a:pt x="372142" y="87101"/>
                          </a:cubicBezTo>
                          <a:cubicBezTo>
                            <a:pt x="372237" y="86720"/>
                            <a:pt x="372332" y="86339"/>
                            <a:pt x="372428" y="85958"/>
                          </a:cubicBezTo>
                          <a:cubicBezTo>
                            <a:pt x="372618" y="85291"/>
                            <a:pt x="372809" y="84529"/>
                            <a:pt x="372999" y="83862"/>
                          </a:cubicBezTo>
                          <a:cubicBezTo>
                            <a:pt x="373190" y="82910"/>
                            <a:pt x="373380" y="82053"/>
                            <a:pt x="373571" y="81100"/>
                          </a:cubicBezTo>
                          <a:cubicBezTo>
                            <a:pt x="373666" y="80719"/>
                            <a:pt x="373761" y="80338"/>
                            <a:pt x="373761" y="79957"/>
                          </a:cubicBezTo>
                          <a:cubicBezTo>
                            <a:pt x="373856" y="79671"/>
                            <a:pt x="373856" y="79290"/>
                            <a:pt x="373952" y="79005"/>
                          </a:cubicBezTo>
                          <a:cubicBezTo>
                            <a:pt x="373952" y="78909"/>
                            <a:pt x="374047" y="78719"/>
                            <a:pt x="374047" y="78624"/>
                          </a:cubicBezTo>
                          <a:lnTo>
                            <a:pt x="374047" y="78624"/>
                          </a:lnTo>
                          <a:lnTo>
                            <a:pt x="374047" y="78624"/>
                          </a:lnTo>
                          <a:cubicBezTo>
                            <a:pt x="374142" y="78338"/>
                            <a:pt x="374142" y="78052"/>
                            <a:pt x="374237" y="77766"/>
                          </a:cubicBezTo>
                          <a:cubicBezTo>
                            <a:pt x="374428" y="76909"/>
                            <a:pt x="374523" y="76052"/>
                            <a:pt x="374618" y="75290"/>
                          </a:cubicBezTo>
                          <a:cubicBezTo>
                            <a:pt x="374809" y="74147"/>
                            <a:pt x="374904" y="73004"/>
                            <a:pt x="374999" y="71861"/>
                          </a:cubicBezTo>
                          <a:cubicBezTo>
                            <a:pt x="375095" y="71099"/>
                            <a:pt x="375190" y="70242"/>
                            <a:pt x="375190" y="69480"/>
                          </a:cubicBezTo>
                          <a:cubicBezTo>
                            <a:pt x="375285" y="68241"/>
                            <a:pt x="375285" y="67003"/>
                            <a:pt x="375380" y="65860"/>
                          </a:cubicBezTo>
                          <a:cubicBezTo>
                            <a:pt x="375380" y="65384"/>
                            <a:pt x="375476" y="64812"/>
                            <a:pt x="375476" y="64336"/>
                          </a:cubicBezTo>
                          <a:cubicBezTo>
                            <a:pt x="375476" y="62336"/>
                            <a:pt x="375380" y="60336"/>
                            <a:pt x="375285" y="58431"/>
                          </a:cubicBezTo>
                          <a:cubicBezTo>
                            <a:pt x="373856" y="40905"/>
                            <a:pt x="365855" y="27093"/>
                            <a:pt x="352806" y="17283"/>
                          </a:cubicBezTo>
                          <a:cubicBezTo>
                            <a:pt x="352425" y="16997"/>
                            <a:pt x="352044" y="16711"/>
                            <a:pt x="351663" y="16521"/>
                          </a:cubicBezTo>
                          <a:cubicBezTo>
                            <a:pt x="350996" y="16044"/>
                            <a:pt x="350234" y="15568"/>
                            <a:pt x="349472" y="14997"/>
                          </a:cubicBezTo>
                          <a:cubicBezTo>
                            <a:pt x="348806" y="14520"/>
                            <a:pt x="348044" y="14044"/>
                            <a:pt x="347282" y="13663"/>
                          </a:cubicBezTo>
                          <a:cubicBezTo>
                            <a:pt x="346424" y="13187"/>
                            <a:pt x="345567" y="12711"/>
                            <a:pt x="344710" y="12234"/>
                          </a:cubicBezTo>
                          <a:cubicBezTo>
                            <a:pt x="344234" y="11949"/>
                            <a:pt x="343757" y="11663"/>
                            <a:pt x="343281" y="11472"/>
                          </a:cubicBezTo>
                          <a:cubicBezTo>
                            <a:pt x="341567" y="10615"/>
                            <a:pt x="339852" y="9758"/>
                            <a:pt x="338042" y="8996"/>
                          </a:cubicBezTo>
                          <a:cubicBezTo>
                            <a:pt x="333947" y="7186"/>
                            <a:pt x="329565" y="5757"/>
                            <a:pt x="324898" y="4424"/>
                          </a:cubicBezTo>
                          <a:cubicBezTo>
                            <a:pt x="324136" y="4233"/>
                            <a:pt x="323279" y="4043"/>
                            <a:pt x="322421" y="3757"/>
                          </a:cubicBezTo>
                          <a:cubicBezTo>
                            <a:pt x="321469" y="3567"/>
                            <a:pt x="320612" y="3281"/>
                            <a:pt x="319659" y="3090"/>
                          </a:cubicBezTo>
                          <a:cubicBezTo>
                            <a:pt x="318516" y="2805"/>
                            <a:pt x="317278" y="2614"/>
                            <a:pt x="316135" y="2424"/>
                          </a:cubicBezTo>
                          <a:cubicBezTo>
                            <a:pt x="315373" y="2233"/>
                            <a:pt x="314611" y="2138"/>
                            <a:pt x="313849" y="1947"/>
                          </a:cubicBezTo>
                          <a:cubicBezTo>
                            <a:pt x="309372" y="1185"/>
                            <a:pt x="304800" y="614"/>
                            <a:pt x="299942" y="328"/>
                          </a:cubicBezTo>
                          <a:cubicBezTo>
                            <a:pt x="299657" y="328"/>
                            <a:pt x="299371" y="328"/>
                            <a:pt x="299085" y="328"/>
                          </a:cubicBezTo>
                          <a:cubicBezTo>
                            <a:pt x="297752" y="233"/>
                            <a:pt x="296323" y="138"/>
                            <a:pt x="294894" y="138"/>
                          </a:cubicBezTo>
                          <a:cubicBezTo>
                            <a:pt x="293846" y="138"/>
                            <a:pt x="292799" y="42"/>
                            <a:pt x="291751" y="42"/>
                          </a:cubicBezTo>
                          <a:cubicBezTo>
                            <a:pt x="289751" y="42"/>
                            <a:pt x="287655" y="-53"/>
                            <a:pt x="285560" y="42"/>
                          </a:cubicBezTo>
                          <a:cubicBezTo>
                            <a:pt x="285369" y="42"/>
                            <a:pt x="285179" y="42"/>
                            <a:pt x="284988" y="42"/>
                          </a:cubicBezTo>
                          <a:cubicBezTo>
                            <a:pt x="269558" y="328"/>
                            <a:pt x="252603" y="2424"/>
                            <a:pt x="234696" y="6615"/>
                          </a:cubicBezTo>
                          <a:cubicBezTo>
                            <a:pt x="228695" y="8043"/>
                            <a:pt x="222694" y="9567"/>
                            <a:pt x="216503" y="11472"/>
                          </a:cubicBezTo>
                          <a:cubicBezTo>
                            <a:pt x="215551" y="11758"/>
                            <a:pt x="214694" y="12044"/>
                            <a:pt x="213741" y="12330"/>
                          </a:cubicBezTo>
                          <a:cubicBezTo>
                            <a:pt x="212598" y="12711"/>
                            <a:pt x="211455" y="12996"/>
                            <a:pt x="210312" y="13377"/>
                          </a:cubicBezTo>
                          <a:cubicBezTo>
                            <a:pt x="209741" y="13568"/>
                            <a:pt x="209169" y="13758"/>
                            <a:pt x="208598" y="13949"/>
                          </a:cubicBezTo>
                          <a:cubicBezTo>
                            <a:pt x="207359" y="14330"/>
                            <a:pt x="206121" y="14806"/>
                            <a:pt x="204883" y="15187"/>
                          </a:cubicBezTo>
                          <a:cubicBezTo>
                            <a:pt x="203930" y="15568"/>
                            <a:pt x="202883" y="15854"/>
                            <a:pt x="201930" y="16235"/>
                          </a:cubicBezTo>
                          <a:cubicBezTo>
                            <a:pt x="201168" y="16521"/>
                            <a:pt x="200406" y="16806"/>
                            <a:pt x="199549" y="16997"/>
                          </a:cubicBezTo>
                          <a:cubicBezTo>
                            <a:pt x="198406" y="17378"/>
                            <a:pt x="197358" y="17759"/>
                            <a:pt x="196215" y="18140"/>
                          </a:cubicBezTo>
                          <a:cubicBezTo>
                            <a:pt x="190976" y="20045"/>
                            <a:pt x="185642" y="22140"/>
                            <a:pt x="180308" y="24331"/>
                          </a:cubicBezTo>
                          <a:cubicBezTo>
                            <a:pt x="179642" y="24617"/>
                            <a:pt x="179070" y="24807"/>
                            <a:pt x="178403" y="25093"/>
                          </a:cubicBezTo>
                          <a:cubicBezTo>
                            <a:pt x="177927" y="25284"/>
                            <a:pt x="177451" y="25474"/>
                            <a:pt x="176975" y="25760"/>
                          </a:cubicBezTo>
                          <a:cubicBezTo>
                            <a:pt x="174308" y="26903"/>
                            <a:pt x="171545" y="28046"/>
                            <a:pt x="168878" y="29284"/>
                          </a:cubicBezTo>
                          <a:cubicBezTo>
                            <a:pt x="168878" y="29284"/>
                            <a:pt x="168878" y="29284"/>
                            <a:pt x="168783" y="29284"/>
                          </a:cubicBezTo>
                          <a:cubicBezTo>
                            <a:pt x="168593" y="29379"/>
                            <a:pt x="168497" y="29475"/>
                            <a:pt x="168307" y="29475"/>
                          </a:cubicBezTo>
                          <a:cubicBezTo>
                            <a:pt x="165830" y="30618"/>
                            <a:pt x="163354" y="31761"/>
                            <a:pt x="160973" y="32904"/>
                          </a:cubicBezTo>
                          <a:cubicBezTo>
                            <a:pt x="160687" y="33094"/>
                            <a:pt x="160306" y="33189"/>
                            <a:pt x="160020" y="33380"/>
                          </a:cubicBezTo>
                          <a:cubicBezTo>
                            <a:pt x="159068" y="33856"/>
                            <a:pt x="158210" y="34332"/>
                            <a:pt x="157258" y="34713"/>
                          </a:cubicBezTo>
                          <a:cubicBezTo>
                            <a:pt x="155924" y="35380"/>
                            <a:pt x="154591" y="36047"/>
                            <a:pt x="153257" y="36714"/>
                          </a:cubicBezTo>
                          <a:cubicBezTo>
                            <a:pt x="152591" y="36999"/>
                            <a:pt x="151924" y="37380"/>
                            <a:pt x="151352" y="37666"/>
                          </a:cubicBezTo>
                          <a:cubicBezTo>
                            <a:pt x="150305" y="38238"/>
                            <a:pt x="149257" y="38714"/>
                            <a:pt x="148304" y="39285"/>
                          </a:cubicBezTo>
                          <a:cubicBezTo>
                            <a:pt x="147447" y="39762"/>
                            <a:pt x="146590" y="40143"/>
                            <a:pt x="145733" y="40619"/>
                          </a:cubicBezTo>
                          <a:cubicBezTo>
                            <a:pt x="144685" y="41190"/>
                            <a:pt x="143637" y="41762"/>
                            <a:pt x="142589" y="42333"/>
                          </a:cubicBezTo>
                          <a:cubicBezTo>
                            <a:pt x="141637" y="42810"/>
                            <a:pt x="140684" y="43381"/>
                            <a:pt x="139732" y="43857"/>
                          </a:cubicBezTo>
                          <a:cubicBezTo>
                            <a:pt x="139256" y="44143"/>
                            <a:pt x="138779" y="44334"/>
                            <a:pt x="138398" y="44619"/>
                          </a:cubicBezTo>
                          <a:cubicBezTo>
                            <a:pt x="136684" y="45572"/>
                            <a:pt x="134969" y="46524"/>
                            <a:pt x="133255" y="47572"/>
                          </a:cubicBezTo>
                          <a:cubicBezTo>
                            <a:pt x="132683" y="47858"/>
                            <a:pt x="132112" y="48239"/>
                            <a:pt x="131540" y="48525"/>
                          </a:cubicBezTo>
                          <a:cubicBezTo>
                            <a:pt x="131445" y="48620"/>
                            <a:pt x="131255" y="48715"/>
                            <a:pt x="131159" y="48715"/>
                          </a:cubicBezTo>
                          <a:cubicBezTo>
                            <a:pt x="128778" y="50144"/>
                            <a:pt x="126397" y="51573"/>
                            <a:pt x="124016" y="53001"/>
                          </a:cubicBezTo>
                          <a:cubicBezTo>
                            <a:pt x="123825" y="53097"/>
                            <a:pt x="123634" y="53192"/>
                            <a:pt x="123444" y="53287"/>
                          </a:cubicBezTo>
                          <a:cubicBezTo>
                            <a:pt x="122682" y="53763"/>
                            <a:pt x="121920" y="54240"/>
                            <a:pt x="121158" y="54716"/>
                          </a:cubicBezTo>
                          <a:cubicBezTo>
                            <a:pt x="119729" y="55668"/>
                            <a:pt x="118205" y="56621"/>
                            <a:pt x="116777" y="57478"/>
                          </a:cubicBezTo>
                          <a:cubicBezTo>
                            <a:pt x="116395" y="57764"/>
                            <a:pt x="115919" y="58050"/>
                            <a:pt x="115538" y="58240"/>
                          </a:cubicBezTo>
                          <a:cubicBezTo>
                            <a:pt x="114491" y="58907"/>
                            <a:pt x="113348" y="59669"/>
                            <a:pt x="112300" y="60336"/>
                          </a:cubicBezTo>
                          <a:cubicBezTo>
                            <a:pt x="111252" y="61002"/>
                            <a:pt x="110300" y="61669"/>
                            <a:pt x="109252" y="62336"/>
                          </a:cubicBezTo>
                          <a:cubicBezTo>
                            <a:pt x="108776" y="62717"/>
                            <a:pt x="108204" y="63003"/>
                            <a:pt x="107728" y="63384"/>
                          </a:cubicBezTo>
                          <a:cubicBezTo>
                            <a:pt x="106204" y="64431"/>
                            <a:pt x="104775" y="65384"/>
                            <a:pt x="103346" y="66432"/>
                          </a:cubicBezTo>
                          <a:cubicBezTo>
                            <a:pt x="102489" y="67003"/>
                            <a:pt x="101632" y="67670"/>
                            <a:pt x="100775" y="68241"/>
                          </a:cubicBezTo>
                          <a:cubicBezTo>
                            <a:pt x="100394" y="68527"/>
                            <a:pt x="100013" y="68813"/>
                            <a:pt x="99632" y="69099"/>
                          </a:cubicBezTo>
                          <a:cubicBezTo>
                            <a:pt x="97155" y="70908"/>
                            <a:pt x="94679" y="72718"/>
                            <a:pt x="92297" y="74528"/>
                          </a:cubicBezTo>
                          <a:cubicBezTo>
                            <a:pt x="91821" y="74909"/>
                            <a:pt x="91345" y="75290"/>
                            <a:pt x="90869" y="75576"/>
                          </a:cubicBezTo>
                          <a:cubicBezTo>
                            <a:pt x="90773" y="75671"/>
                            <a:pt x="90678" y="75671"/>
                            <a:pt x="90583" y="75766"/>
                          </a:cubicBezTo>
                          <a:cubicBezTo>
                            <a:pt x="87344" y="78243"/>
                            <a:pt x="84201" y="80719"/>
                            <a:pt x="81153" y="83291"/>
                          </a:cubicBezTo>
                          <a:cubicBezTo>
                            <a:pt x="80296" y="83958"/>
                            <a:pt x="79534" y="84624"/>
                            <a:pt x="78677" y="85291"/>
                          </a:cubicBezTo>
                          <a:cubicBezTo>
                            <a:pt x="77534" y="86244"/>
                            <a:pt x="76295" y="87291"/>
                            <a:pt x="75152" y="88244"/>
                          </a:cubicBezTo>
                          <a:cubicBezTo>
                            <a:pt x="73914" y="89292"/>
                            <a:pt x="72771" y="90339"/>
                            <a:pt x="71628" y="91387"/>
                          </a:cubicBezTo>
                          <a:cubicBezTo>
                            <a:pt x="71152" y="91863"/>
                            <a:pt x="70580" y="92244"/>
                            <a:pt x="70104" y="92721"/>
                          </a:cubicBezTo>
                          <a:cubicBezTo>
                            <a:pt x="69437" y="93292"/>
                            <a:pt x="68771" y="93864"/>
                            <a:pt x="68199" y="94435"/>
                          </a:cubicBezTo>
                          <a:cubicBezTo>
                            <a:pt x="68104" y="94530"/>
                            <a:pt x="68104" y="94530"/>
                            <a:pt x="68009" y="94626"/>
                          </a:cubicBezTo>
                          <a:cubicBezTo>
                            <a:pt x="67913" y="94721"/>
                            <a:pt x="67818" y="94721"/>
                            <a:pt x="67818" y="94816"/>
                          </a:cubicBezTo>
                          <a:cubicBezTo>
                            <a:pt x="67342" y="95197"/>
                            <a:pt x="66961" y="95578"/>
                            <a:pt x="66580" y="95959"/>
                          </a:cubicBezTo>
                          <a:cubicBezTo>
                            <a:pt x="64579" y="97769"/>
                            <a:pt x="62675" y="99579"/>
                            <a:pt x="60770" y="101484"/>
                          </a:cubicBezTo>
                          <a:cubicBezTo>
                            <a:pt x="59912" y="102341"/>
                            <a:pt x="59150" y="103103"/>
                            <a:pt x="58293" y="103960"/>
                          </a:cubicBezTo>
                          <a:cubicBezTo>
                            <a:pt x="57150" y="105103"/>
                            <a:pt x="56007" y="106246"/>
                            <a:pt x="54864" y="107294"/>
                          </a:cubicBezTo>
                          <a:cubicBezTo>
                            <a:pt x="54483" y="107675"/>
                            <a:pt x="54197" y="108056"/>
                            <a:pt x="53816" y="108342"/>
                          </a:cubicBezTo>
                          <a:cubicBezTo>
                            <a:pt x="52959" y="109294"/>
                            <a:pt x="52007" y="110151"/>
                            <a:pt x="51149" y="111104"/>
                          </a:cubicBezTo>
                          <a:cubicBezTo>
                            <a:pt x="49816" y="112533"/>
                            <a:pt x="48482" y="113961"/>
                            <a:pt x="47149" y="115295"/>
                          </a:cubicBezTo>
                          <a:cubicBezTo>
                            <a:pt x="46291" y="116247"/>
                            <a:pt x="45434" y="117200"/>
                            <a:pt x="44577" y="118152"/>
                          </a:cubicBezTo>
                          <a:cubicBezTo>
                            <a:pt x="43339" y="119581"/>
                            <a:pt x="42101" y="120915"/>
                            <a:pt x="40958" y="122343"/>
                          </a:cubicBezTo>
                          <a:cubicBezTo>
                            <a:pt x="40481" y="122915"/>
                            <a:pt x="40005" y="123486"/>
                            <a:pt x="39529" y="123963"/>
                          </a:cubicBezTo>
                          <a:cubicBezTo>
                            <a:pt x="39148" y="124344"/>
                            <a:pt x="38862" y="124820"/>
                            <a:pt x="38481" y="125201"/>
                          </a:cubicBezTo>
                          <a:cubicBezTo>
                            <a:pt x="38005" y="125772"/>
                            <a:pt x="37529" y="126249"/>
                            <a:pt x="37148" y="126820"/>
                          </a:cubicBezTo>
                          <a:cubicBezTo>
                            <a:pt x="35147" y="129297"/>
                            <a:pt x="33242" y="131773"/>
                            <a:pt x="31337" y="134154"/>
                          </a:cubicBezTo>
                          <a:cubicBezTo>
                            <a:pt x="30575" y="135393"/>
                            <a:pt x="29718" y="136536"/>
                            <a:pt x="28956" y="137679"/>
                          </a:cubicBezTo>
                          <a:close/>
                          <a:moveTo>
                            <a:pt x="215646" y="20807"/>
                          </a:moveTo>
                          <a:cubicBezTo>
                            <a:pt x="215932" y="20712"/>
                            <a:pt x="216218" y="20616"/>
                            <a:pt x="216599" y="20521"/>
                          </a:cubicBezTo>
                          <a:cubicBezTo>
                            <a:pt x="217646" y="20235"/>
                            <a:pt x="218694" y="19950"/>
                            <a:pt x="219742" y="19664"/>
                          </a:cubicBezTo>
                          <a:cubicBezTo>
                            <a:pt x="221075" y="19283"/>
                            <a:pt x="222409" y="18902"/>
                            <a:pt x="223647" y="18616"/>
                          </a:cubicBezTo>
                          <a:cubicBezTo>
                            <a:pt x="224028" y="18521"/>
                            <a:pt x="224314" y="18426"/>
                            <a:pt x="224695" y="18330"/>
                          </a:cubicBezTo>
                          <a:cubicBezTo>
                            <a:pt x="225647" y="18045"/>
                            <a:pt x="226695" y="17854"/>
                            <a:pt x="227648" y="17568"/>
                          </a:cubicBezTo>
                          <a:cubicBezTo>
                            <a:pt x="229076" y="17187"/>
                            <a:pt x="230600" y="16806"/>
                            <a:pt x="232029" y="16521"/>
                          </a:cubicBezTo>
                          <a:cubicBezTo>
                            <a:pt x="232029" y="16521"/>
                            <a:pt x="232029" y="16521"/>
                            <a:pt x="232029" y="16521"/>
                          </a:cubicBezTo>
                          <a:cubicBezTo>
                            <a:pt x="236506" y="15473"/>
                            <a:pt x="240887" y="14616"/>
                            <a:pt x="245269" y="13854"/>
                          </a:cubicBezTo>
                          <a:cubicBezTo>
                            <a:pt x="246983" y="13568"/>
                            <a:pt x="248603" y="13282"/>
                            <a:pt x="250317" y="13092"/>
                          </a:cubicBezTo>
                          <a:cubicBezTo>
                            <a:pt x="250984" y="12996"/>
                            <a:pt x="251555" y="12901"/>
                            <a:pt x="252222" y="12806"/>
                          </a:cubicBezTo>
                          <a:cubicBezTo>
                            <a:pt x="252508" y="12806"/>
                            <a:pt x="252889" y="12711"/>
                            <a:pt x="253175" y="12711"/>
                          </a:cubicBezTo>
                          <a:cubicBezTo>
                            <a:pt x="256604" y="12234"/>
                            <a:pt x="260033" y="11853"/>
                            <a:pt x="263462" y="11568"/>
                          </a:cubicBezTo>
                          <a:cubicBezTo>
                            <a:pt x="263557" y="11568"/>
                            <a:pt x="263652" y="11568"/>
                            <a:pt x="263747" y="11568"/>
                          </a:cubicBezTo>
                          <a:cubicBezTo>
                            <a:pt x="265081" y="11472"/>
                            <a:pt x="266414" y="11377"/>
                            <a:pt x="267748" y="11282"/>
                          </a:cubicBezTo>
                          <a:cubicBezTo>
                            <a:pt x="268700" y="11187"/>
                            <a:pt x="269653" y="11187"/>
                            <a:pt x="270701" y="11091"/>
                          </a:cubicBezTo>
                          <a:cubicBezTo>
                            <a:pt x="272891" y="10996"/>
                            <a:pt x="275082" y="10901"/>
                            <a:pt x="277178" y="10901"/>
                          </a:cubicBezTo>
                          <a:cubicBezTo>
                            <a:pt x="277178" y="10901"/>
                            <a:pt x="277178" y="10901"/>
                            <a:pt x="277178" y="10901"/>
                          </a:cubicBezTo>
                          <a:cubicBezTo>
                            <a:pt x="277273" y="10901"/>
                            <a:pt x="277463" y="10901"/>
                            <a:pt x="277559" y="10901"/>
                          </a:cubicBezTo>
                          <a:cubicBezTo>
                            <a:pt x="279368" y="10901"/>
                            <a:pt x="281178" y="10901"/>
                            <a:pt x="282893" y="10901"/>
                          </a:cubicBezTo>
                          <a:cubicBezTo>
                            <a:pt x="283274" y="10901"/>
                            <a:pt x="283750" y="10901"/>
                            <a:pt x="284131" y="10901"/>
                          </a:cubicBezTo>
                          <a:cubicBezTo>
                            <a:pt x="284893" y="10901"/>
                            <a:pt x="285560" y="10996"/>
                            <a:pt x="286226" y="10996"/>
                          </a:cubicBezTo>
                          <a:cubicBezTo>
                            <a:pt x="287655" y="11091"/>
                            <a:pt x="289179" y="11091"/>
                            <a:pt x="290608" y="11187"/>
                          </a:cubicBezTo>
                          <a:cubicBezTo>
                            <a:pt x="290894" y="11187"/>
                            <a:pt x="291275" y="11282"/>
                            <a:pt x="291560" y="11282"/>
                          </a:cubicBezTo>
                          <a:cubicBezTo>
                            <a:pt x="292132" y="11282"/>
                            <a:pt x="292608" y="11377"/>
                            <a:pt x="293180" y="11472"/>
                          </a:cubicBezTo>
                          <a:cubicBezTo>
                            <a:pt x="294513" y="11568"/>
                            <a:pt x="295751" y="11663"/>
                            <a:pt x="296990" y="11853"/>
                          </a:cubicBezTo>
                          <a:cubicBezTo>
                            <a:pt x="297847" y="11949"/>
                            <a:pt x="298799" y="12139"/>
                            <a:pt x="299657" y="12234"/>
                          </a:cubicBezTo>
                          <a:cubicBezTo>
                            <a:pt x="300800" y="12425"/>
                            <a:pt x="302038" y="12520"/>
                            <a:pt x="303181" y="12711"/>
                          </a:cubicBezTo>
                          <a:cubicBezTo>
                            <a:pt x="304038" y="12901"/>
                            <a:pt x="304895" y="12996"/>
                            <a:pt x="305848" y="13187"/>
                          </a:cubicBezTo>
                          <a:cubicBezTo>
                            <a:pt x="306991" y="13377"/>
                            <a:pt x="308038" y="13568"/>
                            <a:pt x="309086" y="13854"/>
                          </a:cubicBezTo>
                          <a:cubicBezTo>
                            <a:pt x="309944" y="14044"/>
                            <a:pt x="310801" y="14235"/>
                            <a:pt x="311658" y="14520"/>
                          </a:cubicBezTo>
                          <a:cubicBezTo>
                            <a:pt x="312706" y="14806"/>
                            <a:pt x="313754" y="14997"/>
                            <a:pt x="314706" y="15282"/>
                          </a:cubicBezTo>
                          <a:cubicBezTo>
                            <a:pt x="315563" y="15568"/>
                            <a:pt x="316325" y="15759"/>
                            <a:pt x="317183" y="16044"/>
                          </a:cubicBezTo>
                          <a:cubicBezTo>
                            <a:pt x="318135" y="16330"/>
                            <a:pt x="319088" y="16616"/>
                            <a:pt x="320040" y="16997"/>
                          </a:cubicBezTo>
                          <a:cubicBezTo>
                            <a:pt x="320802" y="17283"/>
                            <a:pt x="321659" y="17568"/>
                            <a:pt x="322421" y="17854"/>
                          </a:cubicBezTo>
                          <a:cubicBezTo>
                            <a:pt x="323374" y="18235"/>
                            <a:pt x="324231" y="18521"/>
                            <a:pt x="325088" y="18902"/>
                          </a:cubicBezTo>
                          <a:cubicBezTo>
                            <a:pt x="325850" y="19188"/>
                            <a:pt x="326612" y="19569"/>
                            <a:pt x="327374" y="19950"/>
                          </a:cubicBezTo>
                          <a:cubicBezTo>
                            <a:pt x="328232" y="20331"/>
                            <a:pt x="329089" y="20712"/>
                            <a:pt x="329946" y="21188"/>
                          </a:cubicBezTo>
                          <a:cubicBezTo>
                            <a:pt x="330708" y="21569"/>
                            <a:pt x="331375" y="21950"/>
                            <a:pt x="332042" y="22331"/>
                          </a:cubicBezTo>
                          <a:cubicBezTo>
                            <a:pt x="332804" y="22807"/>
                            <a:pt x="333661" y="23188"/>
                            <a:pt x="334423" y="23664"/>
                          </a:cubicBezTo>
                          <a:cubicBezTo>
                            <a:pt x="335090" y="24045"/>
                            <a:pt x="335756" y="24522"/>
                            <a:pt x="336423" y="24903"/>
                          </a:cubicBezTo>
                          <a:cubicBezTo>
                            <a:pt x="337185" y="25379"/>
                            <a:pt x="337852" y="25855"/>
                            <a:pt x="338614" y="26427"/>
                          </a:cubicBezTo>
                          <a:cubicBezTo>
                            <a:pt x="339281" y="26903"/>
                            <a:pt x="339852" y="27379"/>
                            <a:pt x="340424" y="27855"/>
                          </a:cubicBezTo>
                          <a:cubicBezTo>
                            <a:pt x="341090" y="28427"/>
                            <a:pt x="341757" y="28903"/>
                            <a:pt x="342424" y="29475"/>
                          </a:cubicBezTo>
                          <a:cubicBezTo>
                            <a:pt x="342995" y="29951"/>
                            <a:pt x="343567" y="30427"/>
                            <a:pt x="344138" y="30999"/>
                          </a:cubicBezTo>
                          <a:cubicBezTo>
                            <a:pt x="344710" y="31570"/>
                            <a:pt x="345377" y="32142"/>
                            <a:pt x="345948" y="32808"/>
                          </a:cubicBezTo>
                          <a:cubicBezTo>
                            <a:pt x="346424" y="33380"/>
                            <a:pt x="346996" y="33856"/>
                            <a:pt x="347472" y="34428"/>
                          </a:cubicBezTo>
                          <a:cubicBezTo>
                            <a:pt x="348044" y="35094"/>
                            <a:pt x="348520" y="35666"/>
                            <a:pt x="349091" y="36333"/>
                          </a:cubicBezTo>
                          <a:cubicBezTo>
                            <a:pt x="349568" y="36904"/>
                            <a:pt x="350044" y="37476"/>
                            <a:pt x="350425" y="38047"/>
                          </a:cubicBezTo>
                          <a:cubicBezTo>
                            <a:pt x="350901" y="38714"/>
                            <a:pt x="351377" y="39381"/>
                            <a:pt x="351854" y="40143"/>
                          </a:cubicBezTo>
                          <a:cubicBezTo>
                            <a:pt x="352235" y="40714"/>
                            <a:pt x="352616" y="41381"/>
                            <a:pt x="352997" y="42048"/>
                          </a:cubicBezTo>
                          <a:cubicBezTo>
                            <a:pt x="353473" y="42810"/>
                            <a:pt x="353854" y="43572"/>
                            <a:pt x="354235" y="44334"/>
                          </a:cubicBezTo>
                          <a:cubicBezTo>
                            <a:pt x="354616" y="45000"/>
                            <a:pt x="354902" y="45667"/>
                            <a:pt x="355283" y="46334"/>
                          </a:cubicBezTo>
                          <a:cubicBezTo>
                            <a:pt x="355663" y="47096"/>
                            <a:pt x="356045" y="47953"/>
                            <a:pt x="356330" y="48810"/>
                          </a:cubicBezTo>
                          <a:cubicBezTo>
                            <a:pt x="356616" y="49382"/>
                            <a:pt x="356807" y="50049"/>
                            <a:pt x="357092" y="50715"/>
                          </a:cubicBezTo>
                          <a:cubicBezTo>
                            <a:pt x="357473" y="51763"/>
                            <a:pt x="357854" y="52811"/>
                            <a:pt x="358140" y="53954"/>
                          </a:cubicBezTo>
                          <a:cubicBezTo>
                            <a:pt x="358235" y="54430"/>
                            <a:pt x="358426" y="54811"/>
                            <a:pt x="358521" y="55287"/>
                          </a:cubicBezTo>
                          <a:cubicBezTo>
                            <a:pt x="358902" y="56621"/>
                            <a:pt x="359188" y="57954"/>
                            <a:pt x="359378" y="59383"/>
                          </a:cubicBezTo>
                          <a:cubicBezTo>
                            <a:pt x="359378" y="59574"/>
                            <a:pt x="359474" y="59764"/>
                            <a:pt x="359474" y="60050"/>
                          </a:cubicBezTo>
                          <a:cubicBezTo>
                            <a:pt x="359759" y="61669"/>
                            <a:pt x="359950" y="63384"/>
                            <a:pt x="360140" y="65098"/>
                          </a:cubicBezTo>
                          <a:cubicBezTo>
                            <a:pt x="360140" y="65098"/>
                            <a:pt x="360140" y="65098"/>
                            <a:pt x="360140" y="65098"/>
                          </a:cubicBezTo>
                          <a:cubicBezTo>
                            <a:pt x="360140" y="65098"/>
                            <a:pt x="360140" y="65098"/>
                            <a:pt x="360140" y="65098"/>
                          </a:cubicBezTo>
                          <a:cubicBezTo>
                            <a:pt x="360236" y="65765"/>
                            <a:pt x="360236" y="66527"/>
                            <a:pt x="360236" y="67194"/>
                          </a:cubicBezTo>
                          <a:cubicBezTo>
                            <a:pt x="360236" y="68146"/>
                            <a:pt x="360331" y="69003"/>
                            <a:pt x="360331" y="69956"/>
                          </a:cubicBezTo>
                          <a:cubicBezTo>
                            <a:pt x="360331" y="70623"/>
                            <a:pt x="360331" y="71194"/>
                            <a:pt x="360331" y="71861"/>
                          </a:cubicBezTo>
                          <a:cubicBezTo>
                            <a:pt x="360331" y="73004"/>
                            <a:pt x="360236" y="74052"/>
                            <a:pt x="360236" y="75195"/>
                          </a:cubicBezTo>
                          <a:cubicBezTo>
                            <a:pt x="360140" y="75957"/>
                            <a:pt x="360140" y="76623"/>
                            <a:pt x="360045" y="77385"/>
                          </a:cubicBezTo>
                          <a:cubicBezTo>
                            <a:pt x="359950" y="78433"/>
                            <a:pt x="359855" y="79481"/>
                            <a:pt x="359664" y="80529"/>
                          </a:cubicBezTo>
                          <a:cubicBezTo>
                            <a:pt x="359569" y="81291"/>
                            <a:pt x="359474" y="82053"/>
                            <a:pt x="359283" y="82910"/>
                          </a:cubicBezTo>
                          <a:cubicBezTo>
                            <a:pt x="359093" y="83958"/>
                            <a:pt x="358902" y="85005"/>
                            <a:pt x="358712" y="86053"/>
                          </a:cubicBezTo>
                          <a:cubicBezTo>
                            <a:pt x="358521" y="86910"/>
                            <a:pt x="358331" y="87768"/>
                            <a:pt x="358140" y="88625"/>
                          </a:cubicBezTo>
                          <a:cubicBezTo>
                            <a:pt x="357854" y="89577"/>
                            <a:pt x="357664" y="90625"/>
                            <a:pt x="357378" y="91578"/>
                          </a:cubicBezTo>
                          <a:cubicBezTo>
                            <a:pt x="357092" y="92530"/>
                            <a:pt x="356807" y="93483"/>
                            <a:pt x="356521" y="94435"/>
                          </a:cubicBezTo>
                          <a:cubicBezTo>
                            <a:pt x="356235" y="95388"/>
                            <a:pt x="355949" y="96340"/>
                            <a:pt x="355568" y="97293"/>
                          </a:cubicBezTo>
                          <a:cubicBezTo>
                            <a:pt x="355187" y="98340"/>
                            <a:pt x="354902" y="99388"/>
                            <a:pt x="354425" y="100436"/>
                          </a:cubicBezTo>
                          <a:cubicBezTo>
                            <a:pt x="354140" y="101293"/>
                            <a:pt x="353759" y="102246"/>
                            <a:pt x="353378" y="103103"/>
                          </a:cubicBezTo>
                          <a:cubicBezTo>
                            <a:pt x="352806" y="104436"/>
                            <a:pt x="352330" y="105770"/>
                            <a:pt x="351663" y="107103"/>
                          </a:cubicBezTo>
                          <a:cubicBezTo>
                            <a:pt x="351282" y="107961"/>
                            <a:pt x="350901" y="108723"/>
                            <a:pt x="350520" y="109580"/>
                          </a:cubicBezTo>
                          <a:cubicBezTo>
                            <a:pt x="349663" y="111390"/>
                            <a:pt x="348806" y="113104"/>
                            <a:pt x="347948" y="114914"/>
                          </a:cubicBezTo>
                          <a:cubicBezTo>
                            <a:pt x="347663" y="115485"/>
                            <a:pt x="347377" y="116057"/>
                            <a:pt x="347091" y="116628"/>
                          </a:cubicBezTo>
                          <a:cubicBezTo>
                            <a:pt x="345662" y="119200"/>
                            <a:pt x="344234" y="121867"/>
                            <a:pt x="342614" y="124439"/>
                          </a:cubicBezTo>
                          <a:cubicBezTo>
                            <a:pt x="341948" y="125487"/>
                            <a:pt x="341281" y="126534"/>
                            <a:pt x="340614" y="127677"/>
                          </a:cubicBezTo>
                          <a:cubicBezTo>
                            <a:pt x="340138" y="128439"/>
                            <a:pt x="339662" y="129201"/>
                            <a:pt x="339090" y="129963"/>
                          </a:cubicBezTo>
                          <a:cubicBezTo>
                            <a:pt x="338233" y="131202"/>
                            <a:pt x="337376" y="132535"/>
                            <a:pt x="336518" y="133773"/>
                          </a:cubicBezTo>
                          <a:cubicBezTo>
                            <a:pt x="336042" y="134440"/>
                            <a:pt x="335566" y="135107"/>
                            <a:pt x="335090" y="135774"/>
                          </a:cubicBezTo>
                          <a:cubicBezTo>
                            <a:pt x="334613" y="136440"/>
                            <a:pt x="334137" y="137012"/>
                            <a:pt x="333661" y="137679"/>
                          </a:cubicBezTo>
                          <a:cubicBezTo>
                            <a:pt x="332518" y="139298"/>
                            <a:pt x="331375" y="140822"/>
                            <a:pt x="330137" y="142441"/>
                          </a:cubicBezTo>
                          <a:cubicBezTo>
                            <a:pt x="329470" y="143298"/>
                            <a:pt x="328898" y="144060"/>
                            <a:pt x="328232" y="144918"/>
                          </a:cubicBezTo>
                          <a:cubicBezTo>
                            <a:pt x="327088" y="146346"/>
                            <a:pt x="325946" y="147680"/>
                            <a:pt x="324803" y="149109"/>
                          </a:cubicBezTo>
                          <a:cubicBezTo>
                            <a:pt x="324041" y="149966"/>
                            <a:pt x="323374" y="150823"/>
                            <a:pt x="322612" y="151776"/>
                          </a:cubicBezTo>
                          <a:cubicBezTo>
                            <a:pt x="321469" y="153109"/>
                            <a:pt x="320326" y="154347"/>
                            <a:pt x="319183" y="155681"/>
                          </a:cubicBezTo>
                          <a:cubicBezTo>
                            <a:pt x="318421" y="156538"/>
                            <a:pt x="317659" y="157395"/>
                            <a:pt x="316802" y="158348"/>
                          </a:cubicBezTo>
                          <a:cubicBezTo>
                            <a:pt x="315563" y="159681"/>
                            <a:pt x="314325" y="161015"/>
                            <a:pt x="313087" y="162253"/>
                          </a:cubicBezTo>
                          <a:cubicBezTo>
                            <a:pt x="312325" y="163110"/>
                            <a:pt x="311468" y="163872"/>
                            <a:pt x="310706" y="164730"/>
                          </a:cubicBezTo>
                          <a:cubicBezTo>
                            <a:pt x="309372" y="166158"/>
                            <a:pt x="307943" y="167492"/>
                            <a:pt x="306515" y="168921"/>
                          </a:cubicBezTo>
                          <a:cubicBezTo>
                            <a:pt x="305753" y="169683"/>
                            <a:pt x="305086" y="170349"/>
                            <a:pt x="304324" y="171111"/>
                          </a:cubicBezTo>
                          <a:cubicBezTo>
                            <a:pt x="302514" y="172921"/>
                            <a:pt x="300609" y="174636"/>
                            <a:pt x="298609" y="176445"/>
                          </a:cubicBezTo>
                          <a:cubicBezTo>
                            <a:pt x="298228" y="176731"/>
                            <a:pt x="297942" y="177112"/>
                            <a:pt x="297561" y="177398"/>
                          </a:cubicBezTo>
                          <a:cubicBezTo>
                            <a:pt x="297466" y="177398"/>
                            <a:pt x="297466" y="177493"/>
                            <a:pt x="297371" y="177493"/>
                          </a:cubicBezTo>
                          <a:cubicBezTo>
                            <a:pt x="296323" y="178446"/>
                            <a:pt x="295275" y="179303"/>
                            <a:pt x="294227" y="180255"/>
                          </a:cubicBezTo>
                          <a:cubicBezTo>
                            <a:pt x="292132" y="182160"/>
                            <a:pt x="289941" y="183970"/>
                            <a:pt x="287655" y="185875"/>
                          </a:cubicBezTo>
                          <a:cubicBezTo>
                            <a:pt x="286893" y="186542"/>
                            <a:pt x="286131" y="187113"/>
                            <a:pt x="285464" y="187780"/>
                          </a:cubicBezTo>
                          <a:cubicBezTo>
                            <a:pt x="282607" y="190066"/>
                            <a:pt x="279749" y="192447"/>
                            <a:pt x="276797" y="194733"/>
                          </a:cubicBezTo>
                          <a:cubicBezTo>
                            <a:pt x="276320" y="195114"/>
                            <a:pt x="275749" y="195495"/>
                            <a:pt x="275273" y="195876"/>
                          </a:cubicBezTo>
                          <a:cubicBezTo>
                            <a:pt x="272987" y="197591"/>
                            <a:pt x="270796" y="199305"/>
                            <a:pt x="268415" y="200925"/>
                          </a:cubicBezTo>
                          <a:cubicBezTo>
                            <a:pt x="267272" y="201782"/>
                            <a:pt x="266129" y="202544"/>
                            <a:pt x="264986" y="203306"/>
                          </a:cubicBezTo>
                          <a:cubicBezTo>
                            <a:pt x="263652" y="204258"/>
                            <a:pt x="262319" y="205211"/>
                            <a:pt x="260890" y="206163"/>
                          </a:cubicBezTo>
                          <a:cubicBezTo>
                            <a:pt x="259556" y="207116"/>
                            <a:pt x="258128" y="208068"/>
                            <a:pt x="256699" y="208926"/>
                          </a:cubicBezTo>
                          <a:cubicBezTo>
                            <a:pt x="255651" y="209592"/>
                            <a:pt x="254699" y="210259"/>
                            <a:pt x="253651" y="210926"/>
                          </a:cubicBezTo>
                          <a:cubicBezTo>
                            <a:pt x="251936" y="212069"/>
                            <a:pt x="250222" y="213117"/>
                            <a:pt x="248507" y="214164"/>
                          </a:cubicBezTo>
                          <a:cubicBezTo>
                            <a:pt x="247745" y="214641"/>
                            <a:pt x="247079" y="215117"/>
                            <a:pt x="246317" y="215498"/>
                          </a:cubicBezTo>
                          <a:cubicBezTo>
                            <a:pt x="243840" y="217022"/>
                            <a:pt x="241459" y="218451"/>
                            <a:pt x="238887" y="219975"/>
                          </a:cubicBezTo>
                          <a:cubicBezTo>
                            <a:pt x="238316" y="220260"/>
                            <a:pt x="237839" y="220546"/>
                            <a:pt x="237268" y="220927"/>
                          </a:cubicBezTo>
                          <a:cubicBezTo>
                            <a:pt x="235268" y="222070"/>
                            <a:pt x="233267" y="223213"/>
                            <a:pt x="231267" y="224356"/>
                          </a:cubicBezTo>
                          <a:cubicBezTo>
                            <a:pt x="230410" y="224832"/>
                            <a:pt x="229553" y="225309"/>
                            <a:pt x="228600" y="225785"/>
                          </a:cubicBezTo>
                          <a:cubicBezTo>
                            <a:pt x="226886" y="226737"/>
                            <a:pt x="225171" y="227595"/>
                            <a:pt x="223457" y="228547"/>
                          </a:cubicBezTo>
                          <a:cubicBezTo>
                            <a:pt x="222504" y="229023"/>
                            <a:pt x="221552" y="229500"/>
                            <a:pt x="220599" y="229976"/>
                          </a:cubicBezTo>
                          <a:cubicBezTo>
                            <a:pt x="218789" y="230928"/>
                            <a:pt x="216980" y="231786"/>
                            <a:pt x="215170" y="232738"/>
                          </a:cubicBezTo>
                          <a:cubicBezTo>
                            <a:pt x="214313" y="233119"/>
                            <a:pt x="213455" y="233595"/>
                            <a:pt x="212598" y="233976"/>
                          </a:cubicBezTo>
                          <a:cubicBezTo>
                            <a:pt x="210122" y="235215"/>
                            <a:pt x="207550" y="236358"/>
                            <a:pt x="205073" y="237501"/>
                          </a:cubicBezTo>
                          <a:cubicBezTo>
                            <a:pt x="204883" y="237596"/>
                            <a:pt x="204692" y="237691"/>
                            <a:pt x="204502" y="237786"/>
                          </a:cubicBezTo>
                          <a:cubicBezTo>
                            <a:pt x="201549" y="239120"/>
                            <a:pt x="198692" y="240358"/>
                            <a:pt x="195739" y="241596"/>
                          </a:cubicBezTo>
                          <a:cubicBezTo>
                            <a:pt x="195739" y="241596"/>
                            <a:pt x="195739" y="241596"/>
                            <a:pt x="195739" y="241596"/>
                          </a:cubicBezTo>
                          <a:cubicBezTo>
                            <a:pt x="195739" y="241596"/>
                            <a:pt x="195739" y="241596"/>
                            <a:pt x="195739" y="241596"/>
                          </a:cubicBezTo>
                          <a:cubicBezTo>
                            <a:pt x="192977" y="242739"/>
                            <a:pt x="190214" y="243882"/>
                            <a:pt x="187452" y="244930"/>
                          </a:cubicBezTo>
                          <a:cubicBezTo>
                            <a:pt x="186595" y="245311"/>
                            <a:pt x="185738" y="245597"/>
                            <a:pt x="184880" y="245883"/>
                          </a:cubicBezTo>
                          <a:cubicBezTo>
                            <a:pt x="182975" y="246645"/>
                            <a:pt x="181070" y="247311"/>
                            <a:pt x="179261" y="247978"/>
                          </a:cubicBezTo>
                          <a:cubicBezTo>
                            <a:pt x="178308" y="248359"/>
                            <a:pt x="177356" y="248645"/>
                            <a:pt x="176403" y="249026"/>
                          </a:cubicBezTo>
                          <a:cubicBezTo>
                            <a:pt x="174593" y="249693"/>
                            <a:pt x="172784" y="250264"/>
                            <a:pt x="171069" y="250836"/>
                          </a:cubicBezTo>
                          <a:cubicBezTo>
                            <a:pt x="170117" y="251121"/>
                            <a:pt x="169069" y="251502"/>
                            <a:pt x="168116" y="251788"/>
                          </a:cubicBezTo>
                          <a:cubicBezTo>
                            <a:pt x="166307" y="252360"/>
                            <a:pt x="164592" y="252931"/>
                            <a:pt x="162878" y="253407"/>
                          </a:cubicBezTo>
                          <a:cubicBezTo>
                            <a:pt x="161830" y="253693"/>
                            <a:pt x="160877" y="253979"/>
                            <a:pt x="159830" y="254360"/>
                          </a:cubicBezTo>
                          <a:cubicBezTo>
                            <a:pt x="158020" y="254931"/>
                            <a:pt x="156210" y="255408"/>
                            <a:pt x="154400" y="255884"/>
                          </a:cubicBezTo>
                          <a:cubicBezTo>
                            <a:pt x="153543" y="256074"/>
                            <a:pt x="152686" y="256360"/>
                            <a:pt x="151924" y="256551"/>
                          </a:cubicBezTo>
                          <a:cubicBezTo>
                            <a:pt x="149352" y="257217"/>
                            <a:pt x="146780" y="257884"/>
                            <a:pt x="144209" y="258456"/>
                          </a:cubicBezTo>
                          <a:cubicBezTo>
                            <a:pt x="143923" y="258551"/>
                            <a:pt x="143732" y="258551"/>
                            <a:pt x="143542" y="258646"/>
                          </a:cubicBezTo>
                          <a:cubicBezTo>
                            <a:pt x="141256" y="259218"/>
                            <a:pt x="138875" y="259694"/>
                            <a:pt x="136589" y="260170"/>
                          </a:cubicBezTo>
                          <a:cubicBezTo>
                            <a:pt x="135827" y="260361"/>
                            <a:pt x="134969" y="260456"/>
                            <a:pt x="134207" y="260646"/>
                          </a:cubicBezTo>
                          <a:cubicBezTo>
                            <a:pt x="132493" y="260932"/>
                            <a:pt x="130778" y="261313"/>
                            <a:pt x="129064" y="261599"/>
                          </a:cubicBezTo>
                          <a:cubicBezTo>
                            <a:pt x="128969" y="261599"/>
                            <a:pt x="128873" y="261599"/>
                            <a:pt x="128778" y="261694"/>
                          </a:cubicBezTo>
                          <a:cubicBezTo>
                            <a:pt x="127921" y="261885"/>
                            <a:pt x="127064" y="261980"/>
                            <a:pt x="126206" y="262075"/>
                          </a:cubicBezTo>
                          <a:cubicBezTo>
                            <a:pt x="124682" y="262266"/>
                            <a:pt x="123158" y="262551"/>
                            <a:pt x="121730" y="262742"/>
                          </a:cubicBezTo>
                          <a:cubicBezTo>
                            <a:pt x="120777" y="262837"/>
                            <a:pt x="119825" y="263028"/>
                            <a:pt x="118872" y="263123"/>
                          </a:cubicBezTo>
                          <a:cubicBezTo>
                            <a:pt x="117539" y="263313"/>
                            <a:pt x="116110" y="263409"/>
                            <a:pt x="114776" y="263599"/>
                          </a:cubicBezTo>
                          <a:cubicBezTo>
                            <a:pt x="112776" y="263790"/>
                            <a:pt x="110681" y="263980"/>
                            <a:pt x="108680" y="264171"/>
                          </a:cubicBezTo>
                          <a:cubicBezTo>
                            <a:pt x="108109" y="264171"/>
                            <a:pt x="107442" y="264266"/>
                            <a:pt x="106871" y="264266"/>
                          </a:cubicBezTo>
                          <a:cubicBezTo>
                            <a:pt x="106204" y="264266"/>
                            <a:pt x="105632" y="264361"/>
                            <a:pt x="104966" y="264361"/>
                          </a:cubicBezTo>
                          <a:cubicBezTo>
                            <a:pt x="102584" y="264456"/>
                            <a:pt x="100298" y="264552"/>
                            <a:pt x="97917" y="264647"/>
                          </a:cubicBezTo>
                          <a:cubicBezTo>
                            <a:pt x="97727" y="264647"/>
                            <a:pt x="97536" y="264647"/>
                            <a:pt x="97346" y="264647"/>
                          </a:cubicBezTo>
                          <a:cubicBezTo>
                            <a:pt x="95917" y="264647"/>
                            <a:pt x="94393" y="264647"/>
                            <a:pt x="92964" y="264647"/>
                          </a:cubicBezTo>
                          <a:cubicBezTo>
                            <a:pt x="88678" y="264552"/>
                            <a:pt x="84487" y="264361"/>
                            <a:pt x="80486" y="263980"/>
                          </a:cubicBezTo>
                          <a:cubicBezTo>
                            <a:pt x="79629" y="263885"/>
                            <a:pt x="78867" y="263885"/>
                            <a:pt x="78010" y="263790"/>
                          </a:cubicBezTo>
                          <a:cubicBezTo>
                            <a:pt x="77534" y="263694"/>
                            <a:pt x="77057" y="263694"/>
                            <a:pt x="76581" y="263599"/>
                          </a:cubicBezTo>
                          <a:cubicBezTo>
                            <a:pt x="76105" y="263504"/>
                            <a:pt x="75724" y="263504"/>
                            <a:pt x="75248" y="263409"/>
                          </a:cubicBezTo>
                          <a:cubicBezTo>
                            <a:pt x="72485" y="263028"/>
                            <a:pt x="69914" y="262551"/>
                            <a:pt x="67342" y="262075"/>
                          </a:cubicBezTo>
                          <a:cubicBezTo>
                            <a:pt x="66866" y="261980"/>
                            <a:pt x="66389" y="261885"/>
                            <a:pt x="66008" y="261789"/>
                          </a:cubicBezTo>
                          <a:cubicBezTo>
                            <a:pt x="65723" y="261694"/>
                            <a:pt x="65437" y="261694"/>
                            <a:pt x="65151" y="261599"/>
                          </a:cubicBezTo>
                          <a:cubicBezTo>
                            <a:pt x="64770" y="261504"/>
                            <a:pt x="64294" y="261408"/>
                            <a:pt x="63913" y="261313"/>
                          </a:cubicBezTo>
                          <a:cubicBezTo>
                            <a:pt x="60960" y="260551"/>
                            <a:pt x="58103" y="259789"/>
                            <a:pt x="55340" y="258837"/>
                          </a:cubicBezTo>
                          <a:cubicBezTo>
                            <a:pt x="55150" y="258741"/>
                            <a:pt x="54959" y="258741"/>
                            <a:pt x="54769" y="258646"/>
                          </a:cubicBezTo>
                          <a:cubicBezTo>
                            <a:pt x="54197" y="258456"/>
                            <a:pt x="53626" y="258265"/>
                            <a:pt x="53054" y="257979"/>
                          </a:cubicBezTo>
                          <a:cubicBezTo>
                            <a:pt x="52007" y="257598"/>
                            <a:pt x="50959" y="257122"/>
                            <a:pt x="49911" y="256741"/>
                          </a:cubicBezTo>
                          <a:cubicBezTo>
                            <a:pt x="49530" y="256551"/>
                            <a:pt x="49244" y="256455"/>
                            <a:pt x="48863" y="256265"/>
                          </a:cubicBezTo>
                          <a:cubicBezTo>
                            <a:pt x="29147" y="247502"/>
                            <a:pt x="16764" y="232262"/>
                            <a:pt x="14954" y="210831"/>
                          </a:cubicBezTo>
                          <a:cubicBezTo>
                            <a:pt x="10287" y="153490"/>
                            <a:pt x="83725" y="74433"/>
                            <a:pt x="178975" y="34237"/>
                          </a:cubicBezTo>
                          <a:cubicBezTo>
                            <a:pt x="190881" y="29189"/>
                            <a:pt x="202597" y="24998"/>
                            <a:pt x="213932" y="21664"/>
                          </a:cubicBezTo>
                          <a:cubicBezTo>
                            <a:pt x="214217" y="21569"/>
                            <a:pt x="214503" y="21474"/>
                            <a:pt x="214694" y="21474"/>
                          </a:cubicBezTo>
                          <a:cubicBezTo>
                            <a:pt x="215265" y="20902"/>
                            <a:pt x="215456" y="20902"/>
                            <a:pt x="215646" y="20807"/>
                          </a:cubicBezTo>
                          <a:close/>
                        </a:path>
                      </a:pathLst>
                    </a:custGeom>
                    <a:solidFill>
                      <a:srgbClr val="9652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grpSp>
                <p:nvGrpSpPr>
                  <p:cNvPr id="128" name="Group 128"/>
                  <p:cNvGrpSpPr/>
                  <p:nvPr/>
                </p:nvGrpSpPr>
                <p:grpSpPr>
                  <a:xfrm rot="0">
                    <a:off x="11598218" y="546340"/>
                    <a:ext cx="235007" cy="174455"/>
                    <a:chOff x="6618827" y="2795753"/>
                    <a:chExt cx="497234" cy="369117"/>
                  </a:xfrm>
                </p:grpSpPr>
                <p:sp>
                  <p:nvSpPr>
                    <p:cNvPr id="129" name="AutoShape 129"/>
                    <p:cNvSpPr/>
                    <p:nvPr/>
                  </p:nvSpPr>
                  <p:spPr>
                    <a:xfrm>
                      <a:off x="6686888" y="2823495"/>
                      <a:ext cx="389614" cy="2650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89614" h="265080">
                          <a:moveTo>
                            <a:pt x="380471" y="193358"/>
                          </a:moveTo>
                          <a:cubicBezTo>
                            <a:pt x="380471" y="193358"/>
                            <a:pt x="380471" y="193262"/>
                            <a:pt x="380376" y="193262"/>
                          </a:cubicBezTo>
                          <a:cubicBezTo>
                            <a:pt x="379804" y="192024"/>
                            <a:pt x="379137" y="190786"/>
                            <a:pt x="378471" y="189548"/>
                          </a:cubicBezTo>
                          <a:cubicBezTo>
                            <a:pt x="378280" y="189167"/>
                            <a:pt x="378090" y="188881"/>
                            <a:pt x="377899" y="188500"/>
                          </a:cubicBezTo>
                          <a:cubicBezTo>
                            <a:pt x="377804" y="188309"/>
                            <a:pt x="377709" y="188119"/>
                            <a:pt x="377518" y="187833"/>
                          </a:cubicBezTo>
                          <a:cubicBezTo>
                            <a:pt x="376566" y="186023"/>
                            <a:pt x="375518" y="184213"/>
                            <a:pt x="374375" y="182404"/>
                          </a:cubicBezTo>
                          <a:cubicBezTo>
                            <a:pt x="374280" y="182309"/>
                            <a:pt x="374184" y="182118"/>
                            <a:pt x="374089" y="182023"/>
                          </a:cubicBezTo>
                          <a:cubicBezTo>
                            <a:pt x="373041" y="180308"/>
                            <a:pt x="371994" y="178594"/>
                            <a:pt x="370851" y="176879"/>
                          </a:cubicBezTo>
                          <a:cubicBezTo>
                            <a:pt x="370470" y="176308"/>
                            <a:pt x="369993" y="175641"/>
                            <a:pt x="369612" y="175069"/>
                          </a:cubicBezTo>
                          <a:cubicBezTo>
                            <a:pt x="368755" y="173831"/>
                            <a:pt x="367898" y="172498"/>
                            <a:pt x="366945" y="171260"/>
                          </a:cubicBezTo>
                          <a:cubicBezTo>
                            <a:pt x="366755" y="171069"/>
                            <a:pt x="366564" y="170783"/>
                            <a:pt x="366469" y="170593"/>
                          </a:cubicBezTo>
                          <a:cubicBezTo>
                            <a:pt x="366183" y="170212"/>
                            <a:pt x="365993" y="169831"/>
                            <a:pt x="365707" y="169545"/>
                          </a:cubicBezTo>
                          <a:cubicBezTo>
                            <a:pt x="365612" y="169450"/>
                            <a:pt x="365517" y="169354"/>
                            <a:pt x="365517" y="169259"/>
                          </a:cubicBezTo>
                          <a:cubicBezTo>
                            <a:pt x="364659" y="168021"/>
                            <a:pt x="363707" y="166783"/>
                            <a:pt x="362754" y="165544"/>
                          </a:cubicBezTo>
                          <a:cubicBezTo>
                            <a:pt x="362183" y="164878"/>
                            <a:pt x="361707" y="164116"/>
                            <a:pt x="361135" y="163449"/>
                          </a:cubicBezTo>
                          <a:cubicBezTo>
                            <a:pt x="360087" y="162115"/>
                            <a:pt x="358944" y="160687"/>
                            <a:pt x="357801" y="159258"/>
                          </a:cubicBezTo>
                          <a:cubicBezTo>
                            <a:pt x="357325" y="158686"/>
                            <a:pt x="356944" y="158115"/>
                            <a:pt x="356468" y="157639"/>
                          </a:cubicBezTo>
                          <a:cubicBezTo>
                            <a:pt x="354849" y="155734"/>
                            <a:pt x="353229" y="153734"/>
                            <a:pt x="351515" y="151733"/>
                          </a:cubicBezTo>
                          <a:cubicBezTo>
                            <a:pt x="351229" y="151352"/>
                            <a:pt x="350848" y="151067"/>
                            <a:pt x="350562" y="150686"/>
                          </a:cubicBezTo>
                          <a:cubicBezTo>
                            <a:pt x="349134" y="149066"/>
                            <a:pt x="347610" y="147447"/>
                            <a:pt x="346181" y="145828"/>
                          </a:cubicBezTo>
                          <a:cubicBezTo>
                            <a:pt x="345514" y="145161"/>
                            <a:pt x="344943" y="144494"/>
                            <a:pt x="344276" y="143827"/>
                          </a:cubicBezTo>
                          <a:cubicBezTo>
                            <a:pt x="343038" y="142494"/>
                            <a:pt x="341704" y="141161"/>
                            <a:pt x="340466" y="139827"/>
                          </a:cubicBezTo>
                          <a:cubicBezTo>
                            <a:pt x="339704" y="139065"/>
                            <a:pt x="339037" y="138303"/>
                            <a:pt x="338275" y="137636"/>
                          </a:cubicBezTo>
                          <a:cubicBezTo>
                            <a:pt x="336942" y="136303"/>
                            <a:pt x="335608" y="134969"/>
                            <a:pt x="334275" y="133636"/>
                          </a:cubicBezTo>
                          <a:cubicBezTo>
                            <a:pt x="333513" y="132874"/>
                            <a:pt x="332846" y="132207"/>
                            <a:pt x="332084" y="131445"/>
                          </a:cubicBezTo>
                          <a:cubicBezTo>
                            <a:pt x="330560" y="129921"/>
                            <a:pt x="328941" y="128397"/>
                            <a:pt x="327321" y="126873"/>
                          </a:cubicBezTo>
                          <a:cubicBezTo>
                            <a:pt x="326750" y="126302"/>
                            <a:pt x="326178" y="125825"/>
                            <a:pt x="325607" y="125254"/>
                          </a:cubicBezTo>
                          <a:cubicBezTo>
                            <a:pt x="323416" y="123254"/>
                            <a:pt x="321130" y="121158"/>
                            <a:pt x="318844" y="119158"/>
                          </a:cubicBezTo>
                          <a:cubicBezTo>
                            <a:pt x="318273" y="118681"/>
                            <a:pt x="317701" y="118205"/>
                            <a:pt x="317225" y="117729"/>
                          </a:cubicBezTo>
                          <a:cubicBezTo>
                            <a:pt x="315320" y="116015"/>
                            <a:pt x="313320" y="114395"/>
                            <a:pt x="311319" y="112681"/>
                          </a:cubicBezTo>
                          <a:cubicBezTo>
                            <a:pt x="311034" y="112395"/>
                            <a:pt x="310653" y="112109"/>
                            <a:pt x="310367" y="111823"/>
                          </a:cubicBezTo>
                          <a:cubicBezTo>
                            <a:pt x="309510" y="111061"/>
                            <a:pt x="308557" y="110300"/>
                            <a:pt x="307700" y="109633"/>
                          </a:cubicBezTo>
                          <a:cubicBezTo>
                            <a:pt x="307605" y="109538"/>
                            <a:pt x="307605" y="109538"/>
                            <a:pt x="307509" y="109442"/>
                          </a:cubicBezTo>
                          <a:cubicBezTo>
                            <a:pt x="307033" y="109061"/>
                            <a:pt x="306557" y="108680"/>
                            <a:pt x="306081" y="108204"/>
                          </a:cubicBezTo>
                          <a:cubicBezTo>
                            <a:pt x="302271" y="105156"/>
                            <a:pt x="298461" y="102013"/>
                            <a:pt x="294460" y="98965"/>
                          </a:cubicBezTo>
                          <a:cubicBezTo>
                            <a:pt x="294460" y="98965"/>
                            <a:pt x="294460" y="98965"/>
                            <a:pt x="294460" y="98965"/>
                          </a:cubicBezTo>
                          <a:cubicBezTo>
                            <a:pt x="294460" y="98965"/>
                            <a:pt x="294460" y="98965"/>
                            <a:pt x="294460" y="98965"/>
                          </a:cubicBezTo>
                          <a:cubicBezTo>
                            <a:pt x="289983" y="95536"/>
                            <a:pt x="285411" y="92202"/>
                            <a:pt x="280839" y="88868"/>
                          </a:cubicBezTo>
                          <a:cubicBezTo>
                            <a:pt x="280744" y="88773"/>
                            <a:pt x="280554" y="88678"/>
                            <a:pt x="280458" y="88583"/>
                          </a:cubicBezTo>
                          <a:cubicBezTo>
                            <a:pt x="279506" y="87916"/>
                            <a:pt x="278458" y="87154"/>
                            <a:pt x="277506" y="86487"/>
                          </a:cubicBezTo>
                          <a:cubicBezTo>
                            <a:pt x="277125" y="86201"/>
                            <a:pt x="276744" y="85915"/>
                            <a:pt x="276363" y="85725"/>
                          </a:cubicBezTo>
                          <a:cubicBezTo>
                            <a:pt x="275410" y="85058"/>
                            <a:pt x="274458" y="84392"/>
                            <a:pt x="273410" y="83725"/>
                          </a:cubicBezTo>
                          <a:cubicBezTo>
                            <a:pt x="273410" y="83725"/>
                            <a:pt x="273410" y="83725"/>
                            <a:pt x="273410" y="83725"/>
                          </a:cubicBezTo>
                          <a:cubicBezTo>
                            <a:pt x="268743" y="80486"/>
                            <a:pt x="264075" y="77343"/>
                            <a:pt x="259313" y="74295"/>
                          </a:cubicBezTo>
                          <a:cubicBezTo>
                            <a:pt x="258837" y="74009"/>
                            <a:pt x="258456" y="73723"/>
                            <a:pt x="257979" y="73438"/>
                          </a:cubicBezTo>
                          <a:cubicBezTo>
                            <a:pt x="257598" y="73152"/>
                            <a:pt x="257122" y="72866"/>
                            <a:pt x="256741" y="72676"/>
                          </a:cubicBezTo>
                          <a:cubicBezTo>
                            <a:pt x="251312" y="69152"/>
                            <a:pt x="245787" y="65723"/>
                            <a:pt x="240263" y="62484"/>
                          </a:cubicBezTo>
                          <a:cubicBezTo>
                            <a:pt x="238072" y="61246"/>
                            <a:pt x="235977" y="59912"/>
                            <a:pt x="233786" y="58674"/>
                          </a:cubicBezTo>
                          <a:cubicBezTo>
                            <a:pt x="231309" y="57245"/>
                            <a:pt x="228738" y="55817"/>
                            <a:pt x="226261" y="54388"/>
                          </a:cubicBezTo>
                          <a:cubicBezTo>
                            <a:pt x="225118" y="53816"/>
                            <a:pt x="224070" y="53150"/>
                            <a:pt x="222927" y="52578"/>
                          </a:cubicBezTo>
                          <a:cubicBezTo>
                            <a:pt x="216260" y="48958"/>
                            <a:pt x="209592" y="45434"/>
                            <a:pt x="203020" y="42100"/>
                          </a:cubicBezTo>
                          <a:cubicBezTo>
                            <a:pt x="202544" y="41910"/>
                            <a:pt x="202163" y="41624"/>
                            <a:pt x="201687" y="41434"/>
                          </a:cubicBezTo>
                          <a:cubicBezTo>
                            <a:pt x="201591" y="41434"/>
                            <a:pt x="201496" y="41338"/>
                            <a:pt x="201401" y="41338"/>
                          </a:cubicBezTo>
                          <a:cubicBezTo>
                            <a:pt x="200258" y="40767"/>
                            <a:pt x="199210" y="40291"/>
                            <a:pt x="198067" y="39719"/>
                          </a:cubicBezTo>
                          <a:cubicBezTo>
                            <a:pt x="195591" y="38481"/>
                            <a:pt x="193019" y="37338"/>
                            <a:pt x="190542" y="36100"/>
                          </a:cubicBezTo>
                          <a:cubicBezTo>
                            <a:pt x="188923" y="35338"/>
                            <a:pt x="187209" y="34576"/>
                            <a:pt x="185589" y="33814"/>
                          </a:cubicBezTo>
                          <a:cubicBezTo>
                            <a:pt x="184732" y="33433"/>
                            <a:pt x="183875" y="33052"/>
                            <a:pt x="183018" y="32671"/>
                          </a:cubicBezTo>
                          <a:cubicBezTo>
                            <a:pt x="180732" y="31623"/>
                            <a:pt x="178446" y="30671"/>
                            <a:pt x="176160" y="29718"/>
                          </a:cubicBezTo>
                          <a:cubicBezTo>
                            <a:pt x="175302" y="29337"/>
                            <a:pt x="174540" y="28956"/>
                            <a:pt x="173683" y="28670"/>
                          </a:cubicBezTo>
                          <a:cubicBezTo>
                            <a:pt x="171397" y="27718"/>
                            <a:pt x="169206" y="26765"/>
                            <a:pt x="166920" y="25813"/>
                          </a:cubicBezTo>
                          <a:cubicBezTo>
                            <a:pt x="166063" y="25432"/>
                            <a:pt x="165301" y="25146"/>
                            <a:pt x="164444" y="24765"/>
                          </a:cubicBezTo>
                          <a:cubicBezTo>
                            <a:pt x="162158" y="23813"/>
                            <a:pt x="159967" y="22955"/>
                            <a:pt x="157681" y="22098"/>
                          </a:cubicBezTo>
                          <a:cubicBezTo>
                            <a:pt x="156824" y="21812"/>
                            <a:pt x="156062" y="21431"/>
                            <a:pt x="155205" y="21146"/>
                          </a:cubicBezTo>
                          <a:cubicBezTo>
                            <a:pt x="153204" y="20383"/>
                            <a:pt x="151109" y="19621"/>
                            <a:pt x="149109" y="18860"/>
                          </a:cubicBezTo>
                          <a:cubicBezTo>
                            <a:pt x="148632" y="18669"/>
                            <a:pt x="148156" y="18479"/>
                            <a:pt x="147585" y="18288"/>
                          </a:cubicBezTo>
                          <a:cubicBezTo>
                            <a:pt x="146727" y="18002"/>
                            <a:pt x="145965" y="17717"/>
                            <a:pt x="145108" y="17431"/>
                          </a:cubicBezTo>
                          <a:cubicBezTo>
                            <a:pt x="143489" y="16859"/>
                            <a:pt x="141870" y="16288"/>
                            <a:pt x="140346" y="15811"/>
                          </a:cubicBezTo>
                          <a:cubicBezTo>
                            <a:pt x="139774" y="15621"/>
                            <a:pt x="139107" y="15431"/>
                            <a:pt x="138536" y="15240"/>
                          </a:cubicBezTo>
                          <a:cubicBezTo>
                            <a:pt x="137869" y="15050"/>
                            <a:pt x="137107" y="14764"/>
                            <a:pt x="136440" y="14573"/>
                          </a:cubicBezTo>
                          <a:cubicBezTo>
                            <a:pt x="134821" y="14097"/>
                            <a:pt x="133297" y="13525"/>
                            <a:pt x="131678" y="13049"/>
                          </a:cubicBezTo>
                          <a:cubicBezTo>
                            <a:pt x="130821" y="12763"/>
                            <a:pt x="129963" y="12573"/>
                            <a:pt x="129201" y="12287"/>
                          </a:cubicBezTo>
                          <a:cubicBezTo>
                            <a:pt x="128725" y="12192"/>
                            <a:pt x="128344" y="12002"/>
                            <a:pt x="127868" y="11906"/>
                          </a:cubicBezTo>
                          <a:cubicBezTo>
                            <a:pt x="126249" y="11430"/>
                            <a:pt x="124725" y="10954"/>
                            <a:pt x="123105" y="10477"/>
                          </a:cubicBezTo>
                          <a:cubicBezTo>
                            <a:pt x="121867" y="10096"/>
                            <a:pt x="120629" y="9811"/>
                            <a:pt x="119486" y="9430"/>
                          </a:cubicBezTo>
                          <a:cubicBezTo>
                            <a:pt x="117867" y="8954"/>
                            <a:pt x="116247" y="8573"/>
                            <a:pt x="114628" y="8192"/>
                          </a:cubicBezTo>
                          <a:cubicBezTo>
                            <a:pt x="113485" y="7906"/>
                            <a:pt x="112247" y="7620"/>
                            <a:pt x="111104" y="7334"/>
                          </a:cubicBezTo>
                          <a:cubicBezTo>
                            <a:pt x="109485" y="6953"/>
                            <a:pt x="107770" y="6572"/>
                            <a:pt x="106151" y="6191"/>
                          </a:cubicBezTo>
                          <a:cubicBezTo>
                            <a:pt x="105103" y="5906"/>
                            <a:pt x="104055" y="5715"/>
                            <a:pt x="102912" y="5429"/>
                          </a:cubicBezTo>
                          <a:cubicBezTo>
                            <a:pt x="101103" y="5048"/>
                            <a:pt x="99293" y="4667"/>
                            <a:pt x="97578" y="4286"/>
                          </a:cubicBezTo>
                          <a:cubicBezTo>
                            <a:pt x="97578" y="4286"/>
                            <a:pt x="97483" y="4286"/>
                            <a:pt x="97483" y="4286"/>
                          </a:cubicBezTo>
                          <a:cubicBezTo>
                            <a:pt x="96626" y="4096"/>
                            <a:pt x="95769" y="3905"/>
                            <a:pt x="95007" y="3810"/>
                          </a:cubicBezTo>
                          <a:cubicBezTo>
                            <a:pt x="90816" y="3048"/>
                            <a:pt x="86815" y="2381"/>
                            <a:pt x="82815" y="1810"/>
                          </a:cubicBezTo>
                          <a:cubicBezTo>
                            <a:pt x="82243" y="1715"/>
                            <a:pt x="81672" y="1619"/>
                            <a:pt x="81100" y="1619"/>
                          </a:cubicBezTo>
                          <a:cubicBezTo>
                            <a:pt x="80148" y="1524"/>
                            <a:pt x="79100" y="1333"/>
                            <a:pt x="78147" y="1238"/>
                          </a:cubicBezTo>
                          <a:cubicBezTo>
                            <a:pt x="78147" y="1238"/>
                            <a:pt x="78147" y="1238"/>
                            <a:pt x="78147" y="1238"/>
                          </a:cubicBezTo>
                          <a:cubicBezTo>
                            <a:pt x="77004" y="1143"/>
                            <a:pt x="75861" y="952"/>
                            <a:pt x="74718" y="857"/>
                          </a:cubicBezTo>
                          <a:cubicBezTo>
                            <a:pt x="73194" y="667"/>
                            <a:pt x="71766" y="571"/>
                            <a:pt x="70242" y="476"/>
                          </a:cubicBezTo>
                          <a:cubicBezTo>
                            <a:pt x="69099" y="381"/>
                            <a:pt x="68051" y="286"/>
                            <a:pt x="66908" y="286"/>
                          </a:cubicBezTo>
                          <a:cubicBezTo>
                            <a:pt x="65479" y="190"/>
                            <a:pt x="64050" y="95"/>
                            <a:pt x="62622" y="95"/>
                          </a:cubicBezTo>
                          <a:cubicBezTo>
                            <a:pt x="61574" y="95"/>
                            <a:pt x="60526" y="0"/>
                            <a:pt x="59478" y="0"/>
                          </a:cubicBezTo>
                          <a:cubicBezTo>
                            <a:pt x="58050" y="0"/>
                            <a:pt x="56716" y="0"/>
                            <a:pt x="55383" y="0"/>
                          </a:cubicBezTo>
                          <a:cubicBezTo>
                            <a:pt x="54335" y="0"/>
                            <a:pt x="53382" y="0"/>
                            <a:pt x="52335" y="95"/>
                          </a:cubicBezTo>
                          <a:cubicBezTo>
                            <a:pt x="52144" y="95"/>
                            <a:pt x="51954" y="95"/>
                            <a:pt x="51763" y="95"/>
                          </a:cubicBezTo>
                          <a:cubicBezTo>
                            <a:pt x="50906" y="95"/>
                            <a:pt x="50049" y="190"/>
                            <a:pt x="49191" y="286"/>
                          </a:cubicBezTo>
                          <a:cubicBezTo>
                            <a:pt x="48906" y="286"/>
                            <a:pt x="48620" y="286"/>
                            <a:pt x="48334" y="381"/>
                          </a:cubicBezTo>
                          <a:cubicBezTo>
                            <a:pt x="47382" y="476"/>
                            <a:pt x="46429" y="476"/>
                            <a:pt x="45572" y="571"/>
                          </a:cubicBezTo>
                          <a:cubicBezTo>
                            <a:pt x="45381" y="571"/>
                            <a:pt x="45286" y="571"/>
                            <a:pt x="45096" y="667"/>
                          </a:cubicBezTo>
                          <a:cubicBezTo>
                            <a:pt x="43953" y="762"/>
                            <a:pt x="42810" y="952"/>
                            <a:pt x="41667" y="1143"/>
                          </a:cubicBezTo>
                          <a:cubicBezTo>
                            <a:pt x="40809" y="1238"/>
                            <a:pt x="39952" y="1333"/>
                            <a:pt x="39190" y="1524"/>
                          </a:cubicBezTo>
                          <a:cubicBezTo>
                            <a:pt x="39000" y="1524"/>
                            <a:pt x="38809" y="1619"/>
                            <a:pt x="38619" y="1619"/>
                          </a:cubicBezTo>
                          <a:cubicBezTo>
                            <a:pt x="37380" y="1810"/>
                            <a:pt x="36237" y="2096"/>
                            <a:pt x="35094" y="2286"/>
                          </a:cubicBezTo>
                          <a:cubicBezTo>
                            <a:pt x="34428" y="2477"/>
                            <a:pt x="33761" y="2572"/>
                            <a:pt x="33094" y="2667"/>
                          </a:cubicBezTo>
                          <a:cubicBezTo>
                            <a:pt x="32999" y="2667"/>
                            <a:pt x="32904" y="2762"/>
                            <a:pt x="32713" y="2762"/>
                          </a:cubicBezTo>
                          <a:cubicBezTo>
                            <a:pt x="30903" y="3238"/>
                            <a:pt x="29189" y="3715"/>
                            <a:pt x="27474" y="4286"/>
                          </a:cubicBezTo>
                          <a:cubicBezTo>
                            <a:pt x="27474" y="4286"/>
                            <a:pt x="27474" y="4286"/>
                            <a:pt x="27474" y="4286"/>
                          </a:cubicBezTo>
                          <a:cubicBezTo>
                            <a:pt x="25855" y="4858"/>
                            <a:pt x="24331" y="5429"/>
                            <a:pt x="22807" y="6096"/>
                          </a:cubicBezTo>
                          <a:cubicBezTo>
                            <a:pt x="22521" y="6191"/>
                            <a:pt x="22331" y="6382"/>
                            <a:pt x="22045" y="6477"/>
                          </a:cubicBezTo>
                          <a:cubicBezTo>
                            <a:pt x="21855" y="6572"/>
                            <a:pt x="21664" y="6667"/>
                            <a:pt x="21474" y="6763"/>
                          </a:cubicBezTo>
                          <a:cubicBezTo>
                            <a:pt x="21474" y="6763"/>
                            <a:pt x="21378" y="6763"/>
                            <a:pt x="21378" y="6763"/>
                          </a:cubicBezTo>
                          <a:cubicBezTo>
                            <a:pt x="20426" y="7239"/>
                            <a:pt x="19473" y="7620"/>
                            <a:pt x="18616" y="8192"/>
                          </a:cubicBezTo>
                          <a:cubicBezTo>
                            <a:pt x="18235" y="8382"/>
                            <a:pt x="17854" y="8668"/>
                            <a:pt x="17473" y="8858"/>
                          </a:cubicBezTo>
                          <a:cubicBezTo>
                            <a:pt x="17378" y="8858"/>
                            <a:pt x="17283" y="8954"/>
                            <a:pt x="17187" y="9049"/>
                          </a:cubicBezTo>
                          <a:cubicBezTo>
                            <a:pt x="17187" y="9049"/>
                            <a:pt x="17092" y="9144"/>
                            <a:pt x="17092" y="9144"/>
                          </a:cubicBezTo>
                          <a:cubicBezTo>
                            <a:pt x="16330" y="9620"/>
                            <a:pt x="15568" y="10096"/>
                            <a:pt x="14806" y="10573"/>
                          </a:cubicBezTo>
                          <a:cubicBezTo>
                            <a:pt x="14330" y="10954"/>
                            <a:pt x="13854" y="11240"/>
                            <a:pt x="13377" y="11621"/>
                          </a:cubicBezTo>
                          <a:cubicBezTo>
                            <a:pt x="12711" y="12097"/>
                            <a:pt x="12139" y="12573"/>
                            <a:pt x="11472" y="13144"/>
                          </a:cubicBezTo>
                          <a:cubicBezTo>
                            <a:pt x="11377" y="13240"/>
                            <a:pt x="11187" y="13430"/>
                            <a:pt x="11091" y="13525"/>
                          </a:cubicBezTo>
                          <a:lnTo>
                            <a:pt x="11091" y="13525"/>
                          </a:lnTo>
                          <a:cubicBezTo>
                            <a:pt x="10806" y="13811"/>
                            <a:pt x="10425" y="14097"/>
                            <a:pt x="10139" y="14383"/>
                          </a:cubicBezTo>
                          <a:cubicBezTo>
                            <a:pt x="9567" y="14954"/>
                            <a:pt x="9091" y="15431"/>
                            <a:pt x="8520" y="16002"/>
                          </a:cubicBezTo>
                          <a:cubicBezTo>
                            <a:pt x="8234" y="16288"/>
                            <a:pt x="7948" y="16573"/>
                            <a:pt x="7758" y="16859"/>
                          </a:cubicBezTo>
                          <a:cubicBezTo>
                            <a:pt x="7662" y="16954"/>
                            <a:pt x="7472" y="17145"/>
                            <a:pt x="7377" y="17240"/>
                          </a:cubicBezTo>
                          <a:cubicBezTo>
                            <a:pt x="6900" y="17812"/>
                            <a:pt x="6424" y="18383"/>
                            <a:pt x="6043" y="19050"/>
                          </a:cubicBezTo>
                          <a:cubicBezTo>
                            <a:pt x="5853" y="19336"/>
                            <a:pt x="5662" y="19621"/>
                            <a:pt x="5472" y="19812"/>
                          </a:cubicBezTo>
                          <a:cubicBezTo>
                            <a:pt x="5376" y="20002"/>
                            <a:pt x="5186" y="20193"/>
                            <a:pt x="5091" y="20383"/>
                          </a:cubicBezTo>
                          <a:cubicBezTo>
                            <a:pt x="4710" y="21050"/>
                            <a:pt x="4329" y="21717"/>
                            <a:pt x="3948" y="22384"/>
                          </a:cubicBezTo>
                          <a:cubicBezTo>
                            <a:pt x="3662" y="22860"/>
                            <a:pt x="3471" y="23336"/>
                            <a:pt x="3186" y="23813"/>
                          </a:cubicBezTo>
                          <a:cubicBezTo>
                            <a:pt x="2900" y="24384"/>
                            <a:pt x="2709" y="25051"/>
                            <a:pt x="2424" y="25622"/>
                          </a:cubicBezTo>
                          <a:cubicBezTo>
                            <a:pt x="2233" y="26194"/>
                            <a:pt x="2043" y="26765"/>
                            <a:pt x="1852" y="27432"/>
                          </a:cubicBezTo>
                          <a:lnTo>
                            <a:pt x="1852" y="27432"/>
                          </a:lnTo>
                          <a:cubicBezTo>
                            <a:pt x="1757" y="27623"/>
                            <a:pt x="1662" y="27908"/>
                            <a:pt x="1662" y="28099"/>
                          </a:cubicBezTo>
                          <a:cubicBezTo>
                            <a:pt x="1566" y="28385"/>
                            <a:pt x="1471" y="28670"/>
                            <a:pt x="1376" y="28956"/>
                          </a:cubicBezTo>
                          <a:cubicBezTo>
                            <a:pt x="1185" y="29718"/>
                            <a:pt x="900" y="30480"/>
                            <a:pt x="709" y="31337"/>
                          </a:cubicBezTo>
                          <a:cubicBezTo>
                            <a:pt x="423" y="32861"/>
                            <a:pt x="233" y="34385"/>
                            <a:pt x="138" y="35909"/>
                          </a:cubicBezTo>
                          <a:cubicBezTo>
                            <a:pt x="138" y="35909"/>
                            <a:pt x="138" y="36004"/>
                            <a:pt x="138" y="36004"/>
                          </a:cubicBezTo>
                          <a:cubicBezTo>
                            <a:pt x="138" y="36481"/>
                            <a:pt x="138" y="37052"/>
                            <a:pt x="42" y="37529"/>
                          </a:cubicBezTo>
                          <a:cubicBezTo>
                            <a:pt x="42" y="38671"/>
                            <a:pt x="-53" y="39815"/>
                            <a:pt x="42" y="41053"/>
                          </a:cubicBezTo>
                          <a:cubicBezTo>
                            <a:pt x="42" y="42100"/>
                            <a:pt x="138" y="43148"/>
                            <a:pt x="233" y="44196"/>
                          </a:cubicBezTo>
                          <a:cubicBezTo>
                            <a:pt x="233" y="44672"/>
                            <a:pt x="328" y="45148"/>
                            <a:pt x="423" y="45625"/>
                          </a:cubicBezTo>
                          <a:cubicBezTo>
                            <a:pt x="519" y="46768"/>
                            <a:pt x="709" y="47911"/>
                            <a:pt x="995" y="49149"/>
                          </a:cubicBezTo>
                          <a:cubicBezTo>
                            <a:pt x="1090" y="49530"/>
                            <a:pt x="1185" y="50006"/>
                            <a:pt x="1281" y="50387"/>
                          </a:cubicBezTo>
                          <a:cubicBezTo>
                            <a:pt x="1281" y="50387"/>
                            <a:pt x="1281" y="50387"/>
                            <a:pt x="1281" y="50483"/>
                          </a:cubicBezTo>
                          <a:cubicBezTo>
                            <a:pt x="1566" y="51721"/>
                            <a:pt x="1852" y="52959"/>
                            <a:pt x="2138" y="54197"/>
                          </a:cubicBezTo>
                          <a:cubicBezTo>
                            <a:pt x="2233" y="54483"/>
                            <a:pt x="2328" y="54769"/>
                            <a:pt x="2328" y="55054"/>
                          </a:cubicBezTo>
                          <a:cubicBezTo>
                            <a:pt x="2709" y="56579"/>
                            <a:pt x="3281" y="58102"/>
                            <a:pt x="3757" y="59627"/>
                          </a:cubicBezTo>
                          <a:cubicBezTo>
                            <a:pt x="3852" y="59722"/>
                            <a:pt x="3852" y="59912"/>
                            <a:pt x="3948" y="60008"/>
                          </a:cubicBezTo>
                          <a:cubicBezTo>
                            <a:pt x="4043" y="60293"/>
                            <a:pt x="4138" y="60579"/>
                            <a:pt x="4233" y="60769"/>
                          </a:cubicBezTo>
                          <a:cubicBezTo>
                            <a:pt x="4805" y="62294"/>
                            <a:pt x="5376" y="63817"/>
                            <a:pt x="6043" y="65342"/>
                          </a:cubicBezTo>
                          <a:cubicBezTo>
                            <a:pt x="6043" y="65437"/>
                            <a:pt x="6138" y="65437"/>
                            <a:pt x="6138" y="65532"/>
                          </a:cubicBezTo>
                          <a:cubicBezTo>
                            <a:pt x="6805" y="67246"/>
                            <a:pt x="7567" y="68866"/>
                            <a:pt x="8424" y="70675"/>
                          </a:cubicBezTo>
                          <a:cubicBezTo>
                            <a:pt x="8520" y="70961"/>
                            <a:pt x="8710" y="71152"/>
                            <a:pt x="8805" y="71438"/>
                          </a:cubicBezTo>
                          <a:cubicBezTo>
                            <a:pt x="9377" y="72581"/>
                            <a:pt x="10044" y="73819"/>
                            <a:pt x="10615" y="74962"/>
                          </a:cubicBezTo>
                          <a:cubicBezTo>
                            <a:pt x="11091" y="75819"/>
                            <a:pt x="11472" y="76676"/>
                            <a:pt x="11949" y="77533"/>
                          </a:cubicBezTo>
                          <a:cubicBezTo>
                            <a:pt x="12520" y="78581"/>
                            <a:pt x="13092" y="79629"/>
                            <a:pt x="13758" y="80581"/>
                          </a:cubicBezTo>
                          <a:cubicBezTo>
                            <a:pt x="14235" y="81344"/>
                            <a:pt x="14711" y="82201"/>
                            <a:pt x="15187" y="82963"/>
                          </a:cubicBezTo>
                          <a:cubicBezTo>
                            <a:pt x="15187" y="82963"/>
                            <a:pt x="15282" y="83058"/>
                            <a:pt x="15282" y="83058"/>
                          </a:cubicBezTo>
                          <a:cubicBezTo>
                            <a:pt x="15949" y="84201"/>
                            <a:pt x="16711" y="85249"/>
                            <a:pt x="17378" y="86392"/>
                          </a:cubicBezTo>
                          <a:cubicBezTo>
                            <a:pt x="17664" y="86868"/>
                            <a:pt x="17949" y="87344"/>
                            <a:pt x="18235" y="87821"/>
                          </a:cubicBezTo>
                          <a:cubicBezTo>
                            <a:pt x="18426" y="88202"/>
                            <a:pt x="18616" y="88487"/>
                            <a:pt x="18902" y="88868"/>
                          </a:cubicBezTo>
                          <a:cubicBezTo>
                            <a:pt x="19759" y="90202"/>
                            <a:pt x="20712" y="91535"/>
                            <a:pt x="21664" y="92964"/>
                          </a:cubicBezTo>
                          <a:cubicBezTo>
                            <a:pt x="22045" y="93536"/>
                            <a:pt x="22426" y="94107"/>
                            <a:pt x="22902" y="94679"/>
                          </a:cubicBezTo>
                          <a:cubicBezTo>
                            <a:pt x="24331" y="96583"/>
                            <a:pt x="25760" y="98584"/>
                            <a:pt x="27284" y="100489"/>
                          </a:cubicBezTo>
                          <a:cubicBezTo>
                            <a:pt x="27665" y="100965"/>
                            <a:pt x="28046" y="101441"/>
                            <a:pt x="28427" y="101917"/>
                          </a:cubicBezTo>
                          <a:cubicBezTo>
                            <a:pt x="28617" y="102108"/>
                            <a:pt x="28808" y="102394"/>
                            <a:pt x="28998" y="102584"/>
                          </a:cubicBezTo>
                          <a:cubicBezTo>
                            <a:pt x="30046" y="103918"/>
                            <a:pt x="30999" y="105156"/>
                            <a:pt x="32142" y="106490"/>
                          </a:cubicBezTo>
                          <a:cubicBezTo>
                            <a:pt x="32808" y="107347"/>
                            <a:pt x="33570" y="108204"/>
                            <a:pt x="34237" y="108966"/>
                          </a:cubicBezTo>
                          <a:cubicBezTo>
                            <a:pt x="35190" y="110204"/>
                            <a:pt x="36237" y="111347"/>
                            <a:pt x="37285" y="112586"/>
                          </a:cubicBezTo>
                          <a:cubicBezTo>
                            <a:pt x="38047" y="113443"/>
                            <a:pt x="38904" y="114395"/>
                            <a:pt x="39666" y="115252"/>
                          </a:cubicBezTo>
                          <a:cubicBezTo>
                            <a:pt x="40714" y="116396"/>
                            <a:pt x="41762" y="117538"/>
                            <a:pt x="42810" y="118777"/>
                          </a:cubicBezTo>
                          <a:cubicBezTo>
                            <a:pt x="43095" y="119158"/>
                            <a:pt x="43476" y="119444"/>
                            <a:pt x="43762" y="119825"/>
                          </a:cubicBezTo>
                          <a:cubicBezTo>
                            <a:pt x="43857" y="119920"/>
                            <a:pt x="43953" y="120015"/>
                            <a:pt x="44048" y="120110"/>
                          </a:cubicBezTo>
                          <a:cubicBezTo>
                            <a:pt x="44524" y="120586"/>
                            <a:pt x="45000" y="121063"/>
                            <a:pt x="45381" y="121539"/>
                          </a:cubicBezTo>
                          <a:cubicBezTo>
                            <a:pt x="45381" y="121539"/>
                            <a:pt x="45381" y="121539"/>
                            <a:pt x="45381" y="121539"/>
                          </a:cubicBezTo>
                          <a:cubicBezTo>
                            <a:pt x="46429" y="122682"/>
                            <a:pt x="47572" y="123825"/>
                            <a:pt x="48715" y="125063"/>
                          </a:cubicBezTo>
                          <a:cubicBezTo>
                            <a:pt x="49668" y="126016"/>
                            <a:pt x="50525" y="126968"/>
                            <a:pt x="51477" y="127825"/>
                          </a:cubicBezTo>
                          <a:cubicBezTo>
                            <a:pt x="52620" y="128969"/>
                            <a:pt x="53763" y="130111"/>
                            <a:pt x="55002" y="131350"/>
                          </a:cubicBezTo>
                          <a:cubicBezTo>
                            <a:pt x="55287" y="131636"/>
                            <a:pt x="55478" y="131826"/>
                            <a:pt x="55764" y="132112"/>
                          </a:cubicBezTo>
                          <a:cubicBezTo>
                            <a:pt x="56430" y="132779"/>
                            <a:pt x="57192" y="133540"/>
                            <a:pt x="57954" y="134207"/>
                          </a:cubicBezTo>
                          <a:cubicBezTo>
                            <a:pt x="59193" y="135350"/>
                            <a:pt x="60431" y="136588"/>
                            <a:pt x="61669" y="137731"/>
                          </a:cubicBezTo>
                          <a:cubicBezTo>
                            <a:pt x="61955" y="138017"/>
                            <a:pt x="62145" y="138208"/>
                            <a:pt x="62431" y="138494"/>
                          </a:cubicBezTo>
                          <a:cubicBezTo>
                            <a:pt x="63098" y="139160"/>
                            <a:pt x="63860" y="139827"/>
                            <a:pt x="64527" y="140494"/>
                          </a:cubicBezTo>
                          <a:cubicBezTo>
                            <a:pt x="64527" y="140494"/>
                            <a:pt x="64622" y="140589"/>
                            <a:pt x="64622" y="140589"/>
                          </a:cubicBezTo>
                          <a:cubicBezTo>
                            <a:pt x="65955" y="141827"/>
                            <a:pt x="67289" y="143065"/>
                            <a:pt x="68718" y="144209"/>
                          </a:cubicBezTo>
                          <a:cubicBezTo>
                            <a:pt x="69765" y="145066"/>
                            <a:pt x="70718" y="146018"/>
                            <a:pt x="71766" y="146875"/>
                          </a:cubicBezTo>
                          <a:cubicBezTo>
                            <a:pt x="73194" y="148114"/>
                            <a:pt x="74718" y="149447"/>
                            <a:pt x="76242" y="150686"/>
                          </a:cubicBezTo>
                          <a:cubicBezTo>
                            <a:pt x="77195" y="151543"/>
                            <a:pt x="78243" y="152400"/>
                            <a:pt x="79290" y="153257"/>
                          </a:cubicBezTo>
                          <a:cubicBezTo>
                            <a:pt x="81005" y="154686"/>
                            <a:pt x="82719" y="156019"/>
                            <a:pt x="84434" y="157448"/>
                          </a:cubicBezTo>
                          <a:cubicBezTo>
                            <a:pt x="84720" y="157639"/>
                            <a:pt x="85005" y="157925"/>
                            <a:pt x="85291" y="158115"/>
                          </a:cubicBezTo>
                          <a:cubicBezTo>
                            <a:pt x="85863" y="158591"/>
                            <a:pt x="86434" y="159067"/>
                            <a:pt x="87101" y="159544"/>
                          </a:cubicBezTo>
                          <a:cubicBezTo>
                            <a:pt x="89673" y="161639"/>
                            <a:pt x="92340" y="163735"/>
                            <a:pt x="95007" y="165830"/>
                          </a:cubicBezTo>
                          <a:cubicBezTo>
                            <a:pt x="95102" y="165830"/>
                            <a:pt x="95102" y="165925"/>
                            <a:pt x="95197" y="165925"/>
                          </a:cubicBezTo>
                          <a:cubicBezTo>
                            <a:pt x="99960" y="169545"/>
                            <a:pt x="104817" y="173165"/>
                            <a:pt x="109675" y="176594"/>
                          </a:cubicBezTo>
                          <a:cubicBezTo>
                            <a:pt x="109961" y="176784"/>
                            <a:pt x="110151" y="176975"/>
                            <a:pt x="110437" y="177165"/>
                          </a:cubicBezTo>
                          <a:cubicBezTo>
                            <a:pt x="110913" y="177546"/>
                            <a:pt x="111390" y="177832"/>
                            <a:pt x="111866" y="178213"/>
                          </a:cubicBezTo>
                          <a:cubicBezTo>
                            <a:pt x="112247" y="178498"/>
                            <a:pt x="112533" y="178689"/>
                            <a:pt x="112914" y="178879"/>
                          </a:cubicBezTo>
                          <a:cubicBezTo>
                            <a:pt x="117486" y="182118"/>
                            <a:pt x="122058" y="185261"/>
                            <a:pt x="126725" y="188309"/>
                          </a:cubicBezTo>
                          <a:cubicBezTo>
                            <a:pt x="127487" y="188786"/>
                            <a:pt x="128154" y="189262"/>
                            <a:pt x="128916" y="189738"/>
                          </a:cubicBezTo>
                          <a:cubicBezTo>
                            <a:pt x="129106" y="189929"/>
                            <a:pt x="129392" y="190024"/>
                            <a:pt x="129582" y="190214"/>
                          </a:cubicBezTo>
                          <a:cubicBezTo>
                            <a:pt x="132440" y="192119"/>
                            <a:pt x="135297" y="193834"/>
                            <a:pt x="138250" y="195644"/>
                          </a:cubicBezTo>
                          <a:cubicBezTo>
                            <a:pt x="139393" y="196406"/>
                            <a:pt x="140631" y="197167"/>
                            <a:pt x="141774" y="197834"/>
                          </a:cubicBezTo>
                          <a:cubicBezTo>
                            <a:pt x="142441" y="198215"/>
                            <a:pt x="143013" y="198692"/>
                            <a:pt x="143679" y="199073"/>
                          </a:cubicBezTo>
                          <a:cubicBezTo>
                            <a:pt x="144537" y="199549"/>
                            <a:pt x="145299" y="200120"/>
                            <a:pt x="146156" y="200596"/>
                          </a:cubicBezTo>
                          <a:cubicBezTo>
                            <a:pt x="146632" y="200882"/>
                            <a:pt x="147108" y="201168"/>
                            <a:pt x="147680" y="201454"/>
                          </a:cubicBezTo>
                          <a:cubicBezTo>
                            <a:pt x="151204" y="203549"/>
                            <a:pt x="154824" y="205645"/>
                            <a:pt x="158348" y="207740"/>
                          </a:cubicBezTo>
                          <a:cubicBezTo>
                            <a:pt x="159300" y="208312"/>
                            <a:pt x="160158" y="208883"/>
                            <a:pt x="161110" y="209360"/>
                          </a:cubicBezTo>
                          <a:cubicBezTo>
                            <a:pt x="161872" y="209836"/>
                            <a:pt x="162729" y="210217"/>
                            <a:pt x="163491" y="210693"/>
                          </a:cubicBezTo>
                          <a:cubicBezTo>
                            <a:pt x="163587" y="210693"/>
                            <a:pt x="163587" y="210788"/>
                            <a:pt x="163682" y="210788"/>
                          </a:cubicBezTo>
                          <a:cubicBezTo>
                            <a:pt x="163968" y="210884"/>
                            <a:pt x="164158" y="211074"/>
                            <a:pt x="164444" y="211169"/>
                          </a:cubicBezTo>
                          <a:cubicBezTo>
                            <a:pt x="169111" y="213741"/>
                            <a:pt x="173778" y="216313"/>
                            <a:pt x="178541" y="218789"/>
                          </a:cubicBezTo>
                          <a:cubicBezTo>
                            <a:pt x="178636" y="218885"/>
                            <a:pt x="178731" y="218885"/>
                            <a:pt x="178827" y="218980"/>
                          </a:cubicBezTo>
                          <a:cubicBezTo>
                            <a:pt x="179493" y="219265"/>
                            <a:pt x="180065" y="219646"/>
                            <a:pt x="180732" y="219932"/>
                          </a:cubicBezTo>
                          <a:cubicBezTo>
                            <a:pt x="181017" y="220027"/>
                            <a:pt x="181208" y="220218"/>
                            <a:pt x="181494" y="220313"/>
                          </a:cubicBezTo>
                          <a:cubicBezTo>
                            <a:pt x="182732" y="220980"/>
                            <a:pt x="183875" y="221552"/>
                            <a:pt x="185113" y="222123"/>
                          </a:cubicBezTo>
                          <a:cubicBezTo>
                            <a:pt x="188637" y="223933"/>
                            <a:pt x="192162" y="225647"/>
                            <a:pt x="195591" y="227362"/>
                          </a:cubicBezTo>
                          <a:cubicBezTo>
                            <a:pt x="195876" y="227552"/>
                            <a:pt x="196257" y="227648"/>
                            <a:pt x="196543" y="227838"/>
                          </a:cubicBezTo>
                          <a:cubicBezTo>
                            <a:pt x="196829" y="227933"/>
                            <a:pt x="197019" y="228029"/>
                            <a:pt x="197305" y="228219"/>
                          </a:cubicBezTo>
                          <a:cubicBezTo>
                            <a:pt x="199305" y="229171"/>
                            <a:pt x="201401" y="230029"/>
                            <a:pt x="203401" y="230981"/>
                          </a:cubicBezTo>
                          <a:cubicBezTo>
                            <a:pt x="206449" y="232410"/>
                            <a:pt x="209497" y="233839"/>
                            <a:pt x="212545" y="235172"/>
                          </a:cubicBezTo>
                          <a:cubicBezTo>
                            <a:pt x="212736" y="235267"/>
                            <a:pt x="212926" y="235363"/>
                            <a:pt x="213212" y="235458"/>
                          </a:cubicBezTo>
                          <a:cubicBezTo>
                            <a:pt x="213593" y="235648"/>
                            <a:pt x="213879" y="235744"/>
                            <a:pt x="214260" y="235934"/>
                          </a:cubicBezTo>
                          <a:cubicBezTo>
                            <a:pt x="214545" y="236029"/>
                            <a:pt x="214736" y="236125"/>
                            <a:pt x="215022" y="236220"/>
                          </a:cubicBezTo>
                          <a:cubicBezTo>
                            <a:pt x="216831" y="236982"/>
                            <a:pt x="218736" y="237744"/>
                            <a:pt x="220546" y="238506"/>
                          </a:cubicBezTo>
                          <a:cubicBezTo>
                            <a:pt x="223594" y="239744"/>
                            <a:pt x="226737" y="241078"/>
                            <a:pt x="229785" y="242221"/>
                          </a:cubicBezTo>
                          <a:cubicBezTo>
                            <a:pt x="231024" y="242697"/>
                            <a:pt x="232167" y="243173"/>
                            <a:pt x="233405" y="243650"/>
                          </a:cubicBezTo>
                          <a:cubicBezTo>
                            <a:pt x="236929" y="244983"/>
                            <a:pt x="240358" y="246221"/>
                            <a:pt x="243787" y="247460"/>
                          </a:cubicBezTo>
                          <a:cubicBezTo>
                            <a:pt x="244835" y="247840"/>
                            <a:pt x="245883" y="248221"/>
                            <a:pt x="246930" y="248507"/>
                          </a:cubicBezTo>
                          <a:cubicBezTo>
                            <a:pt x="249026" y="249269"/>
                            <a:pt x="251121" y="249936"/>
                            <a:pt x="253122" y="250603"/>
                          </a:cubicBezTo>
                          <a:cubicBezTo>
                            <a:pt x="253407" y="250698"/>
                            <a:pt x="253788" y="250793"/>
                            <a:pt x="254074" y="250888"/>
                          </a:cubicBezTo>
                          <a:cubicBezTo>
                            <a:pt x="255693" y="251365"/>
                            <a:pt x="257217" y="251936"/>
                            <a:pt x="258741" y="252413"/>
                          </a:cubicBezTo>
                          <a:cubicBezTo>
                            <a:pt x="259503" y="252698"/>
                            <a:pt x="260361" y="252889"/>
                            <a:pt x="261123" y="253175"/>
                          </a:cubicBezTo>
                          <a:cubicBezTo>
                            <a:pt x="262647" y="253651"/>
                            <a:pt x="264171" y="254032"/>
                            <a:pt x="265695" y="254508"/>
                          </a:cubicBezTo>
                          <a:cubicBezTo>
                            <a:pt x="267123" y="254889"/>
                            <a:pt x="268647" y="255365"/>
                            <a:pt x="270076" y="255746"/>
                          </a:cubicBezTo>
                          <a:cubicBezTo>
                            <a:pt x="271505" y="256127"/>
                            <a:pt x="272934" y="256508"/>
                            <a:pt x="274362" y="256889"/>
                          </a:cubicBezTo>
                          <a:cubicBezTo>
                            <a:pt x="274362" y="256889"/>
                            <a:pt x="274458" y="256889"/>
                            <a:pt x="274458" y="256889"/>
                          </a:cubicBezTo>
                          <a:cubicBezTo>
                            <a:pt x="275886" y="257270"/>
                            <a:pt x="277220" y="257651"/>
                            <a:pt x="278649" y="257937"/>
                          </a:cubicBezTo>
                          <a:cubicBezTo>
                            <a:pt x="280077" y="258318"/>
                            <a:pt x="281411" y="258604"/>
                            <a:pt x="282840" y="258890"/>
                          </a:cubicBezTo>
                          <a:cubicBezTo>
                            <a:pt x="283792" y="259080"/>
                            <a:pt x="284649" y="259271"/>
                            <a:pt x="285602" y="259556"/>
                          </a:cubicBezTo>
                          <a:cubicBezTo>
                            <a:pt x="286078" y="259652"/>
                            <a:pt x="286554" y="259747"/>
                            <a:pt x="287031" y="259842"/>
                          </a:cubicBezTo>
                          <a:cubicBezTo>
                            <a:pt x="288459" y="260128"/>
                            <a:pt x="289793" y="260413"/>
                            <a:pt x="291126" y="260699"/>
                          </a:cubicBezTo>
                          <a:cubicBezTo>
                            <a:pt x="292460" y="260985"/>
                            <a:pt x="293889" y="261271"/>
                            <a:pt x="295222" y="261461"/>
                          </a:cubicBezTo>
                          <a:cubicBezTo>
                            <a:pt x="296746" y="261747"/>
                            <a:pt x="298270" y="262033"/>
                            <a:pt x="299794" y="262223"/>
                          </a:cubicBezTo>
                          <a:cubicBezTo>
                            <a:pt x="301604" y="262509"/>
                            <a:pt x="303509" y="262795"/>
                            <a:pt x="305319" y="263081"/>
                          </a:cubicBezTo>
                          <a:cubicBezTo>
                            <a:pt x="305604" y="263081"/>
                            <a:pt x="305795" y="263176"/>
                            <a:pt x="306081" y="263176"/>
                          </a:cubicBezTo>
                          <a:cubicBezTo>
                            <a:pt x="307414" y="263366"/>
                            <a:pt x="308652" y="263557"/>
                            <a:pt x="309986" y="263747"/>
                          </a:cubicBezTo>
                          <a:cubicBezTo>
                            <a:pt x="309986" y="263747"/>
                            <a:pt x="309986" y="263747"/>
                            <a:pt x="309986" y="263747"/>
                          </a:cubicBezTo>
                          <a:cubicBezTo>
                            <a:pt x="310367" y="263842"/>
                            <a:pt x="310748" y="263842"/>
                            <a:pt x="311224" y="263842"/>
                          </a:cubicBezTo>
                          <a:cubicBezTo>
                            <a:pt x="313034" y="264033"/>
                            <a:pt x="314939" y="264223"/>
                            <a:pt x="316749" y="264414"/>
                          </a:cubicBezTo>
                          <a:cubicBezTo>
                            <a:pt x="317415" y="264509"/>
                            <a:pt x="317987" y="264509"/>
                            <a:pt x="318654" y="264605"/>
                          </a:cubicBezTo>
                          <a:cubicBezTo>
                            <a:pt x="318654" y="264605"/>
                            <a:pt x="318654" y="264605"/>
                            <a:pt x="318654" y="264605"/>
                          </a:cubicBezTo>
                          <a:cubicBezTo>
                            <a:pt x="320273" y="264700"/>
                            <a:pt x="321797" y="264795"/>
                            <a:pt x="323321" y="264890"/>
                          </a:cubicBezTo>
                          <a:cubicBezTo>
                            <a:pt x="323321" y="264890"/>
                            <a:pt x="323321" y="264890"/>
                            <a:pt x="323321" y="264890"/>
                          </a:cubicBezTo>
                          <a:cubicBezTo>
                            <a:pt x="324083" y="264890"/>
                            <a:pt x="324845" y="264986"/>
                            <a:pt x="325607" y="264986"/>
                          </a:cubicBezTo>
                          <a:cubicBezTo>
                            <a:pt x="325702" y="264986"/>
                            <a:pt x="325702" y="264986"/>
                            <a:pt x="325797" y="264986"/>
                          </a:cubicBezTo>
                          <a:cubicBezTo>
                            <a:pt x="327417" y="265081"/>
                            <a:pt x="329036" y="265081"/>
                            <a:pt x="330560" y="265081"/>
                          </a:cubicBezTo>
                          <a:cubicBezTo>
                            <a:pt x="331036" y="265081"/>
                            <a:pt x="331608" y="265081"/>
                            <a:pt x="332084" y="265081"/>
                          </a:cubicBezTo>
                          <a:cubicBezTo>
                            <a:pt x="334084" y="265081"/>
                            <a:pt x="336084" y="264986"/>
                            <a:pt x="337989" y="264890"/>
                          </a:cubicBezTo>
                          <a:cubicBezTo>
                            <a:pt x="338561" y="264890"/>
                            <a:pt x="339132" y="264795"/>
                            <a:pt x="339704" y="264795"/>
                          </a:cubicBezTo>
                          <a:cubicBezTo>
                            <a:pt x="339704" y="264795"/>
                            <a:pt x="339799" y="264795"/>
                            <a:pt x="339799" y="264795"/>
                          </a:cubicBezTo>
                          <a:cubicBezTo>
                            <a:pt x="341323" y="264700"/>
                            <a:pt x="342752" y="264605"/>
                            <a:pt x="344181" y="264414"/>
                          </a:cubicBezTo>
                          <a:lnTo>
                            <a:pt x="344181" y="264414"/>
                          </a:lnTo>
                          <a:cubicBezTo>
                            <a:pt x="344847" y="264319"/>
                            <a:pt x="345514" y="264223"/>
                            <a:pt x="346181" y="264223"/>
                          </a:cubicBezTo>
                          <a:cubicBezTo>
                            <a:pt x="346181" y="264223"/>
                            <a:pt x="346181" y="264223"/>
                            <a:pt x="346181" y="264223"/>
                          </a:cubicBezTo>
                          <a:cubicBezTo>
                            <a:pt x="347419" y="264033"/>
                            <a:pt x="348657" y="263938"/>
                            <a:pt x="349896" y="263652"/>
                          </a:cubicBezTo>
                          <a:cubicBezTo>
                            <a:pt x="350277" y="263557"/>
                            <a:pt x="350658" y="263557"/>
                            <a:pt x="351039" y="263461"/>
                          </a:cubicBezTo>
                          <a:cubicBezTo>
                            <a:pt x="353039" y="263081"/>
                            <a:pt x="354944" y="262700"/>
                            <a:pt x="356754" y="262223"/>
                          </a:cubicBezTo>
                          <a:cubicBezTo>
                            <a:pt x="358563" y="261747"/>
                            <a:pt x="360373" y="261271"/>
                            <a:pt x="362088" y="260699"/>
                          </a:cubicBezTo>
                          <a:cubicBezTo>
                            <a:pt x="363707" y="260128"/>
                            <a:pt x="365231" y="259556"/>
                            <a:pt x="366660" y="258890"/>
                          </a:cubicBezTo>
                          <a:cubicBezTo>
                            <a:pt x="367041" y="258699"/>
                            <a:pt x="367422" y="258509"/>
                            <a:pt x="367898" y="258318"/>
                          </a:cubicBezTo>
                          <a:cubicBezTo>
                            <a:pt x="368184" y="258223"/>
                            <a:pt x="368374" y="258032"/>
                            <a:pt x="368565" y="257937"/>
                          </a:cubicBezTo>
                          <a:cubicBezTo>
                            <a:pt x="369327" y="257556"/>
                            <a:pt x="370184" y="257175"/>
                            <a:pt x="370946" y="256794"/>
                          </a:cubicBezTo>
                          <a:cubicBezTo>
                            <a:pt x="371327" y="256604"/>
                            <a:pt x="371708" y="256413"/>
                            <a:pt x="372089" y="256127"/>
                          </a:cubicBezTo>
                          <a:cubicBezTo>
                            <a:pt x="372470" y="255937"/>
                            <a:pt x="372851" y="255651"/>
                            <a:pt x="373232" y="255365"/>
                          </a:cubicBezTo>
                          <a:cubicBezTo>
                            <a:pt x="373899" y="254984"/>
                            <a:pt x="374565" y="254508"/>
                            <a:pt x="375232" y="254127"/>
                          </a:cubicBezTo>
                          <a:cubicBezTo>
                            <a:pt x="375423" y="254032"/>
                            <a:pt x="375518" y="253936"/>
                            <a:pt x="375708" y="253841"/>
                          </a:cubicBezTo>
                          <a:cubicBezTo>
                            <a:pt x="376185" y="253460"/>
                            <a:pt x="376661" y="253079"/>
                            <a:pt x="377137" y="252698"/>
                          </a:cubicBezTo>
                          <a:cubicBezTo>
                            <a:pt x="377804" y="252127"/>
                            <a:pt x="378471" y="251650"/>
                            <a:pt x="379042" y="251079"/>
                          </a:cubicBezTo>
                          <a:cubicBezTo>
                            <a:pt x="379042" y="251079"/>
                            <a:pt x="379137" y="250984"/>
                            <a:pt x="379137" y="250984"/>
                          </a:cubicBezTo>
                          <a:cubicBezTo>
                            <a:pt x="379614" y="250603"/>
                            <a:pt x="379995" y="250127"/>
                            <a:pt x="380376" y="249650"/>
                          </a:cubicBezTo>
                          <a:cubicBezTo>
                            <a:pt x="380566" y="249460"/>
                            <a:pt x="380757" y="249269"/>
                            <a:pt x="380947" y="249079"/>
                          </a:cubicBezTo>
                          <a:cubicBezTo>
                            <a:pt x="381233" y="248793"/>
                            <a:pt x="381519" y="248507"/>
                            <a:pt x="381804" y="248221"/>
                          </a:cubicBezTo>
                          <a:cubicBezTo>
                            <a:pt x="381995" y="248031"/>
                            <a:pt x="382185" y="247840"/>
                            <a:pt x="382281" y="247650"/>
                          </a:cubicBezTo>
                          <a:cubicBezTo>
                            <a:pt x="382566" y="247269"/>
                            <a:pt x="382852" y="246888"/>
                            <a:pt x="383138" y="246507"/>
                          </a:cubicBezTo>
                          <a:cubicBezTo>
                            <a:pt x="383519" y="246031"/>
                            <a:pt x="383900" y="245459"/>
                            <a:pt x="384281" y="244983"/>
                          </a:cubicBezTo>
                          <a:cubicBezTo>
                            <a:pt x="384376" y="244792"/>
                            <a:pt x="384471" y="244697"/>
                            <a:pt x="384567" y="244507"/>
                          </a:cubicBezTo>
                          <a:cubicBezTo>
                            <a:pt x="384852" y="244031"/>
                            <a:pt x="385138" y="243554"/>
                            <a:pt x="385424" y="242983"/>
                          </a:cubicBezTo>
                          <a:cubicBezTo>
                            <a:pt x="385519" y="242792"/>
                            <a:pt x="385614" y="242697"/>
                            <a:pt x="385710" y="242506"/>
                          </a:cubicBezTo>
                          <a:cubicBezTo>
                            <a:pt x="385995" y="242030"/>
                            <a:pt x="386281" y="241459"/>
                            <a:pt x="386472" y="240983"/>
                          </a:cubicBezTo>
                          <a:cubicBezTo>
                            <a:pt x="386757" y="240411"/>
                            <a:pt x="386948" y="239744"/>
                            <a:pt x="387234" y="239173"/>
                          </a:cubicBezTo>
                          <a:cubicBezTo>
                            <a:pt x="387329" y="238982"/>
                            <a:pt x="387329" y="238792"/>
                            <a:pt x="387424" y="238601"/>
                          </a:cubicBezTo>
                          <a:lnTo>
                            <a:pt x="387424" y="238601"/>
                          </a:lnTo>
                          <a:cubicBezTo>
                            <a:pt x="387424" y="238506"/>
                            <a:pt x="387519" y="238411"/>
                            <a:pt x="387519" y="238315"/>
                          </a:cubicBezTo>
                          <a:cubicBezTo>
                            <a:pt x="387710" y="237935"/>
                            <a:pt x="387805" y="237458"/>
                            <a:pt x="387996" y="237077"/>
                          </a:cubicBezTo>
                          <a:cubicBezTo>
                            <a:pt x="388377" y="235934"/>
                            <a:pt x="388662" y="234696"/>
                            <a:pt x="388948" y="233458"/>
                          </a:cubicBezTo>
                          <a:cubicBezTo>
                            <a:pt x="389043" y="232886"/>
                            <a:pt x="389043" y="232410"/>
                            <a:pt x="389139" y="231838"/>
                          </a:cubicBezTo>
                          <a:cubicBezTo>
                            <a:pt x="389234" y="231077"/>
                            <a:pt x="389424" y="230315"/>
                            <a:pt x="389424" y="229552"/>
                          </a:cubicBezTo>
                          <a:cubicBezTo>
                            <a:pt x="389424" y="229362"/>
                            <a:pt x="389520" y="229171"/>
                            <a:pt x="389520" y="228981"/>
                          </a:cubicBezTo>
                          <a:cubicBezTo>
                            <a:pt x="389520" y="228505"/>
                            <a:pt x="389520" y="227933"/>
                            <a:pt x="389615" y="227362"/>
                          </a:cubicBezTo>
                          <a:cubicBezTo>
                            <a:pt x="389615" y="227171"/>
                            <a:pt x="389615" y="226981"/>
                            <a:pt x="389615" y="226886"/>
                          </a:cubicBezTo>
                          <a:cubicBezTo>
                            <a:pt x="389615" y="226409"/>
                            <a:pt x="389615" y="225838"/>
                            <a:pt x="389615" y="225361"/>
                          </a:cubicBezTo>
                          <a:cubicBezTo>
                            <a:pt x="389615" y="225076"/>
                            <a:pt x="389615" y="224695"/>
                            <a:pt x="389615" y="224409"/>
                          </a:cubicBezTo>
                          <a:cubicBezTo>
                            <a:pt x="389615" y="224314"/>
                            <a:pt x="389615" y="224314"/>
                            <a:pt x="389615" y="224219"/>
                          </a:cubicBezTo>
                          <a:cubicBezTo>
                            <a:pt x="389615" y="222980"/>
                            <a:pt x="389520" y="221742"/>
                            <a:pt x="389329" y="220409"/>
                          </a:cubicBezTo>
                          <a:cubicBezTo>
                            <a:pt x="389329" y="220218"/>
                            <a:pt x="389329" y="220027"/>
                            <a:pt x="389234" y="219837"/>
                          </a:cubicBezTo>
                          <a:cubicBezTo>
                            <a:pt x="389139" y="219170"/>
                            <a:pt x="389043" y="218408"/>
                            <a:pt x="388948" y="217646"/>
                          </a:cubicBezTo>
                          <a:cubicBezTo>
                            <a:pt x="388948" y="217646"/>
                            <a:pt x="388948" y="217551"/>
                            <a:pt x="388948" y="217551"/>
                          </a:cubicBezTo>
                          <a:cubicBezTo>
                            <a:pt x="388853" y="216884"/>
                            <a:pt x="388662" y="216122"/>
                            <a:pt x="388567" y="215360"/>
                          </a:cubicBezTo>
                          <a:cubicBezTo>
                            <a:pt x="388472" y="214789"/>
                            <a:pt x="388377" y="214313"/>
                            <a:pt x="388281" y="213741"/>
                          </a:cubicBezTo>
                          <a:cubicBezTo>
                            <a:pt x="388281" y="213741"/>
                            <a:pt x="388281" y="213741"/>
                            <a:pt x="388281" y="213741"/>
                          </a:cubicBezTo>
                          <a:cubicBezTo>
                            <a:pt x="387996" y="212598"/>
                            <a:pt x="387805" y="211360"/>
                            <a:pt x="387424" y="210217"/>
                          </a:cubicBezTo>
                          <a:cubicBezTo>
                            <a:pt x="387424" y="210217"/>
                            <a:pt x="387424" y="210217"/>
                            <a:pt x="387424" y="210121"/>
                          </a:cubicBezTo>
                          <a:cubicBezTo>
                            <a:pt x="387424" y="210121"/>
                            <a:pt x="387424" y="210026"/>
                            <a:pt x="387424" y="210026"/>
                          </a:cubicBezTo>
                          <a:cubicBezTo>
                            <a:pt x="386948" y="208407"/>
                            <a:pt x="386376" y="206692"/>
                            <a:pt x="385805" y="205073"/>
                          </a:cubicBezTo>
                          <a:cubicBezTo>
                            <a:pt x="385710" y="204788"/>
                            <a:pt x="385614" y="204502"/>
                            <a:pt x="385519" y="204216"/>
                          </a:cubicBezTo>
                          <a:cubicBezTo>
                            <a:pt x="385519" y="204216"/>
                            <a:pt x="385519" y="204216"/>
                            <a:pt x="385519" y="204121"/>
                          </a:cubicBezTo>
                          <a:cubicBezTo>
                            <a:pt x="384948" y="202597"/>
                            <a:pt x="384376" y="201073"/>
                            <a:pt x="383709" y="199454"/>
                          </a:cubicBezTo>
                          <a:cubicBezTo>
                            <a:pt x="383709" y="199454"/>
                            <a:pt x="383709" y="199454"/>
                            <a:pt x="383709" y="199454"/>
                          </a:cubicBezTo>
                          <a:cubicBezTo>
                            <a:pt x="383138" y="198025"/>
                            <a:pt x="382376" y="196501"/>
                            <a:pt x="381709" y="194977"/>
                          </a:cubicBezTo>
                          <a:cubicBezTo>
                            <a:pt x="381614" y="194691"/>
                            <a:pt x="381423" y="194405"/>
                            <a:pt x="381328" y="194119"/>
                          </a:cubicBezTo>
                          <a:cubicBezTo>
                            <a:pt x="380757" y="193929"/>
                            <a:pt x="380566" y="193643"/>
                            <a:pt x="380471" y="193358"/>
                          </a:cubicBezTo>
                          <a:close/>
                          <a:moveTo>
                            <a:pt x="353229" y="168116"/>
                          </a:moveTo>
                          <a:cubicBezTo>
                            <a:pt x="355420" y="171260"/>
                            <a:pt x="357516" y="174403"/>
                            <a:pt x="359421" y="177451"/>
                          </a:cubicBezTo>
                          <a:cubicBezTo>
                            <a:pt x="361040" y="180118"/>
                            <a:pt x="362564" y="182785"/>
                            <a:pt x="363897" y="185356"/>
                          </a:cubicBezTo>
                          <a:cubicBezTo>
                            <a:pt x="363993" y="185547"/>
                            <a:pt x="364088" y="185738"/>
                            <a:pt x="364183" y="185928"/>
                          </a:cubicBezTo>
                          <a:cubicBezTo>
                            <a:pt x="364278" y="186023"/>
                            <a:pt x="364374" y="186214"/>
                            <a:pt x="364374" y="186309"/>
                          </a:cubicBezTo>
                          <a:cubicBezTo>
                            <a:pt x="364564" y="186690"/>
                            <a:pt x="364755" y="187071"/>
                            <a:pt x="364945" y="187357"/>
                          </a:cubicBezTo>
                          <a:cubicBezTo>
                            <a:pt x="365517" y="188500"/>
                            <a:pt x="366088" y="189643"/>
                            <a:pt x="366564" y="190786"/>
                          </a:cubicBezTo>
                          <a:cubicBezTo>
                            <a:pt x="366660" y="190976"/>
                            <a:pt x="366755" y="191167"/>
                            <a:pt x="366850" y="191452"/>
                          </a:cubicBezTo>
                          <a:cubicBezTo>
                            <a:pt x="366945" y="191643"/>
                            <a:pt x="367041" y="191834"/>
                            <a:pt x="367136" y="192119"/>
                          </a:cubicBezTo>
                          <a:cubicBezTo>
                            <a:pt x="367136" y="192119"/>
                            <a:pt x="367136" y="192119"/>
                            <a:pt x="367136" y="192215"/>
                          </a:cubicBezTo>
                          <a:cubicBezTo>
                            <a:pt x="367707" y="193548"/>
                            <a:pt x="368279" y="194881"/>
                            <a:pt x="368755" y="196215"/>
                          </a:cubicBezTo>
                          <a:cubicBezTo>
                            <a:pt x="368850" y="196406"/>
                            <a:pt x="368946" y="196691"/>
                            <a:pt x="369041" y="196882"/>
                          </a:cubicBezTo>
                          <a:cubicBezTo>
                            <a:pt x="369041" y="196882"/>
                            <a:pt x="369041" y="196882"/>
                            <a:pt x="369041" y="196882"/>
                          </a:cubicBezTo>
                          <a:cubicBezTo>
                            <a:pt x="369136" y="197167"/>
                            <a:pt x="369231" y="197453"/>
                            <a:pt x="369327" y="197739"/>
                          </a:cubicBezTo>
                          <a:lnTo>
                            <a:pt x="369327" y="197739"/>
                          </a:lnTo>
                          <a:cubicBezTo>
                            <a:pt x="369327" y="197739"/>
                            <a:pt x="369327" y="197834"/>
                            <a:pt x="369327" y="197834"/>
                          </a:cubicBezTo>
                          <a:cubicBezTo>
                            <a:pt x="369803" y="199073"/>
                            <a:pt x="370184" y="200311"/>
                            <a:pt x="370565" y="201549"/>
                          </a:cubicBezTo>
                          <a:cubicBezTo>
                            <a:pt x="371708" y="205073"/>
                            <a:pt x="372470" y="208502"/>
                            <a:pt x="372946" y="211836"/>
                          </a:cubicBezTo>
                          <a:cubicBezTo>
                            <a:pt x="373041" y="212503"/>
                            <a:pt x="373137" y="213169"/>
                            <a:pt x="373232" y="213741"/>
                          </a:cubicBezTo>
                          <a:cubicBezTo>
                            <a:pt x="374946" y="231077"/>
                            <a:pt x="366945" y="244126"/>
                            <a:pt x="348181" y="250412"/>
                          </a:cubicBezTo>
                          <a:cubicBezTo>
                            <a:pt x="297603" y="267367"/>
                            <a:pt x="187780" y="228219"/>
                            <a:pt x="103008" y="163068"/>
                          </a:cubicBezTo>
                          <a:cubicBezTo>
                            <a:pt x="87101" y="150876"/>
                            <a:pt x="73194" y="138589"/>
                            <a:pt x="61479" y="126587"/>
                          </a:cubicBezTo>
                          <a:cubicBezTo>
                            <a:pt x="61193" y="126302"/>
                            <a:pt x="60812" y="125921"/>
                            <a:pt x="60526" y="125635"/>
                          </a:cubicBezTo>
                          <a:cubicBezTo>
                            <a:pt x="59097" y="124206"/>
                            <a:pt x="57669" y="122682"/>
                            <a:pt x="56335" y="121253"/>
                          </a:cubicBezTo>
                          <a:cubicBezTo>
                            <a:pt x="56049" y="120872"/>
                            <a:pt x="55668" y="120586"/>
                            <a:pt x="55383" y="120206"/>
                          </a:cubicBezTo>
                          <a:cubicBezTo>
                            <a:pt x="47191" y="111347"/>
                            <a:pt x="40143" y="102584"/>
                            <a:pt x="34428" y="94298"/>
                          </a:cubicBezTo>
                          <a:cubicBezTo>
                            <a:pt x="33951" y="93536"/>
                            <a:pt x="33380" y="92773"/>
                            <a:pt x="32904" y="92107"/>
                          </a:cubicBezTo>
                          <a:cubicBezTo>
                            <a:pt x="32808" y="92011"/>
                            <a:pt x="32808" y="91916"/>
                            <a:pt x="32713" y="91821"/>
                          </a:cubicBezTo>
                          <a:cubicBezTo>
                            <a:pt x="32142" y="90869"/>
                            <a:pt x="31570" y="90011"/>
                            <a:pt x="30999" y="89059"/>
                          </a:cubicBezTo>
                          <a:cubicBezTo>
                            <a:pt x="29856" y="87249"/>
                            <a:pt x="28808" y="85535"/>
                            <a:pt x="27855" y="83820"/>
                          </a:cubicBezTo>
                          <a:cubicBezTo>
                            <a:pt x="27474" y="83153"/>
                            <a:pt x="27093" y="82582"/>
                            <a:pt x="26712" y="81915"/>
                          </a:cubicBezTo>
                          <a:cubicBezTo>
                            <a:pt x="26617" y="81629"/>
                            <a:pt x="26427" y="81439"/>
                            <a:pt x="26236" y="81153"/>
                          </a:cubicBezTo>
                          <a:cubicBezTo>
                            <a:pt x="26236" y="81153"/>
                            <a:pt x="26236" y="81058"/>
                            <a:pt x="26141" y="81058"/>
                          </a:cubicBezTo>
                          <a:cubicBezTo>
                            <a:pt x="25379" y="79629"/>
                            <a:pt x="24712" y="78296"/>
                            <a:pt x="24045" y="76962"/>
                          </a:cubicBezTo>
                          <a:cubicBezTo>
                            <a:pt x="23855" y="76581"/>
                            <a:pt x="23664" y="76200"/>
                            <a:pt x="23474" y="75819"/>
                          </a:cubicBezTo>
                          <a:cubicBezTo>
                            <a:pt x="22712" y="74295"/>
                            <a:pt x="22045" y="72771"/>
                            <a:pt x="21474" y="71247"/>
                          </a:cubicBezTo>
                          <a:cubicBezTo>
                            <a:pt x="21474" y="71247"/>
                            <a:pt x="21474" y="71247"/>
                            <a:pt x="21474" y="71247"/>
                          </a:cubicBezTo>
                          <a:lnTo>
                            <a:pt x="21474" y="71247"/>
                          </a:lnTo>
                          <a:cubicBezTo>
                            <a:pt x="21474" y="71247"/>
                            <a:pt x="21474" y="71247"/>
                            <a:pt x="21474" y="71247"/>
                          </a:cubicBezTo>
                          <a:cubicBezTo>
                            <a:pt x="21378" y="71056"/>
                            <a:pt x="21378" y="70961"/>
                            <a:pt x="21283" y="70771"/>
                          </a:cubicBezTo>
                          <a:cubicBezTo>
                            <a:pt x="20616" y="69247"/>
                            <a:pt x="20045" y="67723"/>
                            <a:pt x="19569" y="66199"/>
                          </a:cubicBezTo>
                          <a:cubicBezTo>
                            <a:pt x="19569" y="66104"/>
                            <a:pt x="19473" y="65913"/>
                            <a:pt x="19378" y="65818"/>
                          </a:cubicBezTo>
                          <a:cubicBezTo>
                            <a:pt x="18997" y="64770"/>
                            <a:pt x="18711" y="63817"/>
                            <a:pt x="18426" y="62865"/>
                          </a:cubicBezTo>
                          <a:cubicBezTo>
                            <a:pt x="18330" y="62484"/>
                            <a:pt x="18235" y="62103"/>
                            <a:pt x="18045" y="61817"/>
                          </a:cubicBezTo>
                          <a:cubicBezTo>
                            <a:pt x="17949" y="61531"/>
                            <a:pt x="17854" y="61341"/>
                            <a:pt x="17854" y="61055"/>
                          </a:cubicBezTo>
                          <a:lnTo>
                            <a:pt x="17854" y="61055"/>
                          </a:lnTo>
                          <a:lnTo>
                            <a:pt x="17854" y="61055"/>
                          </a:lnTo>
                          <a:lnTo>
                            <a:pt x="17854" y="61055"/>
                          </a:lnTo>
                          <a:cubicBezTo>
                            <a:pt x="17473" y="59817"/>
                            <a:pt x="17283" y="58579"/>
                            <a:pt x="16997" y="57340"/>
                          </a:cubicBezTo>
                          <a:cubicBezTo>
                            <a:pt x="16902" y="57055"/>
                            <a:pt x="16806" y="56674"/>
                            <a:pt x="16806" y="56388"/>
                          </a:cubicBezTo>
                          <a:cubicBezTo>
                            <a:pt x="16806" y="56293"/>
                            <a:pt x="16806" y="56293"/>
                            <a:pt x="16806" y="56198"/>
                          </a:cubicBezTo>
                          <a:cubicBezTo>
                            <a:pt x="16806" y="56102"/>
                            <a:pt x="16806" y="56007"/>
                            <a:pt x="16806" y="55912"/>
                          </a:cubicBezTo>
                          <a:cubicBezTo>
                            <a:pt x="16616" y="54673"/>
                            <a:pt x="16425" y="53531"/>
                            <a:pt x="16235" y="52388"/>
                          </a:cubicBezTo>
                          <a:cubicBezTo>
                            <a:pt x="16235" y="52197"/>
                            <a:pt x="16140" y="52006"/>
                            <a:pt x="16140" y="51816"/>
                          </a:cubicBezTo>
                          <a:cubicBezTo>
                            <a:pt x="15949" y="50483"/>
                            <a:pt x="15949" y="49149"/>
                            <a:pt x="15854" y="47911"/>
                          </a:cubicBezTo>
                          <a:cubicBezTo>
                            <a:pt x="15854" y="47720"/>
                            <a:pt x="15854" y="47530"/>
                            <a:pt x="15854" y="47435"/>
                          </a:cubicBezTo>
                          <a:cubicBezTo>
                            <a:pt x="15854" y="46292"/>
                            <a:pt x="15854" y="45244"/>
                            <a:pt x="15949" y="44101"/>
                          </a:cubicBezTo>
                          <a:cubicBezTo>
                            <a:pt x="15949" y="43720"/>
                            <a:pt x="16044" y="43339"/>
                            <a:pt x="16044" y="42958"/>
                          </a:cubicBezTo>
                          <a:cubicBezTo>
                            <a:pt x="16140" y="42100"/>
                            <a:pt x="16235" y="41243"/>
                            <a:pt x="16425" y="40386"/>
                          </a:cubicBezTo>
                          <a:cubicBezTo>
                            <a:pt x="16521" y="40005"/>
                            <a:pt x="16521" y="39624"/>
                            <a:pt x="16616" y="39243"/>
                          </a:cubicBezTo>
                          <a:cubicBezTo>
                            <a:pt x="16806" y="38290"/>
                            <a:pt x="17092" y="37338"/>
                            <a:pt x="17378" y="36385"/>
                          </a:cubicBezTo>
                          <a:cubicBezTo>
                            <a:pt x="17473" y="36195"/>
                            <a:pt x="17473" y="36004"/>
                            <a:pt x="17568" y="35814"/>
                          </a:cubicBezTo>
                          <a:cubicBezTo>
                            <a:pt x="17949" y="34766"/>
                            <a:pt x="18330" y="33623"/>
                            <a:pt x="18807" y="32671"/>
                          </a:cubicBezTo>
                          <a:cubicBezTo>
                            <a:pt x="18807" y="32671"/>
                            <a:pt x="18807" y="32671"/>
                            <a:pt x="18807" y="32575"/>
                          </a:cubicBezTo>
                          <a:cubicBezTo>
                            <a:pt x="18902" y="32290"/>
                            <a:pt x="19092" y="32004"/>
                            <a:pt x="19283" y="31718"/>
                          </a:cubicBezTo>
                          <a:cubicBezTo>
                            <a:pt x="19283" y="31718"/>
                            <a:pt x="19283" y="31718"/>
                            <a:pt x="19283" y="31718"/>
                          </a:cubicBezTo>
                          <a:cubicBezTo>
                            <a:pt x="19283" y="31718"/>
                            <a:pt x="19283" y="31718"/>
                            <a:pt x="19283" y="31718"/>
                          </a:cubicBezTo>
                          <a:cubicBezTo>
                            <a:pt x="19664" y="30956"/>
                            <a:pt x="20045" y="30290"/>
                            <a:pt x="20521" y="29623"/>
                          </a:cubicBezTo>
                          <a:cubicBezTo>
                            <a:pt x="20521" y="29623"/>
                            <a:pt x="20521" y="29623"/>
                            <a:pt x="20521" y="29623"/>
                          </a:cubicBezTo>
                          <a:cubicBezTo>
                            <a:pt x="20521" y="29623"/>
                            <a:pt x="20521" y="29623"/>
                            <a:pt x="20521" y="29623"/>
                          </a:cubicBezTo>
                          <a:cubicBezTo>
                            <a:pt x="20616" y="29432"/>
                            <a:pt x="20712" y="29337"/>
                            <a:pt x="20807" y="29146"/>
                          </a:cubicBezTo>
                          <a:cubicBezTo>
                            <a:pt x="20902" y="28956"/>
                            <a:pt x="20997" y="28765"/>
                            <a:pt x="21093" y="28670"/>
                          </a:cubicBezTo>
                          <a:cubicBezTo>
                            <a:pt x="21569" y="28004"/>
                            <a:pt x="22045" y="27337"/>
                            <a:pt x="22521" y="26765"/>
                          </a:cubicBezTo>
                          <a:cubicBezTo>
                            <a:pt x="22807" y="26479"/>
                            <a:pt x="22998" y="26194"/>
                            <a:pt x="23283" y="25908"/>
                          </a:cubicBezTo>
                          <a:cubicBezTo>
                            <a:pt x="23950" y="25146"/>
                            <a:pt x="24712" y="24384"/>
                            <a:pt x="25474" y="23622"/>
                          </a:cubicBezTo>
                          <a:cubicBezTo>
                            <a:pt x="25474" y="23622"/>
                            <a:pt x="25474" y="23622"/>
                            <a:pt x="25474" y="23622"/>
                          </a:cubicBezTo>
                          <a:cubicBezTo>
                            <a:pt x="25474" y="23622"/>
                            <a:pt x="25474" y="23622"/>
                            <a:pt x="25474" y="23622"/>
                          </a:cubicBezTo>
                          <a:cubicBezTo>
                            <a:pt x="25569" y="23527"/>
                            <a:pt x="25665" y="23431"/>
                            <a:pt x="25760" y="23336"/>
                          </a:cubicBezTo>
                          <a:lnTo>
                            <a:pt x="25760" y="23336"/>
                          </a:lnTo>
                          <a:cubicBezTo>
                            <a:pt x="25760" y="23336"/>
                            <a:pt x="25760" y="23336"/>
                            <a:pt x="25760" y="23336"/>
                          </a:cubicBezTo>
                          <a:cubicBezTo>
                            <a:pt x="26617" y="22479"/>
                            <a:pt x="27665" y="21717"/>
                            <a:pt x="28617" y="21050"/>
                          </a:cubicBezTo>
                          <a:cubicBezTo>
                            <a:pt x="28617" y="21050"/>
                            <a:pt x="28617" y="21050"/>
                            <a:pt x="28617" y="21050"/>
                          </a:cubicBezTo>
                          <a:cubicBezTo>
                            <a:pt x="28617" y="21050"/>
                            <a:pt x="28617" y="21050"/>
                            <a:pt x="28617" y="21050"/>
                          </a:cubicBezTo>
                          <a:cubicBezTo>
                            <a:pt x="28713" y="20955"/>
                            <a:pt x="28808" y="20860"/>
                            <a:pt x="28998" y="20765"/>
                          </a:cubicBezTo>
                          <a:cubicBezTo>
                            <a:pt x="29189" y="20669"/>
                            <a:pt x="29379" y="20479"/>
                            <a:pt x="29570" y="20383"/>
                          </a:cubicBezTo>
                          <a:cubicBezTo>
                            <a:pt x="30332" y="19907"/>
                            <a:pt x="31094" y="19336"/>
                            <a:pt x="31951" y="18860"/>
                          </a:cubicBezTo>
                          <a:cubicBezTo>
                            <a:pt x="32332" y="18669"/>
                            <a:pt x="32713" y="18383"/>
                            <a:pt x="33189" y="18193"/>
                          </a:cubicBezTo>
                          <a:cubicBezTo>
                            <a:pt x="34047" y="17717"/>
                            <a:pt x="34904" y="17335"/>
                            <a:pt x="35761" y="16859"/>
                          </a:cubicBezTo>
                          <a:cubicBezTo>
                            <a:pt x="36142" y="16669"/>
                            <a:pt x="36523" y="16478"/>
                            <a:pt x="36999" y="16288"/>
                          </a:cubicBezTo>
                          <a:cubicBezTo>
                            <a:pt x="38333" y="15716"/>
                            <a:pt x="39666" y="15145"/>
                            <a:pt x="41095" y="14669"/>
                          </a:cubicBezTo>
                          <a:cubicBezTo>
                            <a:pt x="42524" y="14192"/>
                            <a:pt x="44048" y="13716"/>
                            <a:pt x="45667" y="13335"/>
                          </a:cubicBezTo>
                          <a:cubicBezTo>
                            <a:pt x="45953" y="13240"/>
                            <a:pt x="46239" y="13240"/>
                            <a:pt x="46524" y="13144"/>
                          </a:cubicBezTo>
                          <a:cubicBezTo>
                            <a:pt x="46715" y="13144"/>
                            <a:pt x="46905" y="13049"/>
                            <a:pt x="47096" y="12954"/>
                          </a:cubicBezTo>
                          <a:lnTo>
                            <a:pt x="47096" y="12954"/>
                          </a:lnTo>
                          <a:cubicBezTo>
                            <a:pt x="47096" y="12954"/>
                            <a:pt x="47096" y="12954"/>
                            <a:pt x="47096" y="12954"/>
                          </a:cubicBezTo>
                          <a:cubicBezTo>
                            <a:pt x="48144" y="12668"/>
                            <a:pt x="49287" y="12478"/>
                            <a:pt x="50430" y="12287"/>
                          </a:cubicBezTo>
                          <a:cubicBezTo>
                            <a:pt x="50430" y="12287"/>
                            <a:pt x="50430" y="12287"/>
                            <a:pt x="50430" y="12287"/>
                          </a:cubicBezTo>
                          <a:lnTo>
                            <a:pt x="50430" y="12287"/>
                          </a:lnTo>
                          <a:cubicBezTo>
                            <a:pt x="51001" y="12192"/>
                            <a:pt x="51573" y="12097"/>
                            <a:pt x="52239" y="12002"/>
                          </a:cubicBezTo>
                          <a:cubicBezTo>
                            <a:pt x="52239" y="12002"/>
                            <a:pt x="52239" y="12002"/>
                            <a:pt x="52239" y="12002"/>
                          </a:cubicBezTo>
                          <a:cubicBezTo>
                            <a:pt x="52239" y="12002"/>
                            <a:pt x="52239" y="12002"/>
                            <a:pt x="52239" y="12002"/>
                          </a:cubicBezTo>
                          <a:cubicBezTo>
                            <a:pt x="53382" y="11811"/>
                            <a:pt x="54525" y="11621"/>
                            <a:pt x="55668" y="11525"/>
                          </a:cubicBezTo>
                          <a:cubicBezTo>
                            <a:pt x="55954" y="11525"/>
                            <a:pt x="56240" y="11430"/>
                            <a:pt x="56526" y="11430"/>
                          </a:cubicBezTo>
                          <a:cubicBezTo>
                            <a:pt x="56811" y="11430"/>
                            <a:pt x="57192" y="11335"/>
                            <a:pt x="57478" y="11335"/>
                          </a:cubicBezTo>
                          <a:cubicBezTo>
                            <a:pt x="57478" y="11335"/>
                            <a:pt x="57478" y="11335"/>
                            <a:pt x="57478" y="11335"/>
                          </a:cubicBezTo>
                          <a:cubicBezTo>
                            <a:pt x="57478" y="11335"/>
                            <a:pt x="57478" y="11335"/>
                            <a:pt x="57478" y="11335"/>
                          </a:cubicBezTo>
                          <a:cubicBezTo>
                            <a:pt x="58812" y="11240"/>
                            <a:pt x="60240" y="11049"/>
                            <a:pt x="61574" y="11049"/>
                          </a:cubicBezTo>
                          <a:cubicBezTo>
                            <a:pt x="61860" y="11049"/>
                            <a:pt x="62145" y="10954"/>
                            <a:pt x="62431" y="10954"/>
                          </a:cubicBezTo>
                          <a:cubicBezTo>
                            <a:pt x="62622" y="10954"/>
                            <a:pt x="62717" y="10954"/>
                            <a:pt x="62907" y="10954"/>
                          </a:cubicBezTo>
                          <a:cubicBezTo>
                            <a:pt x="64717" y="10858"/>
                            <a:pt x="66622" y="10763"/>
                            <a:pt x="68527" y="10763"/>
                          </a:cubicBezTo>
                          <a:cubicBezTo>
                            <a:pt x="69003" y="10763"/>
                            <a:pt x="69480" y="10763"/>
                            <a:pt x="69956" y="10763"/>
                          </a:cubicBezTo>
                          <a:cubicBezTo>
                            <a:pt x="71480" y="10763"/>
                            <a:pt x="72909" y="10763"/>
                            <a:pt x="74433" y="10858"/>
                          </a:cubicBezTo>
                          <a:cubicBezTo>
                            <a:pt x="74909" y="10858"/>
                            <a:pt x="75290" y="10858"/>
                            <a:pt x="75766" y="10954"/>
                          </a:cubicBezTo>
                          <a:cubicBezTo>
                            <a:pt x="76052" y="10954"/>
                            <a:pt x="76338" y="10954"/>
                            <a:pt x="76528" y="11049"/>
                          </a:cubicBezTo>
                          <a:cubicBezTo>
                            <a:pt x="77290" y="11049"/>
                            <a:pt x="78052" y="11144"/>
                            <a:pt x="78719" y="11144"/>
                          </a:cubicBezTo>
                          <a:cubicBezTo>
                            <a:pt x="79100" y="11144"/>
                            <a:pt x="79481" y="11144"/>
                            <a:pt x="79862" y="11240"/>
                          </a:cubicBezTo>
                          <a:cubicBezTo>
                            <a:pt x="81481" y="11335"/>
                            <a:pt x="83005" y="11525"/>
                            <a:pt x="84720" y="11621"/>
                          </a:cubicBezTo>
                          <a:cubicBezTo>
                            <a:pt x="85672" y="11716"/>
                            <a:pt x="86625" y="11811"/>
                            <a:pt x="87577" y="11906"/>
                          </a:cubicBezTo>
                          <a:cubicBezTo>
                            <a:pt x="87863" y="11906"/>
                            <a:pt x="88149" y="12002"/>
                            <a:pt x="88434" y="12002"/>
                          </a:cubicBezTo>
                          <a:cubicBezTo>
                            <a:pt x="88434" y="12002"/>
                            <a:pt x="88434" y="12002"/>
                            <a:pt x="88434" y="12002"/>
                          </a:cubicBezTo>
                          <a:cubicBezTo>
                            <a:pt x="88434" y="12002"/>
                            <a:pt x="88434" y="12002"/>
                            <a:pt x="88434" y="12002"/>
                          </a:cubicBezTo>
                          <a:cubicBezTo>
                            <a:pt x="89673" y="12192"/>
                            <a:pt x="91006" y="12383"/>
                            <a:pt x="92340" y="12573"/>
                          </a:cubicBezTo>
                          <a:cubicBezTo>
                            <a:pt x="94054" y="12859"/>
                            <a:pt x="95673" y="13049"/>
                            <a:pt x="97388" y="13335"/>
                          </a:cubicBezTo>
                          <a:cubicBezTo>
                            <a:pt x="97674" y="13430"/>
                            <a:pt x="97959" y="13430"/>
                            <a:pt x="98340" y="13525"/>
                          </a:cubicBezTo>
                          <a:cubicBezTo>
                            <a:pt x="99007" y="13621"/>
                            <a:pt x="99674" y="13716"/>
                            <a:pt x="100341" y="13906"/>
                          </a:cubicBezTo>
                          <a:cubicBezTo>
                            <a:pt x="101579" y="14097"/>
                            <a:pt x="102912" y="14383"/>
                            <a:pt x="104151" y="14573"/>
                          </a:cubicBezTo>
                          <a:cubicBezTo>
                            <a:pt x="104532" y="14669"/>
                            <a:pt x="104913" y="14764"/>
                            <a:pt x="105198" y="14764"/>
                          </a:cubicBezTo>
                          <a:lnTo>
                            <a:pt x="105198" y="14764"/>
                          </a:lnTo>
                          <a:cubicBezTo>
                            <a:pt x="105198" y="14764"/>
                            <a:pt x="105198" y="14764"/>
                            <a:pt x="105198" y="14764"/>
                          </a:cubicBezTo>
                          <a:cubicBezTo>
                            <a:pt x="106246" y="14954"/>
                            <a:pt x="107389" y="15240"/>
                            <a:pt x="108437" y="15431"/>
                          </a:cubicBezTo>
                          <a:cubicBezTo>
                            <a:pt x="108437" y="15431"/>
                            <a:pt x="108437" y="15431"/>
                            <a:pt x="108437" y="15431"/>
                          </a:cubicBezTo>
                          <a:cubicBezTo>
                            <a:pt x="108437" y="15431"/>
                            <a:pt x="108437" y="15431"/>
                            <a:pt x="108437" y="15431"/>
                          </a:cubicBezTo>
                          <a:cubicBezTo>
                            <a:pt x="109294" y="15621"/>
                            <a:pt x="110247" y="15811"/>
                            <a:pt x="111104" y="16002"/>
                          </a:cubicBezTo>
                          <a:cubicBezTo>
                            <a:pt x="111866" y="16192"/>
                            <a:pt x="112628" y="16383"/>
                            <a:pt x="113485" y="16573"/>
                          </a:cubicBezTo>
                          <a:cubicBezTo>
                            <a:pt x="114152" y="16764"/>
                            <a:pt x="114819" y="16859"/>
                            <a:pt x="115485" y="17050"/>
                          </a:cubicBezTo>
                          <a:cubicBezTo>
                            <a:pt x="115962" y="17145"/>
                            <a:pt x="116438" y="17240"/>
                            <a:pt x="116819" y="17335"/>
                          </a:cubicBezTo>
                          <a:cubicBezTo>
                            <a:pt x="118248" y="17717"/>
                            <a:pt x="119676" y="18098"/>
                            <a:pt x="121105" y="18479"/>
                          </a:cubicBezTo>
                          <a:cubicBezTo>
                            <a:pt x="122343" y="18764"/>
                            <a:pt x="123582" y="19145"/>
                            <a:pt x="124820" y="19431"/>
                          </a:cubicBezTo>
                          <a:cubicBezTo>
                            <a:pt x="124820" y="19431"/>
                            <a:pt x="124820" y="19431"/>
                            <a:pt x="124820" y="19431"/>
                          </a:cubicBezTo>
                          <a:cubicBezTo>
                            <a:pt x="124820" y="19431"/>
                            <a:pt x="124820" y="19431"/>
                            <a:pt x="124820" y="19431"/>
                          </a:cubicBezTo>
                          <a:cubicBezTo>
                            <a:pt x="126249" y="19812"/>
                            <a:pt x="127677" y="20288"/>
                            <a:pt x="129201" y="20669"/>
                          </a:cubicBezTo>
                          <a:cubicBezTo>
                            <a:pt x="129201" y="20669"/>
                            <a:pt x="129201" y="20669"/>
                            <a:pt x="129201" y="20669"/>
                          </a:cubicBezTo>
                          <a:cubicBezTo>
                            <a:pt x="129201" y="20669"/>
                            <a:pt x="129201" y="20669"/>
                            <a:pt x="129297" y="20669"/>
                          </a:cubicBezTo>
                          <a:cubicBezTo>
                            <a:pt x="130154" y="20955"/>
                            <a:pt x="131106" y="21146"/>
                            <a:pt x="131964" y="21431"/>
                          </a:cubicBezTo>
                          <a:cubicBezTo>
                            <a:pt x="132345" y="21527"/>
                            <a:pt x="132630" y="21622"/>
                            <a:pt x="133011" y="21717"/>
                          </a:cubicBezTo>
                          <a:cubicBezTo>
                            <a:pt x="134250" y="22098"/>
                            <a:pt x="135583" y="22479"/>
                            <a:pt x="136821" y="22955"/>
                          </a:cubicBezTo>
                          <a:cubicBezTo>
                            <a:pt x="136917" y="22955"/>
                            <a:pt x="136917" y="22955"/>
                            <a:pt x="137012" y="22955"/>
                          </a:cubicBezTo>
                          <a:lnTo>
                            <a:pt x="137012" y="22955"/>
                          </a:lnTo>
                          <a:cubicBezTo>
                            <a:pt x="137012" y="22955"/>
                            <a:pt x="137107" y="22955"/>
                            <a:pt x="137107" y="22955"/>
                          </a:cubicBezTo>
                          <a:cubicBezTo>
                            <a:pt x="138441" y="23336"/>
                            <a:pt x="139774" y="23813"/>
                            <a:pt x="141203" y="24289"/>
                          </a:cubicBezTo>
                          <a:cubicBezTo>
                            <a:pt x="142536" y="24765"/>
                            <a:pt x="143965" y="25241"/>
                            <a:pt x="145299" y="25717"/>
                          </a:cubicBezTo>
                          <a:cubicBezTo>
                            <a:pt x="146346" y="26098"/>
                            <a:pt x="147299" y="26384"/>
                            <a:pt x="148347" y="26765"/>
                          </a:cubicBezTo>
                          <a:cubicBezTo>
                            <a:pt x="148728" y="26860"/>
                            <a:pt x="149109" y="27051"/>
                            <a:pt x="149490" y="27146"/>
                          </a:cubicBezTo>
                          <a:cubicBezTo>
                            <a:pt x="149680" y="27242"/>
                            <a:pt x="149871" y="27242"/>
                            <a:pt x="149966" y="27337"/>
                          </a:cubicBezTo>
                          <a:cubicBezTo>
                            <a:pt x="151109" y="27718"/>
                            <a:pt x="152252" y="28194"/>
                            <a:pt x="153395" y="28575"/>
                          </a:cubicBezTo>
                          <a:cubicBezTo>
                            <a:pt x="153395" y="28575"/>
                            <a:pt x="153395" y="28575"/>
                            <a:pt x="153395" y="28575"/>
                          </a:cubicBezTo>
                          <a:cubicBezTo>
                            <a:pt x="153395" y="28575"/>
                            <a:pt x="153490" y="28575"/>
                            <a:pt x="153490" y="28575"/>
                          </a:cubicBezTo>
                          <a:cubicBezTo>
                            <a:pt x="154919" y="29051"/>
                            <a:pt x="156348" y="29623"/>
                            <a:pt x="157776" y="30099"/>
                          </a:cubicBezTo>
                          <a:cubicBezTo>
                            <a:pt x="158062" y="30194"/>
                            <a:pt x="158348" y="30290"/>
                            <a:pt x="158634" y="30385"/>
                          </a:cubicBezTo>
                          <a:cubicBezTo>
                            <a:pt x="159681" y="30766"/>
                            <a:pt x="160824" y="31242"/>
                            <a:pt x="161872" y="31623"/>
                          </a:cubicBezTo>
                          <a:cubicBezTo>
                            <a:pt x="162920" y="32004"/>
                            <a:pt x="163872" y="32385"/>
                            <a:pt x="164920" y="32861"/>
                          </a:cubicBezTo>
                          <a:cubicBezTo>
                            <a:pt x="165301" y="33052"/>
                            <a:pt x="165777" y="33147"/>
                            <a:pt x="166158" y="33338"/>
                          </a:cubicBezTo>
                          <a:cubicBezTo>
                            <a:pt x="166158" y="33338"/>
                            <a:pt x="166158" y="33338"/>
                            <a:pt x="166158" y="33338"/>
                          </a:cubicBezTo>
                          <a:cubicBezTo>
                            <a:pt x="166158" y="33338"/>
                            <a:pt x="166158" y="33338"/>
                            <a:pt x="166158" y="33338"/>
                          </a:cubicBezTo>
                          <a:cubicBezTo>
                            <a:pt x="167587" y="33909"/>
                            <a:pt x="169016" y="34481"/>
                            <a:pt x="170445" y="35052"/>
                          </a:cubicBezTo>
                          <a:cubicBezTo>
                            <a:pt x="170445" y="35052"/>
                            <a:pt x="170445" y="35052"/>
                            <a:pt x="170445" y="35052"/>
                          </a:cubicBezTo>
                          <a:cubicBezTo>
                            <a:pt x="170445" y="35052"/>
                            <a:pt x="170445" y="35052"/>
                            <a:pt x="170445" y="35052"/>
                          </a:cubicBezTo>
                          <a:cubicBezTo>
                            <a:pt x="171873" y="35623"/>
                            <a:pt x="173207" y="36195"/>
                            <a:pt x="174636" y="36767"/>
                          </a:cubicBezTo>
                          <a:cubicBezTo>
                            <a:pt x="175588" y="37148"/>
                            <a:pt x="176541" y="37529"/>
                            <a:pt x="177398" y="38005"/>
                          </a:cubicBezTo>
                          <a:cubicBezTo>
                            <a:pt x="177969" y="38195"/>
                            <a:pt x="178446" y="38481"/>
                            <a:pt x="179017" y="38671"/>
                          </a:cubicBezTo>
                          <a:cubicBezTo>
                            <a:pt x="180065" y="39148"/>
                            <a:pt x="181017" y="39529"/>
                            <a:pt x="182065" y="40005"/>
                          </a:cubicBezTo>
                          <a:cubicBezTo>
                            <a:pt x="182446" y="40196"/>
                            <a:pt x="182827" y="40291"/>
                            <a:pt x="183113" y="40481"/>
                          </a:cubicBezTo>
                          <a:cubicBezTo>
                            <a:pt x="183113" y="40481"/>
                            <a:pt x="183113" y="40481"/>
                            <a:pt x="183113" y="40481"/>
                          </a:cubicBezTo>
                          <a:cubicBezTo>
                            <a:pt x="183113" y="40481"/>
                            <a:pt x="183113" y="40481"/>
                            <a:pt x="183113" y="40481"/>
                          </a:cubicBezTo>
                          <a:cubicBezTo>
                            <a:pt x="184446" y="41053"/>
                            <a:pt x="185780" y="41719"/>
                            <a:pt x="187113" y="42291"/>
                          </a:cubicBezTo>
                          <a:cubicBezTo>
                            <a:pt x="187494" y="42481"/>
                            <a:pt x="187875" y="42672"/>
                            <a:pt x="188256" y="42863"/>
                          </a:cubicBezTo>
                          <a:cubicBezTo>
                            <a:pt x="189495" y="43434"/>
                            <a:pt x="190733" y="44006"/>
                            <a:pt x="191971" y="44577"/>
                          </a:cubicBezTo>
                          <a:cubicBezTo>
                            <a:pt x="191971" y="44577"/>
                            <a:pt x="191971" y="44577"/>
                            <a:pt x="191971" y="44577"/>
                          </a:cubicBezTo>
                          <a:cubicBezTo>
                            <a:pt x="191971" y="44577"/>
                            <a:pt x="191971" y="44577"/>
                            <a:pt x="191971" y="44577"/>
                          </a:cubicBezTo>
                          <a:cubicBezTo>
                            <a:pt x="193686" y="45434"/>
                            <a:pt x="195495" y="46292"/>
                            <a:pt x="197210" y="47149"/>
                          </a:cubicBezTo>
                          <a:cubicBezTo>
                            <a:pt x="197210" y="47149"/>
                            <a:pt x="197210" y="47149"/>
                            <a:pt x="197210" y="47149"/>
                          </a:cubicBezTo>
                          <a:cubicBezTo>
                            <a:pt x="197210" y="47149"/>
                            <a:pt x="197305" y="47149"/>
                            <a:pt x="197305" y="47149"/>
                          </a:cubicBezTo>
                          <a:cubicBezTo>
                            <a:pt x="198258" y="47625"/>
                            <a:pt x="199305" y="48101"/>
                            <a:pt x="200353" y="48577"/>
                          </a:cubicBezTo>
                          <a:cubicBezTo>
                            <a:pt x="200544" y="48673"/>
                            <a:pt x="200639" y="48768"/>
                            <a:pt x="200829" y="48863"/>
                          </a:cubicBezTo>
                          <a:cubicBezTo>
                            <a:pt x="204068" y="50483"/>
                            <a:pt x="207211" y="52102"/>
                            <a:pt x="210450" y="53721"/>
                          </a:cubicBezTo>
                          <a:cubicBezTo>
                            <a:pt x="211116" y="54102"/>
                            <a:pt x="211783" y="54388"/>
                            <a:pt x="212450" y="54769"/>
                          </a:cubicBezTo>
                          <a:cubicBezTo>
                            <a:pt x="213879" y="55531"/>
                            <a:pt x="215307" y="56293"/>
                            <a:pt x="216736" y="57055"/>
                          </a:cubicBezTo>
                          <a:cubicBezTo>
                            <a:pt x="217879" y="57626"/>
                            <a:pt x="218927" y="58293"/>
                            <a:pt x="220070" y="58865"/>
                          </a:cubicBezTo>
                          <a:cubicBezTo>
                            <a:pt x="220451" y="59055"/>
                            <a:pt x="220737" y="59246"/>
                            <a:pt x="221118" y="59436"/>
                          </a:cubicBezTo>
                          <a:cubicBezTo>
                            <a:pt x="221689" y="59722"/>
                            <a:pt x="222165" y="60008"/>
                            <a:pt x="222737" y="60293"/>
                          </a:cubicBezTo>
                          <a:cubicBezTo>
                            <a:pt x="224737" y="61436"/>
                            <a:pt x="226833" y="62579"/>
                            <a:pt x="228833" y="63817"/>
                          </a:cubicBezTo>
                          <a:cubicBezTo>
                            <a:pt x="230166" y="64579"/>
                            <a:pt x="231500" y="65342"/>
                            <a:pt x="232833" y="66104"/>
                          </a:cubicBezTo>
                          <a:lnTo>
                            <a:pt x="232833" y="66104"/>
                          </a:lnTo>
                          <a:cubicBezTo>
                            <a:pt x="232833" y="66104"/>
                            <a:pt x="232833" y="66104"/>
                            <a:pt x="232833" y="66104"/>
                          </a:cubicBezTo>
                          <a:cubicBezTo>
                            <a:pt x="233500" y="66485"/>
                            <a:pt x="234262" y="66961"/>
                            <a:pt x="234929" y="67342"/>
                          </a:cubicBezTo>
                          <a:cubicBezTo>
                            <a:pt x="234929" y="67342"/>
                            <a:pt x="234929" y="67342"/>
                            <a:pt x="234929" y="67342"/>
                          </a:cubicBezTo>
                          <a:cubicBezTo>
                            <a:pt x="234929" y="67342"/>
                            <a:pt x="234929" y="67342"/>
                            <a:pt x="234929" y="67342"/>
                          </a:cubicBezTo>
                          <a:cubicBezTo>
                            <a:pt x="237596" y="68961"/>
                            <a:pt x="240263" y="70580"/>
                            <a:pt x="242930" y="72200"/>
                          </a:cubicBezTo>
                          <a:cubicBezTo>
                            <a:pt x="244073" y="72866"/>
                            <a:pt x="245216" y="73533"/>
                            <a:pt x="246359" y="74295"/>
                          </a:cubicBezTo>
                          <a:cubicBezTo>
                            <a:pt x="246740" y="74486"/>
                            <a:pt x="247026" y="74676"/>
                            <a:pt x="247407" y="74962"/>
                          </a:cubicBezTo>
                          <a:cubicBezTo>
                            <a:pt x="248169" y="75438"/>
                            <a:pt x="248931" y="75914"/>
                            <a:pt x="249597" y="76390"/>
                          </a:cubicBezTo>
                          <a:cubicBezTo>
                            <a:pt x="249597" y="76390"/>
                            <a:pt x="249597" y="76390"/>
                            <a:pt x="249597" y="76390"/>
                          </a:cubicBezTo>
                          <a:cubicBezTo>
                            <a:pt x="249597" y="76390"/>
                            <a:pt x="249597" y="76390"/>
                            <a:pt x="249597" y="76390"/>
                          </a:cubicBezTo>
                          <a:cubicBezTo>
                            <a:pt x="249788" y="76486"/>
                            <a:pt x="249978" y="76676"/>
                            <a:pt x="250169" y="76771"/>
                          </a:cubicBezTo>
                          <a:cubicBezTo>
                            <a:pt x="251788" y="77819"/>
                            <a:pt x="253407" y="78772"/>
                            <a:pt x="254931" y="79819"/>
                          </a:cubicBezTo>
                          <a:cubicBezTo>
                            <a:pt x="255027" y="79915"/>
                            <a:pt x="255217" y="80010"/>
                            <a:pt x="255312" y="80105"/>
                          </a:cubicBezTo>
                          <a:cubicBezTo>
                            <a:pt x="256551" y="80867"/>
                            <a:pt x="257694" y="81629"/>
                            <a:pt x="258837" y="82486"/>
                          </a:cubicBezTo>
                          <a:cubicBezTo>
                            <a:pt x="259980" y="83248"/>
                            <a:pt x="261123" y="84011"/>
                            <a:pt x="262266" y="84868"/>
                          </a:cubicBezTo>
                          <a:cubicBezTo>
                            <a:pt x="263028" y="85344"/>
                            <a:pt x="263790" y="85915"/>
                            <a:pt x="264456" y="86392"/>
                          </a:cubicBezTo>
                          <a:cubicBezTo>
                            <a:pt x="264456" y="86392"/>
                            <a:pt x="264456" y="86392"/>
                            <a:pt x="264456" y="86392"/>
                          </a:cubicBezTo>
                          <a:cubicBezTo>
                            <a:pt x="264456" y="86392"/>
                            <a:pt x="264456" y="86392"/>
                            <a:pt x="264456" y="86392"/>
                          </a:cubicBezTo>
                          <a:cubicBezTo>
                            <a:pt x="265599" y="87154"/>
                            <a:pt x="266742" y="87916"/>
                            <a:pt x="267885" y="88773"/>
                          </a:cubicBezTo>
                          <a:cubicBezTo>
                            <a:pt x="268266" y="89059"/>
                            <a:pt x="268552" y="89249"/>
                            <a:pt x="268933" y="89535"/>
                          </a:cubicBezTo>
                          <a:cubicBezTo>
                            <a:pt x="270648" y="90678"/>
                            <a:pt x="272267" y="91916"/>
                            <a:pt x="273886" y="93059"/>
                          </a:cubicBezTo>
                          <a:cubicBezTo>
                            <a:pt x="273886" y="93059"/>
                            <a:pt x="273886" y="93059"/>
                            <a:pt x="273886" y="93059"/>
                          </a:cubicBezTo>
                          <a:cubicBezTo>
                            <a:pt x="273886" y="93059"/>
                            <a:pt x="273886" y="93059"/>
                            <a:pt x="273886" y="93059"/>
                          </a:cubicBezTo>
                          <a:cubicBezTo>
                            <a:pt x="274839" y="93726"/>
                            <a:pt x="275791" y="94393"/>
                            <a:pt x="276744" y="95155"/>
                          </a:cubicBezTo>
                          <a:cubicBezTo>
                            <a:pt x="279696" y="97346"/>
                            <a:pt x="282649" y="99536"/>
                            <a:pt x="285507" y="101727"/>
                          </a:cubicBezTo>
                          <a:cubicBezTo>
                            <a:pt x="287031" y="102870"/>
                            <a:pt x="288459" y="104013"/>
                            <a:pt x="289888" y="105156"/>
                          </a:cubicBezTo>
                          <a:cubicBezTo>
                            <a:pt x="289888" y="105156"/>
                            <a:pt x="289888" y="105156"/>
                            <a:pt x="289888" y="105156"/>
                          </a:cubicBezTo>
                          <a:cubicBezTo>
                            <a:pt x="291507" y="106394"/>
                            <a:pt x="293127" y="107728"/>
                            <a:pt x="294651" y="108966"/>
                          </a:cubicBezTo>
                          <a:cubicBezTo>
                            <a:pt x="295317" y="109538"/>
                            <a:pt x="296079" y="110109"/>
                            <a:pt x="296746" y="110681"/>
                          </a:cubicBezTo>
                          <a:cubicBezTo>
                            <a:pt x="296746" y="110681"/>
                            <a:pt x="296746" y="110681"/>
                            <a:pt x="296746" y="110681"/>
                          </a:cubicBezTo>
                          <a:cubicBezTo>
                            <a:pt x="296746" y="110681"/>
                            <a:pt x="296746" y="110681"/>
                            <a:pt x="296746" y="110681"/>
                          </a:cubicBezTo>
                          <a:cubicBezTo>
                            <a:pt x="299032" y="112586"/>
                            <a:pt x="301318" y="114490"/>
                            <a:pt x="303509" y="116396"/>
                          </a:cubicBezTo>
                          <a:cubicBezTo>
                            <a:pt x="303509" y="116396"/>
                            <a:pt x="303509" y="116396"/>
                            <a:pt x="303509" y="116396"/>
                          </a:cubicBezTo>
                          <a:cubicBezTo>
                            <a:pt x="303509" y="116396"/>
                            <a:pt x="303509" y="116396"/>
                            <a:pt x="303509" y="116396"/>
                          </a:cubicBezTo>
                          <a:cubicBezTo>
                            <a:pt x="304080" y="116872"/>
                            <a:pt x="304652" y="117348"/>
                            <a:pt x="305223" y="117824"/>
                          </a:cubicBezTo>
                          <a:cubicBezTo>
                            <a:pt x="308367" y="120586"/>
                            <a:pt x="311510" y="123349"/>
                            <a:pt x="314558" y="126111"/>
                          </a:cubicBezTo>
                          <a:cubicBezTo>
                            <a:pt x="315129" y="126587"/>
                            <a:pt x="315606" y="127063"/>
                            <a:pt x="316082" y="127635"/>
                          </a:cubicBezTo>
                          <a:lnTo>
                            <a:pt x="316082" y="127635"/>
                          </a:lnTo>
                          <a:cubicBezTo>
                            <a:pt x="319416" y="130778"/>
                            <a:pt x="322654" y="133921"/>
                            <a:pt x="325702" y="136969"/>
                          </a:cubicBezTo>
                          <a:cubicBezTo>
                            <a:pt x="327036" y="138303"/>
                            <a:pt x="328369" y="139636"/>
                            <a:pt x="329607" y="140970"/>
                          </a:cubicBezTo>
                          <a:cubicBezTo>
                            <a:pt x="330655" y="142018"/>
                            <a:pt x="331608" y="143065"/>
                            <a:pt x="332655" y="144113"/>
                          </a:cubicBezTo>
                          <a:cubicBezTo>
                            <a:pt x="335037" y="146685"/>
                            <a:pt x="337227" y="149161"/>
                            <a:pt x="339418" y="151638"/>
                          </a:cubicBezTo>
                          <a:cubicBezTo>
                            <a:pt x="339609" y="151924"/>
                            <a:pt x="339894" y="152114"/>
                            <a:pt x="340085" y="152400"/>
                          </a:cubicBezTo>
                          <a:cubicBezTo>
                            <a:pt x="340085" y="152400"/>
                            <a:pt x="340085" y="152495"/>
                            <a:pt x="340180" y="152495"/>
                          </a:cubicBezTo>
                          <a:cubicBezTo>
                            <a:pt x="340180" y="152495"/>
                            <a:pt x="340275" y="152590"/>
                            <a:pt x="340275" y="152590"/>
                          </a:cubicBezTo>
                          <a:cubicBezTo>
                            <a:pt x="340656" y="152971"/>
                            <a:pt x="340942" y="153352"/>
                            <a:pt x="341323" y="153829"/>
                          </a:cubicBezTo>
                          <a:cubicBezTo>
                            <a:pt x="341799" y="154400"/>
                            <a:pt x="342276" y="154972"/>
                            <a:pt x="342752" y="155543"/>
                          </a:cubicBezTo>
                          <a:cubicBezTo>
                            <a:pt x="347038" y="159734"/>
                            <a:pt x="350277" y="164021"/>
                            <a:pt x="353229" y="168116"/>
                          </a:cubicBezTo>
                          <a:close/>
                        </a:path>
                      </a:pathLst>
                    </a:custGeom>
                    <a:solidFill>
                      <a:srgbClr val="965200">
                        <a:alpha val="100000"/>
                      </a:srgbClr>
                    </a:soli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0" name="AutoShape 130"/>
                    <p:cNvSpPr/>
                    <p:nvPr/>
                  </p:nvSpPr>
                  <p:spPr>
                    <a:xfrm>
                      <a:off x="6646735" y="2795753"/>
                      <a:ext cx="469326" cy="31987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9326" h="319873">
                          <a:moveTo>
                            <a:pt x="355092" y="119849"/>
                          </a:moveTo>
                          <a:cubicBezTo>
                            <a:pt x="243745" y="34314"/>
                            <a:pt x="99631" y="-17025"/>
                            <a:pt x="33242" y="5168"/>
                          </a:cubicBezTo>
                          <a:cubicBezTo>
                            <a:pt x="19145" y="9930"/>
                            <a:pt x="9715" y="17550"/>
                            <a:pt x="4572" y="27552"/>
                          </a:cubicBezTo>
                          <a:cubicBezTo>
                            <a:pt x="4381" y="27932"/>
                            <a:pt x="4191" y="28314"/>
                            <a:pt x="4000" y="28695"/>
                          </a:cubicBezTo>
                          <a:cubicBezTo>
                            <a:pt x="3334" y="30028"/>
                            <a:pt x="2762" y="31457"/>
                            <a:pt x="2286" y="32886"/>
                          </a:cubicBezTo>
                          <a:cubicBezTo>
                            <a:pt x="2191" y="33076"/>
                            <a:pt x="2191" y="33362"/>
                            <a:pt x="2095" y="33552"/>
                          </a:cubicBezTo>
                          <a:cubicBezTo>
                            <a:pt x="1714" y="34791"/>
                            <a:pt x="1333" y="36029"/>
                            <a:pt x="1048" y="37362"/>
                          </a:cubicBezTo>
                          <a:cubicBezTo>
                            <a:pt x="952" y="37839"/>
                            <a:pt x="857" y="38410"/>
                            <a:pt x="762" y="38886"/>
                          </a:cubicBezTo>
                          <a:cubicBezTo>
                            <a:pt x="571" y="40029"/>
                            <a:pt x="381" y="41172"/>
                            <a:pt x="286" y="42315"/>
                          </a:cubicBezTo>
                          <a:cubicBezTo>
                            <a:pt x="286" y="42411"/>
                            <a:pt x="286" y="42506"/>
                            <a:pt x="286" y="42601"/>
                          </a:cubicBezTo>
                          <a:cubicBezTo>
                            <a:pt x="286" y="42982"/>
                            <a:pt x="190" y="43458"/>
                            <a:pt x="190" y="43839"/>
                          </a:cubicBezTo>
                          <a:cubicBezTo>
                            <a:pt x="95" y="45268"/>
                            <a:pt x="0" y="46697"/>
                            <a:pt x="0" y="48221"/>
                          </a:cubicBezTo>
                          <a:cubicBezTo>
                            <a:pt x="0" y="48316"/>
                            <a:pt x="0" y="48411"/>
                            <a:pt x="0" y="48507"/>
                          </a:cubicBezTo>
                          <a:cubicBezTo>
                            <a:pt x="0" y="48602"/>
                            <a:pt x="0" y="48697"/>
                            <a:pt x="0" y="48792"/>
                          </a:cubicBezTo>
                          <a:cubicBezTo>
                            <a:pt x="0" y="50507"/>
                            <a:pt x="95" y="52221"/>
                            <a:pt x="286" y="53936"/>
                          </a:cubicBezTo>
                          <a:cubicBezTo>
                            <a:pt x="286" y="54222"/>
                            <a:pt x="381" y="54412"/>
                            <a:pt x="381" y="54698"/>
                          </a:cubicBezTo>
                          <a:cubicBezTo>
                            <a:pt x="571" y="56222"/>
                            <a:pt x="762" y="57746"/>
                            <a:pt x="1143" y="59365"/>
                          </a:cubicBezTo>
                          <a:lnTo>
                            <a:pt x="1143" y="59365"/>
                          </a:lnTo>
                          <a:cubicBezTo>
                            <a:pt x="1143" y="59365"/>
                            <a:pt x="1143" y="59365"/>
                            <a:pt x="1143" y="59460"/>
                          </a:cubicBezTo>
                          <a:cubicBezTo>
                            <a:pt x="1143" y="59651"/>
                            <a:pt x="1143" y="59841"/>
                            <a:pt x="1238" y="60032"/>
                          </a:cubicBezTo>
                          <a:cubicBezTo>
                            <a:pt x="1333" y="60413"/>
                            <a:pt x="1429" y="60889"/>
                            <a:pt x="1524" y="61270"/>
                          </a:cubicBezTo>
                          <a:cubicBezTo>
                            <a:pt x="1524" y="61270"/>
                            <a:pt x="1524" y="61270"/>
                            <a:pt x="1524" y="61270"/>
                          </a:cubicBezTo>
                          <a:cubicBezTo>
                            <a:pt x="1905" y="62889"/>
                            <a:pt x="2191" y="64509"/>
                            <a:pt x="2667" y="66128"/>
                          </a:cubicBezTo>
                          <a:cubicBezTo>
                            <a:pt x="2762" y="66414"/>
                            <a:pt x="2857" y="66795"/>
                            <a:pt x="2953" y="67080"/>
                          </a:cubicBezTo>
                          <a:cubicBezTo>
                            <a:pt x="2953" y="67080"/>
                            <a:pt x="2953" y="67080"/>
                            <a:pt x="2953" y="67080"/>
                          </a:cubicBezTo>
                          <a:cubicBezTo>
                            <a:pt x="3429" y="68890"/>
                            <a:pt x="4000" y="70605"/>
                            <a:pt x="4667" y="72414"/>
                          </a:cubicBezTo>
                          <a:cubicBezTo>
                            <a:pt x="4763" y="72605"/>
                            <a:pt x="4763" y="72700"/>
                            <a:pt x="4858" y="72891"/>
                          </a:cubicBezTo>
                          <a:cubicBezTo>
                            <a:pt x="4858" y="72891"/>
                            <a:pt x="4858" y="72891"/>
                            <a:pt x="4858" y="72891"/>
                          </a:cubicBezTo>
                          <a:cubicBezTo>
                            <a:pt x="5524" y="74891"/>
                            <a:pt x="6286" y="76891"/>
                            <a:pt x="7144" y="78891"/>
                          </a:cubicBezTo>
                          <a:cubicBezTo>
                            <a:pt x="7144" y="78987"/>
                            <a:pt x="7239" y="78987"/>
                            <a:pt x="7239" y="79082"/>
                          </a:cubicBezTo>
                          <a:cubicBezTo>
                            <a:pt x="7334" y="79272"/>
                            <a:pt x="7429" y="79463"/>
                            <a:pt x="7429" y="79558"/>
                          </a:cubicBezTo>
                          <a:cubicBezTo>
                            <a:pt x="8287" y="81558"/>
                            <a:pt x="9144" y="83559"/>
                            <a:pt x="10096" y="85559"/>
                          </a:cubicBezTo>
                          <a:cubicBezTo>
                            <a:pt x="10287" y="85940"/>
                            <a:pt x="10573" y="86416"/>
                            <a:pt x="10763" y="86797"/>
                          </a:cubicBezTo>
                          <a:cubicBezTo>
                            <a:pt x="10763" y="86892"/>
                            <a:pt x="10858" y="86988"/>
                            <a:pt x="10858" y="86988"/>
                          </a:cubicBezTo>
                          <a:cubicBezTo>
                            <a:pt x="11716" y="88797"/>
                            <a:pt x="12668" y="90607"/>
                            <a:pt x="13621" y="92417"/>
                          </a:cubicBezTo>
                          <a:cubicBezTo>
                            <a:pt x="13811" y="92798"/>
                            <a:pt x="14002" y="93084"/>
                            <a:pt x="14192" y="93465"/>
                          </a:cubicBezTo>
                          <a:cubicBezTo>
                            <a:pt x="14192" y="93465"/>
                            <a:pt x="14192" y="93560"/>
                            <a:pt x="14288" y="93560"/>
                          </a:cubicBezTo>
                          <a:cubicBezTo>
                            <a:pt x="14954" y="94703"/>
                            <a:pt x="15621" y="95846"/>
                            <a:pt x="16288" y="96989"/>
                          </a:cubicBezTo>
                          <a:cubicBezTo>
                            <a:pt x="16573" y="97465"/>
                            <a:pt x="16764" y="97846"/>
                            <a:pt x="17050" y="98322"/>
                          </a:cubicBezTo>
                          <a:cubicBezTo>
                            <a:pt x="17240" y="98703"/>
                            <a:pt x="17431" y="99084"/>
                            <a:pt x="17716" y="99465"/>
                          </a:cubicBezTo>
                          <a:cubicBezTo>
                            <a:pt x="17812" y="99656"/>
                            <a:pt x="17907" y="99846"/>
                            <a:pt x="18002" y="99942"/>
                          </a:cubicBezTo>
                          <a:cubicBezTo>
                            <a:pt x="18002" y="99942"/>
                            <a:pt x="18002" y="100037"/>
                            <a:pt x="18097" y="100037"/>
                          </a:cubicBezTo>
                          <a:cubicBezTo>
                            <a:pt x="18574" y="100799"/>
                            <a:pt x="19050" y="101466"/>
                            <a:pt x="19431" y="102228"/>
                          </a:cubicBezTo>
                          <a:cubicBezTo>
                            <a:pt x="20383" y="103656"/>
                            <a:pt x="21241" y="105180"/>
                            <a:pt x="22193" y="106609"/>
                          </a:cubicBezTo>
                          <a:cubicBezTo>
                            <a:pt x="22288" y="106704"/>
                            <a:pt x="22288" y="106800"/>
                            <a:pt x="22384" y="106895"/>
                          </a:cubicBezTo>
                          <a:cubicBezTo>
                            <a:pt x="22384" y="106895"/>
                            <a:pt x="22384" y="106895"/>
                            <a:pt x="22384" y="106895"/>
                          </a:cubicBezTo>
                          <a:cubicBezTo>
                            <a:pt x="22574" y="107180"/>
                            <a:pt x="22765" y="107466"/>
                            <a:pt x="22955" y="107752"/>
                          </a:cubicBezTo>
                          <a:cubicBezTo>
                            <a:pt x="24193" y="109562"/>
                            <a:pt x="25432" y="111372"/>
                            <a:pt x="26765" y="113277"/>
                          </a:cubicBezTo>
                          <a:cubicBezTo>
                            <a:pt x="26956" y="113562"/>
                            <a:pt x="27146" y="113753"/>
                            <a:pt x="27337" y="114039"/>
                          </a:cubicBezTo>
                          <a:cubicBezTo>
                            <a:pt x="27432" y="114229"/>
                            <a:pt x="27527" y="114420"/>
                            <a:pt x="27718" y="114515"/>
                          </a:cubicBezTo>
                          <a:cubicBezTo>
                            <a:pt x="27718" y="114610"/>
                            <a:pt x="27813" y="114610"/>
                            <a:pt x="27813" y="114705"/>
                          </a:cubicBezTo>
                          <a:cubicBezTo>
                            <a:pt x="29146" y="116515"/>
                            <a:pt x="30480" y="118325"/>
                            <a:pt x="31909" y="120230"/>
                          </a:cubicBezTo>
                          <a:cubicBezTo>
                            <a:pt x="32480" y="120992"/>
                            <a:pt x="33147" y="121849"/>
                            <a:pt x="33718" y="122611"/>
                          </a:cubicBezTo>
                          <a:cubicBezTo>
                            <a:pt x="33814" y="122706"/>
                            <a:pt x="33814" y="122706"/>
                            <a:pt x="33909" y="122802"/>
                          </a:cubicBezTo>
                          <a:cubicBezTo>
                            <a:pt x="35147" y="124326"/>
                            <a:pt x="36385" y="125945"/>
                            <a:pt x="37624" y="127469"/>
                          </a:cubicBezTo>
                          <a:cubicBezTo>
                            <a:pt x="38195" y="128136"/>
                            <a:pt x="38767" y="128898"/>
                            <a:pt x="39338" y="129564"/>
                          </a:cubicBezTo>
                          <a:cubicBezTo>
                            <a:pt x="40005" y="130422"/>
                            <a:pt x="40767" y="131279"/>
                            <a:pt x="41529" y="132136"/>
                          </a:cubicBezTo>
                          <a:cubicBezTo>
                            <a:pt x="42767" y="133565"/>
                            <a:pt x="44005" y="135089"/>
                            <a:pt x="45339" y="136613"/>
                          </a:cubicBezTo>
                          <a:cubicBezTo>
                            <a:pt x="45434" y="136803"/>
                            <a:pt x="45625" y="136899"/>
                            <a:pt x="45720" y="137089"/>
                          </a:cubicBezTo>
                          <a:cubicBezTo>
                            <a:pt x="47530" y="139089"/>
                            <a:pt x="49339" y="141185"/>
                            <a:pt x="51244" y="143185"/>
                          </a:cubicBezTo>
                          <a:cubicBezTo>
                            <a:pt x="51435" y="143376"/>
                            <a:pt x="51530" y="143471"/>
                            <a:pt x="51721" y="143661"/>
                          </a:cubicBezTo>
                          <a:cubicBezTo>
                            <a:pt x="51911" y="143852"/>
                            <a:pt x="52006" y="143947"/>
                            <a:pt x="52197" y="144138"/>
                          </a:cubicBezTo>
                          <a:cubicBezTo>
                            <a:pt x="52388" y="144423"/>
                            <a:pt x="52673" y="144614"/>
                            <a:pt x="52864" y="144900"/>
                          </a:cubicBezTo>
                          <a:cubicBezTo>
                            <a:pt x="55054" y="147281"/>
                            <a:pt x="57340" y="149662"/>
                            <a:pt x="59626" y="152043"/>
                          </a:cubicBezTo>
                          <a:cubicBezTo>
                            <a:pt x="60007" y="152424"/>
                            <a:pt x="60388" y="152710"/>
                            <a:pt x="60674" y="153091"/>
                          </a:cubicBezTo>
                          <a:cubicBezTo>
                            <a:pt x="61817" y="154234"/>
                            <a:pt x="63055" y="155472"/>
                            <a:pt x="64198" y="156615"/>
                          </a:cubicBezTo>
                          <a:cubicBezTo>
                            <a:pt x="64960" y="157377"/>
                            <a:pt x="65722" y="158139"/>
                            <a:pt x="66484" y="158901"/>
                          </a:cubicBezTo>
                          <a:cubicBezTo>
                            <a:pt x="66580" y="158997"/>
                            <a:pt x="66580" y="158997"/>
                            <a:pt x="66675" y="159092"/>
                          </a:cubicBezTo>
                          <a:cubicBezTo>
                            <a:pt x="67246" y="159663"/>
                            <a:pt x="67818" y="160235"/>
                            <a:pt x="68389" y="160711"/>
                          </a:cubicBezTo>
                          <a:cubicBezTo>
                            <a:pt x="70866" y="163092"/>
                            <a:pt x="73438" y="165569"/>
                            <a:pt x="76105" y="167950"/>
                          </a:cubicBezTo>
                          <a:cubicBezTo>
                            <a:pt x="76200" y="168045"/>
                            <a:pt x="76295" y="168141"/>
                            <a:pt x="76390" y="168236"/>
                          </a:cubicBezTo>
                          <a:cubicBezTo>
                            <a:pt x="78962" y="170617"/>
                            <a:pt x="81534" y="172903"/>
                            <a:pt x="84201" y="175284"/>
                          </a:cubicBezTo>
                          <a:cubicBezTo>
                            <a:pt x="85058" y="176046"/>
                            <a:pt x="86011" y="176808"/>
                            <a:pt x="86868" y="177570"/>
                          </a:cubicBezTo>
                          <a:cubicBezTo>
                            <a:pt x="88773" y="179285"/>
                            <a:pt x="90773" y="180999"/>
                            <a:pt x="92773" y="182714"/>
                          </a:cubicBezTo>
                          <a:cubicBezTo>
                            <a:pt x="93821" y="183571"/>
                            <a:pt x="94774" y="184428"/>
                            <a:pt x="95821" y="185286"/>
                          </a:cubicBezTo>
                          <a:cubicBezTo>
                            <a:pt x="97917" y="187000"/>
                            <a:pt x="100013" y="188810"/>
                            <a:pt x="102203" y="190524"/>
                          </a:cubicBezTo>
                          <a:cubicBezTo>
                            <a:pt x="102203" y="190524"/>
                            <a:pt x="102298" y="190524"/>
                            <a:pt x="102298" y="190620"/>
                          </a:cubicBezTo>
                          <a:cubicBezTo>
                            <a:pt x="103156" y="191286"/>
                            <a:pt x="104013" y="192048"/>
                            <a:pt x="104870" y="192715"/>
                          </a:cubicBezTo>
                          <a:cubicBezTo>
                            <a:pt x="107918" y="195192"/>
                            <a:pt x="111061" y="197573"/>
                            <a:pt x="114205" y="200049"/>
                          </a:cubicBezTo>
                          <a:cubicBezTo>
                            <a:pt x="118015" y="203002"/>
                            <a:pt x="121825" y="205860"/>
                            <a:pt x="125730" y="208717"/>
                          </a:cubicBezTo>
                          <a:cubicBezTo>
                            <a:pt x="126968" y="209670"/>
                            <a:pt x="128302" y="210527"/>
                            <a:pt x="129540" y="211479"/>
                          </a:cubicBezTo>
                          <a:cubicBezTo>
                            <a:pt x="132207" y="213384"/>
                            <a:pt x="134779" y="215289"/>
                            <a:pt x="137446" y="217099"/>
                          </a:cubicBezTo>
                          <a:cubicBezTo>
                            <a:pt x="138970" y="218147"/>
                            <a:pt x="140494" y="219195"/>
                            <a:pt x="142018" y="220242"/>
                          </a:cubicBezTo>
                          <a:cubicBezTo>
                            <a:pt x="144494" y="221957"/>
                            <a:pt x="146971" y="223671"/>
                            <a:pt x="149447" y="225291"/>
                          </a:cubicBezTo>
                          <a:cubicBezTo>
                            <a:pt x="150971" y="226338"/>
                            <a:pt x="152590" y="227386"/>
                            <a:pt x="154114" y="228434"/>
                          </a:cubicBezTo>
                          <a:cubicBezTo>
                            <a:pt x="156591" y="230053"/>
                            <a:pt x="159163" y="231672"/>
                            <a:pt x="161734" y="233292"/>
                          </a:cubicBezTo>
                          <a:cubicBezTo>
                            <a:pt x="163163" y="234244"/>
                            <a:pt x="164592" y="235101"/>
                            <a:pt x="166021" y="236054"/>
                          </a:cubicBezTo>
                          <a:cubicBezTo>
                            <a:pt x="170974" y="239197"/>
                            <a:pt x="175927" y="242245"/>
                            <a:pt x="180975" y="245198"/>
                          </a:cubicBezTo>
                          <a:cubicBezTo>
                            <a:pt x="181927" y="245769"/>
                            <a:pt x="182785" y="246246"/>
                            <a:pt x="183737" y="246817"/>
                          </a:cubicBezTo>
                          <a:cubicBezTo>
                            <a:pt x="188119" y="249389"/>
                            <a:pt x="192595" y="251961"/>
                            <a:pt x="197072" y="254437"/>
                          </a:cubicBezTo>
                          <a:cubicBezTo>
                            <a:pt x="198215" y="255104"/>
                            <a:pt x="199358" y="255675"/>
                            <a:pt x="200501" y="256342"/>
                          </a:cubicBezTo>
                          <a:cubicBezTo>
                            <a:pt x="203835" y="258152"/>
                            <a:pt x="207169" y="259962"/>
                            <a:pt x="210598" y="261771"/>
                          </a:cubicBezTo>
                          <a:cubicBezTo>
                            <a:pt x="211455" y="262248"/>
                            <a:pt x="212312" y="262724"/>
                            <a:pt x="213074" y="263105"/>
                          </a:cubicBezTo>
                          <a:cubicBezTo>
                            <a:pt x="217265" y="265296"/>
                            <a:pt x="221456" y="267391"/>
                            <a:pt x="225647" y="269487"/>
                          </a:cubicBezTo>
                          <a:cubicBezTo>
                            <a:pt x="227171" y="270249"/>
                            <a:pt x="228695" y="271011"/>
                            <a:pt x="230219" y="271773"/>
                          </a:cubicBezTo>
                          <a:cubicBezTo>
                            <a:pt x="232600" y="272916"/>
                            <a:pt x="234982" y="274059"/>
                            <a:pt x="237268" y="275202"/>
                          </a:cubicBezTo>
                          <a:cubicBezTo>
                            <a:pt x="237744" y="275392"/>
                            <a:pt x="238220" y="275678"/>
                            <a:pt x="238696" y="275868"/>
                          </a:cubicBezTo>
                          <a:cubicBezTo>
                            <a:pt x="239839" y="276440"/>
                            <a:pt x="241078" y="276916"/>
                            <a:pt x="242221" y="277488"/>
                          </a:cubicBezTo>
                          <a:cubicBezTo>
                            <a:pt x="244507" y="278535"/>
                            <a:pt x="246697" y="279583"/>
                            <a:pt x="248984" y="280536"/>
                          </a:cubicBezTo>
                          <a:cubicBezTo>
                            <a:pt x="250793" y="281393"/>
                            <a:pt x="252603" y="282155"/>
                            <a:pt x="254413" y="282917"/>
                          </a:cubicBezTo>
                          <a:cubicBezTo>
                            <a:pt x="256318" y="283774"/>
                            <a:pt x="258318" y="284631"/>
                            <a:pt x="260223" y="285393"/>
                          </a:cubicBezTo>
                          <a:cubicBezTo>
                            <a:pt x="262033" y="286155"/>
                            <a:pt x="263842" y="286917"/>
                            <a:pt x="265747" y="287679"/>
                          </a:cubicBezTo>
                          <a:cubicBezTo>
                            <a:pt x="267652" y="288441"/>
                            <a:pt x="269557" y="289299"/>
                            <a:pt x="271463" y="290061"/>
                          </a:cubicBezTo>
                          <a:cubicBezTo>
                            <a:pt x="272605" y="290537"/>
                            <a:pt x="273748" y="290918"/>
                            <a:pt x="274891" y="291394"/>
                          </a:cubicBezTo>
                          <a:cubicBezTo>
                            <a:pt x="275653" y="291680"/>
                            <a:pt x="276415" y="291966"/>
                            <a:pt x="277082" y="292251"/>
                          </a:cubicBezTo>
                          <a:cubicBezTo>
                            <a:pt x="278892" y="292918"/>
                            <a:pt x="280702" y="293680"/>
                            <a:pt x="282416" y="294347"/>
                          </a:cubicBezTo>
                          <a:cubicBezTo>
                            <a:pt x="284321" y="295014"/>
                            <a:pt x="286131" y="295776"/>
                            <a:pt x="288036" y="296442"/>
                          </a:cubicBezTo>
                          <a:cubicBezTo>
                            <a:pt x="289846" y="297109"/>
                            <a:pt x="291560" y="297776"/>
                            <a:pt x="293370" y="298347"/>
                          </a:cubicBezTo>
                          <a:cubicBezTo>
                            <a:pt x="295180" y="299014"/>
                            <a:pt x="296989" y="299586"/>
                            <a:pt x="298799" y="300252"/>
                          </a:cubicBezTo>
                          <a:cubicBezTo>
                            <a:pt x="300609" y="300824"/>
                            <a:pt x="302419" y="301491"/>
                            <a:pt x="304228" y="302062"/>
                          </a:cubicBezTo>
                          <a:cubicBezTo>
                            <a:pt x="306038" y="302634"/>
                            <a:pt x="307753" y="303205"/>
                            <a:pt x="309563" y="303777"/>
                          </a:cubicBezTo>
                          <a:cubicBezTo>
                            <a:pt x="311372" y="304348"/>
                            <a:pt x="313182" y="304920"/>
                            <a:pt x="314896" y="305396"/>
                          </a:cubicBezTo>
                          <a:cubicBezTo>
                            <a:pt x="316516" y="305872"/>
                            <a:pt x="318230" y="306348"/>
                            <a:pt x="319849" y="306825"/>
                          </a:cubicBezTo>
                          <a:cubicBezTo>
                            <a:pt x="321850" y="307396"/>
                            <a:pt x="323755" y="307968"/>
                            <a:pt x="325660" y="308444"/>
                          </a:cubicBezTo>
                          <a:cubicBezTo>
                            <a:pt x="326326" y="308634"/>
                            <a:pt x="326993" y="308825"/>
                            <a:pt x="327660" y="308920"/>
                          </a:cubicBezTo>
                          <a:cubicBezTo>
                            <a:pt x="328613" y="309206"/>
                            <a:pt x="329565" y="309396"/>
                            <a:pt x="330517" y="309682"/>
                          </a:cubicBezTo>
                          <a:cubicBezTo>
                            <a:pt x="332422" y="310158"/>
                            <a:pt x="334327" y="310635"/>
                            <a:pt x="336232" y="311111"/>
                          </a:cubicBezTo>
                          <a:cubicBezTo>
                            <a:pt x="337756" y="311492"/>
                            <a:pt x="339185" y="311778"/>
                            <a:pt x="340614" y="312159"/>
                          </a:cubicBezTo>
                          <a:cubicBezTo>
                            <a:pt x="342900" y="312730"/>
                            <a:pt x="345091" y="313206"/>
                            <a:pt x="347281" y="313683"/>
                          </a:cubicBezTo>
                          <a:cubicBezTo>
                            <a:pt x="347377" y="313683"/>
                            <a:pt x="347472" y="313683"/>
                            <a:pt x="347567" y="313778"/>
                          </a:cubicBezTo>
                          <a:cubicBezTo>
                            <a:pt x="348901" y="314064"/>
                            <a:pt x="350234" y="314349"/>
                            <a:pt x="351568" y="314635"/>
                          </a:cubicBezTo>
                          <a:cubicBezTo>
                            <a:pt x="353759" y="315111"/>
                            <a:pt x="355949" y="315492"/>
                            <a:pt x="358140" y="315873"/>
                          </a:cubicBezTo>
                          <a:cubicBezTo>
                            <a:pt x="359664" y="316159"/>
                            <a:pt x="361283" y="316445"/>
                            <a:pt x="362807" y="316731"/>
                          </a:cubicBezTo>
                          <a:cubicBezTo>
                            <a:pt x="363569" y="316826"/>
                            <a:pt x="364331" y="317016"/>
                            <a:pt x="365093" y="317112"/>
                          </a:cubicBezTo>
                          <a:cubicBezTo>
                            <a:pt x="367570" y="317493"/>
                            <a:pt x="370046" y="317874"/>
                            <a:pt x="372427" y="318159"/>
                          </a:cubicBezTo>
                          <a:cubicBezTo>
                            <a:pt x="372809" y="318159"/>
                            <a:pt x="373094" y="318255"/>
                            <a:pt x="373475" y="318255"/>
                          </a:cubicBezTo>
                          <a:cubicBezTo>
                            <a:pt x="376238" y="318540"/>
                            <a:pt x="378905" y="318826"/>
                            <a:pt x="381476" y="319112"/>
                          </a:cubicBezTo>
                          <a:cubicBezTo>
                            <a:pt x="382143" y="319207"/>
                            <a:pt x="382810" y="319207"/>
                            <a:pt x="383572" y="319302"/>
                          </a:cubicBezTo>
                          <a:cubicBezTo>
                            <a:pt x="385477" y="319493"/>
                            <a:pt x="387382" y="319588"/>
                            <a:pt x="389287" y="319683"/>
                          </a:cubicBezTo>
                          <a:cubicBezTo>
                            <a:pt x="390239" y="319779"/>
                            <a:pt x="391192" y="319779"/>
                            <a:pt x="392049" y="319779"/>
                          </a:cubicBezTo>
                          <a:cubicBezTo>
                            <a:pt x="393287" y="319779"/>
                            <a:pt x="394525" y="319874"/>
                            <a:pt x="395764" y="319874"/>
                          </a:cubicBezTo>
                          <a:cubicBezTo>
                            <a:pt x="396526" y="319874"/>
                            <a:pt x="397288" y="319874"/>
                            <a:pt x="397955" y="319874"/>
                          </a:cubicBezTo>
                          <a:cubicBezTo>
                            <a:pt x="398526" y="319874"/>
                            <a:pt x="399193" y="319874"/>
                            <a:pt x="399859" y="319874"/>
                          </a:cubicBezTo>
                          <a:cubicBezTo>
                            <a:pt x="402336" y="319874"/>
                            <a:pt x="404813" y="319779"/>
                            <a:pt x="407289" y="319683"/>
                          </a:cubicBezTo>
                          <a:cubicBezTo>
                            <a:pt x="407860" y="319683"/>
                            <a:pt x="408432" y="319588"/>
                            <a:pt x="409003" y="319588"/>
                          </a:cubicBezTo>
                          <a:cubicBezTo>
                            <a:pt x="410813" y="319493"/>
                            <a:pt x="412623" y="319302"/>
                            <a:pt x="414338" y="319112"/>
                          </a:cubicBezTo>
                          <a:cubicBezTo>
                            <a:pt x="415195" y="319017"/>
                            <a:pt x="415957" y="318921"/>
                            <a:pt x="416719" y="318826"/>
                          </a:cubicBezTo>
                          <a:cubicBezTo>
                            <a:pt x="418243" y="318636"/>
                            <a:pt x="419767" y="318445"/>
                            <a:pt x="421195" y="318159"/>
                          </a:cubicBezTo>
                          <a:cubicBezTo>
                            <a:pt x="421957" y="318064"/>
                            <a:pt x="422815" y="317874"/>
                            <a:pt x="423577" y="317778"/>
                          </a:cubicBezTo>
                          <a:cubicBezTo>
                            <a:pt x="425101" y="317493"/>
                            <a:pt x="426530" y="317207"/>
                            <a:pt x="427958" y="316826"/>
                          </a:cubicBezTo>
                          <a:cubicBezTo>
                            <a:pt x="428625" y="316635"/>
                            <a:pt x="429292" y="316540"/>
                            <a:pt x="429959" y="316350"/>
                          </a:cubicBezTo>
                          <a:cubicBezTo>
                            <a:pt x="431959" y="315873"/>
                            <a:pt x="433959" y="315302"/>
                            <a:pt x="435864" y="314635"/>
                          </a:cubicBezTo>
                          <a:cubicBezTo>
                            <a:pt x="437769" y="313968"/>
                            <a:pt x="439579" y="313302"/>
                            <a:pt x="441293" y="312540"/>
                          </a:cubicBezTo>
                          <a:cubicBezTo>
                            <a:pt x="441865" y="312349"/>
                            <a:pt x="442341" y="312063"/>
                            <a:pt x="442817" y="311778"/>
                          </a:cubicBezTo>
                          <a:cubicBezTo>
                            <a:pt x="443960" y="311206"/>
                            <a:pt x="445103" y="310635"/>
                            <a:pt x="446246" y="310063"/>
                          </a:cubicBezTo>
                          <a:cubicBezTo>
                            <a:pt x="446818" y="309777"/>
                            <a:pt x="447294" y="309492"/>
                            <a:pt x="447865" y="309206"/>
                          </a:cubicBezTo>
                          <a:cubicBezTo>
                            <a:pt x="448913" y="308539"/>
                            <a:pt x="449961" y="307968"/>
                            <a:pt x="450913" y="307206"/>
                          </a:cubicBezTo>
                          <a:cubicBezTo>
                            <a:pt x="451294" y="306920"/>
                            <a:pt x="451771" y="306634"/>
                            <a:pt x="452152" y="306348"/>
                          </a:cubicBezTo>
                          <a:cubicBezTo>
                            <a:pt x="453485" y="305396"/>
                            <a:pt x="454723" y="304348"/>
                            <a:pt x="455962" y="303300"/>
                          </a:cubicBezTo>
                          <a:cubicBezTo>
                            <a:pt x="456057" y="303205"/>
                            <a:pt x="456152" y="303110"/>
                            <a:pt x="456343" y="302919"/>
                          </a:cubicBezTo>
                          <a:cubicBezTo>
                            <a:pt x="457390" y="301967"/>
                            <a:pt x="458343" y="300919"/>
                            <a:pt x="459295" y="299871"/>
                          </a:cubicBezTo>
                          <a:cubicBezTo>
                            <a:pt x="459581" y="299490"/>
                            <a:pt x="459962" y="299109"/>
                            <a:pt x="460248" y="298728"/>
                          </a:cubicBezTo>
                          <a:cubicBezTo>
                            <a:pt x="460915" y="297871"/>
                            <a:pt x="461581" y="297014"/>
                            <a:pt x="462153" y="296157"/>
                          </a:cubicBezTo>
                          <a:cubicBezTo>
                            <a:pt x="462439" y="295776"/>
                            <a:pt x="462724" y="295299"/>
                            <a:pt x="463010" y="294823"/>
                          </a:cubicBezTo>
                          <a:cubicBezTo>
                            <a:pt x="486061" y="259295"/>
                            <a:pt x="445103" y="189000"/>
                            <a:pt x="355092" y="119849"/>
                          </a:cubicBezTo>
                          <a:close/>
                          <a:moveTo>
                            <a:pt x="421100" y="221957"/>
                          </a:moveTo>
                          <a:cubicBezTo>
                            <a:pt x="421291" y="222243"/>
                            <a:pt x="421386" y="222528"/>
                            <a:pt x="421481" y="222909"/>
                          </a:cubicBezTo>
                          <a:cubicBezTo>
                            <a:pt x="422148" y="224433"/>
                            <a:pt x="422910" y="225862"/>
                            <a:pt x="423481" y="227386"/>
                          </a:cubicBezTo>
                          <a:cubicBezTo>
                            <a:pt x="423481" y="227386"/>
                            <a:pt x="423481" y="227386"/>
                            <a:pt x="423481" y="227386"/>
                          </a:cubicBezTo>
                          <a:cubicBezTo>
                            <a:pt x="424148" y="228910"/>
                            <a:pt x="424720" y="230529"/>
                            <a:pt x="425291" y="232053"/>
                          </a:cubicBezTo>
                          <a:cubicBezTo>
                            <a:pt x="425482" y="232530"/>
                            <a:pt x="425577" y="232911"/>
                            <a:pt x="425767" y="233387"/>
                          </a:cubicBezTo>
                          <a:cubicBezTo>
                            <a:pt x="426053" y="234149"/>
                            <a:pt x="426244" y="234816"/>
                            <a:pt x="426434" y="235578"/>
                          </a:cubicBezTo>
                          <a:cubicBezTo>
                            <a:pt x="426720" y="236435"/>
                            <a:pt x="427006" y="237197"/>
                            <a:pt x="427196" y="238054"/>
                          </a:cubicBezTo>
                          <a:cubicBezTo>
                            <a:pt x="427196" y="238054"/>
                            <a:pt x="427196" y="238054"/>
                            <a:pt x="427196" y="238149"/>
                          </a:cubicBezTo>
                          <a:cubicBezTo>
                            <a:pt x="427482" y="239388"/>
                            <a:pt x="427768" y="240530"/>
                            <a:pt x="428053" y="241674"/>
                          </a:cubicBezTo>
                          <a:cubicBezTo>
                            <a:pt x="428053" y="241674"/>
                            <a:pt x="428053" y="241674"/>
                            <a:pt x="428053" y="241674"/>
                          </a:cubicBezTo>
                          <a:cubicBezTo>
                            <a:pt x="428149" y="242245"/>
                            <a:pt x="428244" y="242721"/>
                            <a:pt x="428339" y="243293"/>
                          </a:cubicBezTo>
                          <a:cubicBezTo>
                            <a:pt x="428434" y="244055"/>
                            <a:pt x="428625" y="244722"/>
                            <a:pt x="428720" y="245484"/>
                          </a:cubicBezTo>
                          <a:cubicBezTo>
                            <a:pt x="428720" y="245484"/>
                            <a:pt x="428720" y="245579"/>
                            <a:pt x="428720" y="245579"/>
                          </a:cubicBezTo>
                          <a:cubicBezTo>
                            <a:pt x="428815" y="246341"/>
                            <a:pt x="429006" y="247008"/>
                            <a:pt x="429006" y="247770"/>
                          </a:cubicBezTo>
                          <a:cubicBezTo>
                            <a:pt x="429006" y="247960"/>
                            <a:pt x="429006" y="248151"/>
                            <a:pt x="429101" y="248341"/>
                          </a:cubicBezTo>
                          <a:cubicBezTo>
                            <a:pt x="429196" y="249579"/>
                            <a:pt x="429292" y="250913"/>
                            <a:pt x="429387" y="252151"/>
                          </a:cubicBezTo>
                          <a:cubicBezTo>
                            <a:pt x="429387" y="252342"/>
                            <a:pt x="429387" y="252532"/>
                            <a:pt x="429387" y="252627"/>
                          </a:cubicBezTo>
                          <a:cubicBezTo>
                            <a:pt x="429387" y="252818"/>
                            <a:pt x="429387" y="253008"/>
                            <a:pt x="429387" y="253103"/>
                          </a:cubicBezTo>
                          <a:cubicBezTo>
                            <a:pt x="429387" y="253103"/>
                            <a:pt x="429387" y="253199"/>
                            <a:pt x="429387" y="253199"/>
                          </a:cubicBezTo>
                          <a:cubicBezTo>
                            <a:pt x="429387" y="253580"/>
                            <a:pt x="429387" y="253961"/>
                            <a:pt x="429387" y="254247"/>
                          </a:cubicBezTo>
                          <a:cubicBezTo>
                            <a:pt x="429387" y="254628"/>
                            <a:pt x="429387" y="254913"/>
                            <a:pt x="429387" y="255294"/>
                          </a:cubicBezTo>
                          <a:cubicBezTo>
                            <a:pt x="429387" y="255771"/>
                            <a:pt x="429387" y="256342"/>
                            <a:pt x="429292" y="256914"/>
                          </a:cubicBezTo>
                          <a:cubicBezTo>
                            <a:pt x="429292" y="257199"/>
                            <a:pt x="429196" y="257580"/>
                            <a:pt x="429196" y="257866"/>
                          </a:cubicBezTo>
                          <a:cubicBezTo>
                            <a:pt x="429101" y="258438"/>
                            <a:pt x="429006" y="258914"/>
                            <a:pt x="429006" y="259485"/>
                          </a:cubicBezTo>
                          <a:cubicBezTo>
                            <a:pt x="428911" y="260152"/>
                            <a:pt x="428815" y="260819"/>
                            <a:pt x="428720" y="261390"/>
                          </a:cubicBezTo>
                          <a:cubicBezTo>
                            <a:pt x="428434" y="262629"/>
                            <a:pt x="428149" y="263772"/>
                            <a:pt x="427768" y="265010"/>
                          </a:cubicBezTo>
                          <a:cubicBezTo>
                            <a:pt x="427577" y="265581"/>
                            <a:pt x="427387" y="266058"/>
                            <a:pt x="427196" y="266629"/>
                          </a:cubicBezTo>
                          <a:cubicBezTo>
                            <a:pt x="427101" y="266820"/>
                            <a:pt x="427101" y="266915"/>
                            <a:pt x="427006" y="267105"/>
                          </a:cubicBezTo>
                          <a:cubicBezTo>
                            <a:pt x="426815" y="267677"/>
                            <a:pt x="426530" y="268344"/>
                            <a:pt x="426244" y="268915"/>
                          </a:cubicBezTo>
                          <a:cubicBezTo>
                            <a:pt x="425958" y="269487"/>
                            <a:pt x="425672" y="270058"/>
                            <a:pt x="425291" y="270630"/>
                          </a:cubicBezTo>
                          <a:cubicBezTo>
                            <a:pt x="425291" y="270725"/>
                            <a:pt x="425196" y="270820"/>
                            <a:pt x="425196" y="270820"/>
                          </a:cubicBezTo>
                          <a:cubicBezTo>
                            <a:pt x="424910" y="271296"/>
                            <a:pt x="424624" y="271868"/>
                            <a:pt x="424339" y="272344"/>
                          </a:cubicBezTo>
                          <a:cubicBezTo>
                            <a:pt x="424243" y="272535"/>
                            <a:pt x="424148" y="272630"/>
                            <a:pt x="424053" y="272820"/>
                          </a:cubicBezTo>
                          <a:cubicBezTo>
                            <a:pt x="423958" y="273011"/>
                            <a:pt x="423767" y="273201"/>
                            <a:pt x="423672" y="273392"/>
                          </a:cubicBezTo>
                          <a:cubicBezTo>
                            <a:pt x="423481" y="273678"/>
                            <a:pt x="423196" y="274059"/>
                            <a:pt x="423005" y="274344"/>
                          </a:cubicBezTo>
                          <a:cubicBezTo>
                            <a:pt x="422719" y="274725"/>
                            <a:pt x="422434" y="275106"/>
                            <a:pt x="422148" y="275487"/>
                          </a:cubicBezTo>
                          <a:cubicBezTo>
                            <a:pt x="421957" y="275678"/>
                            <a:pt x="421767" y="275868"/>
                            <a:pt x="421672" y="276059"/>
                          </a:cubicBezTo>
                          <a:cubicBezTo>
                            <a:pt x="421576" y="276154"/>
                            <a:pt x="421481" y="276249"/>
                            <a:pt x="421386" y="276440"/>
                          </a:cubicBezTo>
                          <a:cubicBezTo>
                            <a:pt x="421195" y="276630"/>
                            <a:pt x="421005" y="276821"/>
                            <a:pt x="420814" y="277011"/>
                          </a:cubicBezTo>
                          <a:lnTo>
                            <a:pt x="420814" y="277011"/>
                          </a:lnTo>
                          <a:cubicBezTo>
                            <a:pt x="420624" y="277202"/>
                            <a:pt x="420434" y="277392"/>
                            <a:pt x="420243" y="277583"/>
                          </a:cubicBezTo>
                          <a:cubicBezTo>
                            <a:pt x="419862" y="278059"/>
                            <a:pt x="419386" y="278440"/>
                            <a:pt x="419005" y="278916"/>
                          </a:cubicBezTo>
                          <a:cubicBezTo>
                            <a:pt x="419005" y="278916"/>
                            <a:pt x="418909" y="279012"/>
                            <a:pt x="418909" y="279012"/>
                          </a:cubicBezTo>
                          <a:cubicBezTo>
                            <a:pt x="418814" y="279107"/>
                            <a:pt x="418814" y="279202"/>
                            <a:pt x="418719" y="279202"/>
                          </a:cubicBezTo>
                          <a:cubicBezTo>
                            <a:pt x="418147" y="279678"/>
                            <a:pt x="417576" y="280155"/>
                            <a:pt x="417005" y="280631"/>
                          </a:cubicBezTo>
                          <a:cubicBezTo>
                            <a:pt x="416528" y="281012"/>
                            <a:pt x="416052" y="281393"/>
                            <a:pt x="415576" y="281774"/>
                          </a:cubicBezTo>
                          <a:cubicBezTo>
                            <a:pt x="415290" y="282060"/>
                            <a:pt x="414909" y="282250"/>
                            <a:pt x="414528" y="282441"/>
                          </a:cubicBezTo>
                          <a:cubicBezTo>
                            <a:pt x="414052" y="282726"/>
                            <a:pt x="413575" y="283012"/>
                            <a:pt x="413099" y="283298"/>
                          </a:cubicBezTo>
                          <a:cubicBezTo>
                            <a:pt x="412718" y="283584"/>
                            <a:pt x="412337" y="283774"/>
                            <a:pt x="411956" y="284060"/>
                          </a:cubicBezTo>
                          <a:cubicBezTo>
                            <a:pt x="411575" y="284250"/>
                            <a:pt x="411194" y="284441"/>
                            <a:pt x="410813" y="284727"/>
                          </a:cubicBezTo>
                          <a:cubicBezTo>
                            <a:pt x="410718" y="284727"/>
                            <a:pt x="410718" y="284822"/>
                            <a:pt x="410623" y="284822"/>
                          </a:cubicBezTo>
                          <a:cubicBezTo>
                            <a:pt x="409956" y="285203"/>
                            <a:pt x="409194" y="285489"/>
                            <a:pt x="408527" y="285870"/>
                          </a:cubicBezTo>
                          <a:cubicBezTo>
                            <a:pt x="408241" y="285965"/>
                            <a:pt x="408051" y="286155"/>
                            <a:pt x="407860" y="286251"/>
                          </a:cubicBezTo>
                          <a:cubicBezTo>
                            <a:pt x="407480" y="286441"/>
                            <a:pt x="407098" y="286632"/>
                            <a:pt x="406622" y="286822"/>
                          </a:cubicBezTo>
                          <a:cubicBezTo>
                            <a:pt x="406622" y="286822"/>
                            <a:pt x="406527" y="286822"/>
                            <a:pt x="406527" y="286822"/>
                          </a:cubicBezTo>
                          <a:cubicBezTo>
                            <a:pt x="405098" y="287394"/>
                            <a:pt x="403574" y="288060"/>
                            <a:pt x="402050" y="288537"/>
                          </a:cubicBezTo>
                          <a:cubicBezTo>
                            <a:pt x="400336" y="289108"/>
                            <a:pt x="398526" y="289584"/>
                            <a:pt x="396716" y="290061"/>
                          </a:cubicBezTo>
                          <a:cubicBezTo>
                            <a:pt x="394906" y="290537"/>
                            <a:pt x="393001" y="290918"/>
                            <a:pt x="391001" y="291299"/>
                          </a:cubicBezTo>
                          <a:cubicBezTo>
                            <a:pt x="390620" y="291394"/>
                            <a:pt x="390239" y="291394"/>
                            <a:pt x="389858" y="291489"/>
                          </a:cubicBezTo>
                          <a:cubicBezTo>
                            <a:pt x="388620" y="291680"/>
                            <a:pt x="387382" y="291870"/>
                            <a:pt x="386143" y="291966"/>
                          </a:cubicBezTo>
                          <a:cubicBezTo>
                            <a:pt x="386143" y="291966"/>
                            <a:pt x="386143" y="291966"/>
                            <a:pt x="386143" y="291966"/>
                          </a:cubicBezTo>
                          <a:cubicBezTo>
                            <a:pt x="385477" y="292061"/>
                            <a:pt x="384810" y="292156"/>
                            <a:pt x="384143" y="292156"/>
                          </a:cubicBezTo>
                          <a:cubicBezTo>
                            <a:pt x="384143" y="292156"/>
                            <a:pt x="384143" y="292156"/>
                            <a:pt x="384143" y="292156"/>
                          </a:cubicBezTo>
                          <a:cubicBezTo>
                            <a:pt x="382714" y="292347"/>
                            <a:pt x="381190" y="292442"/>
                            <a:pt x="379762" y="292537"/>
                          </a:cubicBezTo>
                          <a:cubicBezTo>
                            <a:pt x="379762" y="292537"/>
                            <a:pt x="379666" y="292537"/>
                            <a:pt x="379666" y="292537"/>
                          </a:cubicBezTo>
                          <a:cubicBezTo>
                            <a:pt x="379095" y="292537"/>
                            <a:pt x="378523" y="292632"/>
                            <a:pt x="377952" y="292632"/>
                          </a:cubicBezTo>
                          <a:cubicBezTo>
                            <a:pt x="376047" y="292728"/>
                            <a:pt x="374047" y="292823"/>
                            <a:pt x="372046" y="292823"/>
                          </a:cubicBezTo>
                          <a:cubicBezTo>
                            <a:pt x="371570" y="292823"/>
                            <a:pt x="370999" y="292823"/>
                            <a:pt x="370522" y="292823"/>
                          </a:cubicBezTo>
                          <a:cubicBezTo>
                            <a:pt x="370522" y="292823"/>
                            <a:pt x="370522" y="292823"/>
                            <a:pt x="370522" y="292823"/>
                          </a:cubicBezTo>
                          <a:cubicBezTo>
                            <a:pt x="368998" y="292823"/>
                            <a:pt x="367379" y="292823"/>
                            <a:pt x="365760" y="292728"/>
                          </a:cubicBezTo>
                          <a:cubicBezTo>
                            <a:pt x="365665" y="292728"/>
                            <a:pt x="365665" y="292728"/>
                            <a:pt x="365569" y="292728"/>
                          </a:cubicBezTo>
                          <a:cubicBezTo>
                            <a:pt x="364807" y="292728"/>
                            <a:pt x="364045" y="292632"/>
                            <a:pt x="363284" y="292632"/>
                          </a:cubicBezTo>
                          <a:lnTo>
                            <a:pt x="363284" y="292632"/>
                          </a:lnTo>
                          <a:cubicBezTo>
                            <a:pt x="361759" y="292537"/>
                            <a:pt x="360235" y="292442"/>
                            <a:pt x="358616" y="292347"/>
                          </a:cubicBezTo>
                          <a:cubicBezTo>
                            <a:pt x="358616" y="292347"/>
                            <a:pt x="358616" y="292347"/>
                            <a:pt x="358616" y="292347"/>
                          </a:cubicBezTo>
                          <a:cubicBezTo>
                            <a:pt x="358045" y="292347"/>
                            <a:pt x="357378" y="292251"/>
                            <a:pt x="356711" y="292156"/>
                          </a:cubicBezTo>
                          <a:cubicBezTo>
                            <a:pt x="354901" y="291966"/>
                            <a:pt x="353092" y="291775"/>
                            <a:pt x="351187" y="291585"/>
                          </a:cubicBezTo>
                          <a:cubicBezTo>
                            <a:pt x="350806" y="291585"/>
                            <a:pt x="350425" y="291489"/>
                            <a:pt x="349948" y="291489"/>
                          </a:cubicBezTo>
                          <a:lnTo>
                            <a:pt x="349948" y="291489"/>
                          </a:lnTo>
                          <a:cubicBezTo>
                            <a:pt x="349948" y="291489"/>
                            <a:pt x="349948" y="291489"/>
                            <a:pt x="349948" y="291489"/>
                          </a:cubicBezTo>
                          <a:cubicBezTo>
                            <a:pt x="348710" y="291299"/>
                            <a:pt x="347377" y="291108"/>
                            <a:pt x="346043" y="290918"/>
                          </a:cubicBezTo>
                          <a:cubicBezTo>
                            <a:pt x="345853" y="290918"/>
                            <a:pt x="345757" y="290918"/>
                            <a:pt x="345567" y="290823"/>
                          </a:cubicBezTo>
                          <a:cubicBezTo>
                            <a:pt x="345472" y="290823"/>
                            <a:pt x="345376" y="290823"/>
                            <a:pt x="345281" y="290823"/>
                          </a:cubicBezTo>
                          <a:cubicBezTo>
                            <a:pt x="343757" y="290632"/>
                            <a:pt x="342233" y="290346"/>
                            <a:pt x="340709" y="290156"/>
                          </a:cubicBezTo>
                          <a:cubicBezTo>
                            <a:pt x="340423" y="290061"/>
                            <a:pt x="340138" y="290061"/>
                            <a:pt x="339852" y="289965"/>
                          </a:cubicBezTo>
                          <a:cubicBezTo>
                            <a:pt x="338328" y="289680"/>
                            <a:pt x="336804" y="289489"/>
                            <a:pt x="335280" y="289203"/>
                          </a:cubicBezTo>
                          <a:cubicBezTo>
                            <a:pt x="335280" y="289203"/>
                            <a:pt x="335280" y="289203"/>
                            <a:pt x="335280" y="289203"/>
                          </a:cubicBezTo>
                          <a:cubicBezTo>
                            <a:pt x="334137" y="289013"/>
                            <a:pt x="332899" y="288727"/>
                            <a:pt x="331660" y="288537"/>
                          </a:cubicBezTo>
                          <a:cubicBezTo>
                            <a:pt x="331470" y="288537"/>
                            <a:pt x="331375" y="288441"/>
                            <a:pt x="331184" y="288441"/>
                          </a:cubicBezTo>
                          <a:cubicBezTo>
                            <a:pt x="329851" y="288156"/>
                            <a:pt x="328422" y="287870"/>
                            <a:pt x="327088" y="287584"/>
                          </a:cubicBezTo>
                          <a:cubicBezTo>
                            <a:pt x="325945" y="287298"/>
                            <a:pt x="324707" y="287013"/>
                            <a:pt x="323564" y="286822"/>
                          </a:cubicBezTo>
                          <a:cubicBezTo>
                            <a:pt x="323374" y="286727"/>
                            <a:pt x="323183" y="286727"/>
                            <a:pt x="322897" y="286632"/>
                          </a:cubicBezTo>
                          <a:cubicBezTo>
                            <a:pt x="321469" y="286346"/>
                            <a:pt x="320135" y="285965"/>
                            <a:pt x="318706" y="285679"/>
                          </a:cubicBezTo>
                          <a:cubicBezTo>
                            <a:pt x="317278" y="285298"/>
                            <a:pt x="315849" y="284917"/>
                            <a:pt x="314420" y="284536"/>
                          </a:cubicBezTo>
                          <a:cubicBezTo>
                            <a:pt x="314420" y="284536"/>
                            <a:pt x="314420" y="284536"/>
                            <a:pt x="314420" y="284536"/>
                          </a:cubicBezTo>
                          <a:cubicBezTo>
                            <a:pt x="312991" y="284155"/>
                            <a:pt x="311563" y="283774"/>
                            <a:pt x="310134" y="283393"/>
                          </a:cubicBezTo>
                          <a:cubicBezTo>
                            <a:pt x="308705" y="283012"/>
                            <a:pt x="307181" y="282536"/>
                            <a:pt x="305752" y="282155"/>
                          </a:cubicBezTo>
                          <a:cubicBezTo>
                            <a:pt x="304228" y="281679"/>
                            <a:pt x="302705" y="281298"/>
                            <a:pt x="301180" y="280821"/>
                          </a:cubicBezTo>
                          <a:cubicBezTo>
                            <a:pt x="300418" y="280631"/>
                            <a:pt x="299561" y="280345"/>
                            <a:pt x="298799" y="280059"/>
                          </a:cubicBezTo>
                          <a:cubicBezTo>
                            <a:pt x="297275" y="279583"/>
                            <a:pt x="295656" y="279107"/>
                            <a:pt x="294132" y="278535"/>
                          </a:cubicBezTo>
                          <a:cubicBezTo>
                            <a:pt x="294132" y="278535"/>
                            <a:pt x="294132" y="278535"/>
                            <a:pt x="294132" y="278535"/>
                          </a:cubicBezTo>
                          <a:cubicBezTo>
                            <a:pt x="291846" y="277773"/>
                            <a:pt x="289465" y="277011"/>
                            <a:pt x="287179" y="276154"/>
                          </a:cubicBezTo>
                          <a:cubicBezTo>
                            <a:pt x="287084" y="276154"/>
                            <a:pt x="287084" y="276154"/>
                            <a:pt x="286988" y="276059"/>
                          </a:cubicBezTo>
                          <a:cubicBezTo>
                            <a:pt x="285940" y="275678"/>
                            <a:pt x="284893" y="275297"/>
                            <a:pt x="283845" y="275011"/>
                          </a:cubicBezTo>
                          <a:cubicBezTo>
                            <a:pt x="280416" y="273773"/>
                            <a:pt x="276987" y="272535"/>
                            <a:pt x="273463" y="271201"/>
                          </a:cubicBezTo>
                          <a:cubicBezTo>
                            <a:pt x="272320" y="270725"/>
                            <a:pt x="271081" y="270249"/>
                            <a:pt x="269843" y="269772"/>
                          </a:cubicBezTo>
                          <a:cubicBezTo>
                            <a:pt x="268414" y="269201"/>
                            <a:pt x="266986" y="268629"/>
                            <a:pt x="265557" y="268058"/>
                          </a:cubicBezTo>
                          <a:cubicBezTo>
                            <a:pt x="264033" y="267391"/>
                            <a:pt x="262414" y="266820"/>
                            <a:pt x="260794" y="266153"/>
                          </a:cubicBezTo>
                          <a:cubicBezTo>
                            <a:pt x="260699" y="266153"/>
                            <a:pt x="260604" y="266058"/>
                            <a:pt x="260604" y="266058"/>
                          </a:cubicBezTo>
                          <a:cubicBezTo>
                            <a:pt x="259175" y="265486"/>
                            <a:pt x="257746" y="264819"/>
                            <a:pt x="256222" y="264248"/>
                          </a:cubicBezTo>
                          <a:cubicBezTo>
                            <a:pt x="255556" y="263962"/>
                            <a:pt x="254984" y="263676"/>
                            <a:pt x="254317" y="263486"/>
                          </a:cubicBezTo>
                          <a:cubicBezTo>
                            <a:pt x="253936" y="263295"/>
                            <a:pt x="253651" y="263200"/>
                            <a:pt x="253270" y="263010"/>
                          </a:cubicBezTo>
                          <a:cubicBezTo>
                            <a:pt x="252698" y="262724"/>
                            <a:pt x="252031" y="262438"/>
                            <a:pt x="251460" y="262248"/>
                          </a:cubicBezTo>
                          <a:cubicBezTo>
                            <a:pt x="249936" y="261581"/>
                            <a:pt x="248412" y="260914"/>
                            <a:pt x="246888" y="260247"/>
                          </a:cubicBezTo>
                          <a:cubicBezTo>
                            <a:pt x="245745" y="259771"/>
                            <a:pt x="244602" y="259200"/>
                            <a:pt x="243459" y="258628"/>
                          </a:cubicBezTo>
                          <a:cubicBezTo>
                            <a:pt x="242792" y="258342"/>
                            <a:pt x="242030" y="257961"/>
                            <a:pt x="241363" y="257676"/>
                          </a:cubicBezTo>
                          <a:cubicBezTo>
                            <a:pt x="240030" y="257104"/>
                            <a:pt x="238696" y="256437"/>
                            <a:pt x="237363" y="255866"/>
                          </a:cubicBezTo>
                          <a:cubicBezTo>
                            <a:pt x="237077" y="255771"/>
                            <a:pt x="236887" y="255675"/>
                            <a:pt x="236601" y="255485"/>
                          </a:cubicBezTo>
                          <a:cubicBezTo>
                            <a:pt x="234886" y="254628"/>
                            <a:pt x="233077" y="253770"/>
                            <a:pt x="231362" y="252913"/>
                          </a:cubicBezTo>
                          <a:cubicBezTo>
                            <a:pt x="230124" y="252246"/>
                            <a:pt x="228790" y="251675"/>
                            <a:pt x="227552" y="251008"/>
                          </a:cubicBezTo>
                          <a:cubicBezTo>
                            <a:pt x="225266" y="249865"/>
                            <a:pt x="222980" y="248722"/>
                            <a:pt x="220694" y="247579"/>
                          </a:cubicBezTo>
                          <a:cubicBezTo>
                            <a:pt x="220027" y="247293"/>
                            <a:pt x="219456" y="246912"/>
                            <a:pt x="218789" y="246627"/>
                          </a:cubicBezTo>
                          <a:cubicBezTo>
                            <a:pt x="218218" y="246341"/>
                            <a:pt x="217646" y="246055"/>
                            <a:pt x="217075" y="245769"/>
                          </a:cubicBezTo>
                          <a:cubicBezTo>
                            <a:pt x="216408" y="245484"/>
                            <a:pt x="215836" y="245103"/>
                            <a:pt x="215170" y="244817"/>
                          </a:cubicBezTo>
                          <a:cubicBezTo>
                            <a:pt x="212312" y="243293"/>
                            <a:pt x="209455" y="241769"/>
                            <a:pt x="206597" y="240245"/>
                          </a:cubicBezTo>
                          <a:cubicBezTo>
                            <a:pt x="205835" y="239864"/>
                            <a:pt x="205073" y="239388"/>
                            <a:pt x="204406" y="239007"/>
                          </a:cubicBezTo>
                          <a:cubicBezTo>
                            <a:pt x="204216" y="238911"/>
                            <a:pt x="204025" y="238816"/>
                            <a:pt x="203930" y="238721"/>
                          </a:cubicBezTo>
                          <a:cubicBezTo>
                            <a:pt x="203835" y="238626"/>
                            <a:pt x="203644" y="238530"/>
                            <a:pt x="203549" y="238530"/>
                          </a:cubicBezTo>
                          <a:cubicBezTo>
                            <a:pt x="202787" y="238054"/>
                            <a:pt x="201930" y="237673"/>
                            <a:pt x="201168" y="237197"/>
                          </a:cubicBezTo>
                          <a:cubicBezTo>
                            <a:pt x="198406" y="235673"/>
                            <a:pt x="195643" y="234053"/>
                            <a:pt x="192881" y="232434"/>
                          </a:cubicBezTo>
                          <a:cubicBezTo>
                            <a:pt x="192119" y="231958"/>
                            <a:pt x="191357" y="231577"/>
                            <a:pt x="190595" y="231101"/>
                          </a:cubicBezTo>
                          <a:cubicBezTo>
                            <a:pt x="189166" y="230244"/>
                            <a:pt x="187642" y="229386"/>
                            <a:pt x="186214" y="228434"/>
                          </a:cubicBezTo>
                          <a:cubicBezTo>
                            <a:pt x="185356" y="227958"/>
                            <a:pt x="184594" y="227386"/>
                            <a:pt x="183737" y="226910"/>
                          </a:cubicBezTo>
                          <a:cubicBezTo>
                            <a:pt x="181832" y="225767"/>
                            <a:pt x="180022" y="224624"/>
                            <a:pt x="178117" y="223481"/>
                          </a:cubicBezTo>
                          <a:cubicBezTo>
                            <a:pt x="176974" y="222719"/>
                            <a:pt x="175831" y="221957"/>
                            <a:pt x="174593" y="221290"/>
                          </a:cubicBezTo>
                          <a:cubicBezTo>
                            <a:pt x="172688" y="220052"/>
                            <a:pt x="170783" y="218814"/>
                            <a:pt x="168878" y="217575"/>
                          </a:cubicBezTo>
                          <a:cubicBezTo>
                            <a:pt x="168116" y="217099"/>
                            <a:pt x="167449" y="216623"/>
                            <a:pt x="166688" y="216147"/>
                          </a:cubicBezTo>
                          <a:cubicBezTo>
                            <a:pt x="165925" y="215670"/>
                            <a:pt x="165163" y="215099"/>
                            <a:pt x="164401" y="214623"/>
                          </a:cubicBezTo>
                          <a:cubicBezTo>
                            <a:pt x="162306" y="213194"/>
                            <a:pt x="160210" y="211765"/>
                            <a:pt x="158115" y="210432"/>
                          </a:cubicBezTo>
                          <a:cubicBezTo>
                            <a:pt x="156877" y="209574"/>
                            <a:pt x="155638" y="208717"/>
                            <a:pt x="154400" y="207860"/>
                          </a:cubicBezTo>
                          <a:cubicBezTo>
                            <a:pt x="153543" y="207288"/>
                            <a:pt x="152686" y="206622"/>
                            <a:pt x="151733" y="206050"/>
                          </a:cubicBezTo>
                          <a:cubicBezTo>
                            <a:pt x="151257" y="205669"/>
                            <a:pt x="150781" y="205383"/>
                            <a:pt x="150304" y="205002"/>
                          </a:cubicBezTo>
                          <a:cubicBezTo>
                            <a:pt x="149447" y="204431"/>
                            <a:pt x="148590" y="203764"/>
                            <a:pt x="147733" y="203193"/>
                          </a:cubicBezTo>
                          <a:cubicBezTo>
                            <a:pt x="146685" y="202430"/>
                            <a:pt x="145637" y="201669"/>
                            <a:pt x="144589" y="201002"/>
                          </a:cubicBezTo>
                          <a:cubicBezTo>
                            <a:pt x="141351" y="198621"/>
                            <a:pt x="138208" y="196239"/>
                            <a:pt x="135064" y="193858"/>
                          </a:cubicBezTo>
                          <a:cubicBezTo>
                            <a:pt x="134969" y="193858"/>
                            <a:pt x="134969" y="193763"/>
                            <a:pt x="134874" y="193763"/>
                          </a:cubicBezTo>
                          <a:cubicBezTo>
                            <a:pt x="132207" y="191667"/>
                            <a:pt x="129540" y="189572"/>
                            <a:pt x="126968" y="187476"/>
                          </a:cubicBezTo>
                          <a:cubicBezTo>
                            <a:pt x="126301" y="186905"/>
                            <a:pt x="125730" y="186428"/>
                            <a:pt x="125063" y="185952"/>
                          </a:cubicBezTo>
                          <a:cubicBezTo>
                            <a:pt x="124777" y="185762"/>
                            <a:pt x="124587" y="185571"/>
                            <a:pt x="124301" y="185381"/>
                          </a:cubicBezTo>
                          <a:cubicBezTo>
                            <a:pt x="122587" y="183952"/>
                            <a:pt x="120872" y="182619"/>
                            <a:pt x="119158" y="181190"/>
                          </a:cubicBezTo>
                          <a:cubicBezTo>
                            <a:pt x="118110" y="180333"/>
                            <a:pt x="117157" y="179475"/>
                            <a:pt x="116110" y="178618"/>
                          </a:cubicBezTo>
                          <a:cubicBezTo>
                            <a:pt x="114586" y="177380"/>
                            <a:pt x="113157" y="176046"/>
                            <a:pt x="111633" y="174808"/>
                          </a:cubicBezTo>
                          <a:cubicBezTo>
                            <a:pt x="110585" y="173951"/>
                            <a:pt x="109633" y="172998"/>
                            <a:pt x="108585" y="172141"/>
                          </a:cubicBezTo>
                          <a:cubicBezTo>
                            <a:pt x="107251" y="170903"/>
                            <a:pt x="105823" y="169665"/>
                            <a:pt x="104489" y="168522"/>
                          </a:cubicBezTo>
                          <a:cubicBezTo>
                            <a:pt x="104299" y="168426"/>
                            <a:pt x="104203" y="168236"/>
                            <a:pt x="104013" y="168045"/>
                          </a:cubicBezTo>
                          <a:cubicBezTo>
                            <a:pt x="103822" y="167855"/>
                            <a:pt x="103632" y="167664"/>
                            <a:pt x="103441" y="167569"/>
                          </a:cubicBezTo>
                          <a:cubicBezTo>
                            <a:pt x="102775" y="166998"/>
                            <a:pt x="102108" y="166331"/>
                            <a:pt x="101441" y="165759"/>
                          </a:cubicBezTo>
                          <a:cubicBezTo>
                            <a:pt x="100203" y="164616"/>
                            <a:pt x="98869" y="163378"/>
                            <a:pt x="97726" y="162235"/>
                          </a:cubicBezTo>
                          <a:cubicBezTo>
                            <a:pt x="96869" y="161378"/>
                            <a:pt x="96012" y="160616"/>
                            <a:pt x="95155" y="159759"/>
                          </a:cubicBezTo>
                          <a:cubicBezTo>
                            <a:pt x="95059" y="159663"/>
                            <a:pt x="94964" y="159568"/>
                            <a:pt x="94774" y="159473"/>
                          </a:cubicBezTo>
                          <a:cubicBezTo>
                            <a:pt x="93535" y="158330"/>
                            <a:pt x="92392" y="157092"/>
                            <a:pt x="91249" y="155949"/>
                          </a:cubicBezTo>
                          <a:cubicBezTo>
                            <a:pt x="90297" y="154996"/>
                            <a:pt x="89440" y="154044"/>
                            <a:pt x="88487" y="153186"/>
                          </a:cubicBezTo>
                          <a:cubicBezTo>
                            <a:pt x="87344" y="152043"/>
                            <a:pt x="86296" y="150900"/>
                            <a:pt x="85153" y="149662"/>
                          </a:cubicBezTo>
                          <a:cubicBezTo>
                            <a:pt x="85153" y="149662"/>
                            <a:pt x="85153" y="149662"/>
                            <a:pt x="85153" y="149662"/>
                          </a:cubicBezTo>
                          <a:cubicBezTo>
                            <a:pt x="84772" y="149281"/>
                            <a:pt x="84391" y="148900"/>
                            <a:pt x="84010" y="148519"/>
                          </a:cubicBezTo>
                          <a:cubicBezTo>
                            <a:pt x="83534" y="147948"/>
                            <a:pt x="83058" y="147471"/>
                            <a:pt x="82582" y="146995"/>
                          </a:cubicBezTo>
                          <a:cubicBezTo>
                            <a:pt x="81534" y="145852"/>
                            <a:pt x="80486" y="144709"/>
                            <a:pt x="79438" y="143471"/>
                          </a:cubicBezTo>
                          <a:cubicBezTo>
                            <a:pt x="78676" y="142614"/>
                            <a:pt x="77819" y="141661"/>
                            <a:pt x="77057" y="140804"/>
                          </a:cubicBezTo>
                          <a:cubicBezTo>
                            <a:pt x="76009" y="139566"/>
                            <a:pt x="75057" y="138423"/>
                            <a:pt x="74009" y="137184"/>
                          </a:cubicBezTo>
                          <a:cubicBezTo>
                            <a:pt x="73342" y="136327"/>
                            <a:pt x="72580" y="135470"/>
                            <a:pt x="71914" y="134708"/>
                          </a:cubicBezTo>
                          <a:cubicBezTo>
                            <a:pt x="70866" y="133374"/>
                            <a:pt x="69818" y="132136"/>
                            <a:pt x="68770" y="130803"/>
                          </a:cubicBezTo>
                          <a:cubicBezTo>
                            <a:pt x="68580" y="130612"/>
                            <a:pt x="68485" y="130422"/>
                            <a:pt x="68294" y="130231"/>
                          </a:cubicBezTo>
                          <a:cubicBezTo>
                            <a:pt x="67913" y="129755"/>
                            <a:pt x="67437" y="129183"/>
                            <a:pt x="67056" y="128707"/>
                          </a:cubicBezTo>
                          <a:cubicBezTo>
                            <a:pt x="65532" y="126707"/>
                            <a:pt x="64103" y="124802"/>
                            <a:pt x="62674" y="122897"/>
                          </a:cubicBezTo>
                          <a:cubicBezTo>
                            <a:pt x="62293" y="122325"/>
                            <a:pt x="61913" y="121754"/>
                            <a:pt x="61436" y="121182"/>
                          </a:cubicBezTo>
                          <a:cubicBezTo>
                            <a:pt x="60484" y="119849"/>
                            <a:pt x="59531" y="118420"/>
                            <a:pt x="58674" y="117087"/>
                          </a:cubicBezTo>
                          <a:cubicBezTo>
                            <a:pt x="58674" y="117087"/>
                            <a:pt x="58579" y="116991"/>
                            <a:pt x="58579" y="116991"/>
                          </a:cubicBezTo>
                          <a:cubicBezTo>
                            <a:pt x="58102" y="116229"/>
                            <a:pt x="57626" y="115467"/>
                            <a:pt x="57150" y="114705"/>
                          </a:cubicBezTo>
                          <a:cubicBezTo>
                            <a:pt x="56483" y="113562"/>
                            <a:pt x="55721" y="112515"/>
                            <a:pt x="55054" y="111372"/>
                          </a:cubicBezTo>
                          <a:cubicBezTo>
                            <a:pt x="54959" y="111181"/>
                            <a:pt x="54769" y="110895"/>
                            <a:pt x="54578" y="110705"/>
                          </a:cubicBezTo>
                          <a:cubicBezTo>
                            <a:pt x="54578" y="110705"/>
                            <a:pt x="54578" y="110705"/>
                            <a:pt x="54578" y="110705"/>
                          </a:cubicBezTo>
                          <a:cubicBezTo>
                            <a:pt x="54197" y="110133"/>
                            <a:pt x="53911" y="109562"/>
                            <a:pt x="53530" y="108895"/>
                          </a:cubicBezTo>
                          <a:cubicBezTo>
                            <a:pt x="52959" y="107847"/>
                            <a:pt x="52292" y="106800"/>
                            <a:pt x="51721" y="105847"/>
                          </a:cubicBezTo>
                          <a:cubicBezTo>
                            <a:pt x="51625" y="105752"/>
                            <a:pt x="51625" y="105657"/>
                            <a:pt x="51530" y="105561"/>
                          </a:cubicBezTo>
                          <a:cubicBezTo>
                            <a:pt x="51149" y="104895"/>
                            <a:pt x="50863" y="104323"/>
                            <a:pt x="50578" y="103752"/>
                          </a:cubicBezTo>
                          <a:cubicBezTo>
                            <a:pt x="50482" y="103656"/>
                            <a:pt x="50482" y="103466"/>
                            <a:pt x="50387" y="103371"/>
                          </a:cubicBezTo>
                          <a:cubicBezTo>
                            <a:pt x="49720" y="102228"/>
                            <a:pt x="49149" y="100989"/>
                            <a:pt x="48577" y="99846"/>
                          </a:cubicBezTo>
                          <a:cubicBezTo>
                            <a:pt x="48577" y="99751"/>
                            <a:pt x="48482" y="99751"/>
                            <a:pt x="48482" y="99656"/>
                          </a:cubicBezTo>
                          <a:cubicBezTo>
                            <a:pt x="48387" y="99561"/>
                            <a:pt x="48387" y="99370"/>
                            <a:pt x="48292" y="99275"/>
                          </a:cubicBezTo>
                          <a:cubicBezTo>
                            <a:pt x="48292" y="99180"/>
                            <a:pt x="48292" y="99180"/>
                            <a:pt x="48196" y="99084"/>
                          </a:cubicBezTo>
                          <a:cubicBezTo>
                            <a:pt x="47339" y="97370"/>
                            <a:pt x="46577" y="95655"/>
                            <a:pt x="45910" y="93941"/>
                          </a:cubicBezTo>
                          <a:cubicBezTo>
                            <a:pt x="45910" y="93846"/>
                            <a:pt x="45815" y="93846"/>
                            <a:pt x="45815" y="93750"/>
                          </a:cubicBezTo>
                          <a:cubicBezTo>
                            <a:pt x="45148" y="92226"/>
                            <a:pt x="44577" y="90702"/>
                            <a:pt x="44005" y="89178"/>
                          </a:cubicBezTo>
                          <a:cubicBezTo>
                            <a:pt x="43910" y="88893"/>
                            <a:pt x="43815" y="88702"/>
                            <a:pt x="43720" y="88416"/>
                          </a:cubicBezTo>
                          <a:cubicBezTo>
                            <a:pt x="43720" y="88416"/>
                            <a:pt x="43720" y="88416"/>
                            <a:pt x="43720" y="88321"/>
                          </a:cubicBezTo>
                          <a:cubicBezTo>
                            <a:pt x="43720" y="88226"/>
                            <a:pt x="43624" y="88035"/>
                            <a:pt x="43624" y="87940"/>
                          </a:cubicBezTo>
                          <a:cubicBezTo>
                            <a:pt x="43053" y="86416"/>
                            <a:pt x="42577" y="84797"/>
                            <a:pt x="42196" y="83368"/>
                          </a:cubicBezTo>
                          <a:cubicBezTo>
                            <a:pt x="42100" y="83082"/>
                            <a:pt x="42005" y="82797"/>
                            <a:pt x="42005" y="82511"/>
                          </a:cubicBezTo>
                          <a:cubicBezTo>
                            <a:pt x="41719" y="81273"/>
                            <a:pt x="41434" y="80034"/>
                            <a:pt x="41148" y="78796"/>
                          </a:cubicBezTo>
                          <a:cubicBezTo>
                            <a:pt x="41053" y="78510"/>
                            <a:pt x="41053" y="78320"/>
                            <a:pt x="40957" y="78034"/>
                          </a:cubicBezTo>
                          <a:cubicBezTo>
                            <a:pt x="40957" y="78034"/>
                            <a:pt x="40957" y="78034"/>
                            <a:pt x="40957" y="77939"/>
                          </a:cubicBezTo>
                          <a:cubicBezTo>
                            <a:pt x="40957" y="77748"/>
                            <a:pt x="40862" y="77558"/>
                            <a:pt x="40862" y="77367"/>
                          </a:cubicBezTo>
                          <a:cubicBezTo>
                            <a:pt x="40672" y="76224"/>
                            <a:pt x="40481" y="74986"/>
                            <a:pt x="40291" y="73843"/>
                          </a:cubicBezTo>
                          <a:cubicBezTo>
                            <a:pt x="40195" y="73367"/>
                            <a:pt x="40195" y="72891"/>
                            <a:pt x="40100" y="72414"/>
                          </a:cubicBezTo>
                          <a:cubicBezTo>
                            <a:pt x="40005" y="71367"/>
                            <a:pt x="39910" y="70319"/>
                            <a:pt x="39910" y="69271"/>
                          </a:cubicBezTo>
                          <a:cubicBezTo>
                            <a:pt x="39910" y="69080"/>
                            <a:pt x="39910" y="68795"/>
                            <a:pt x="39910" y="68604"/>
                          </a:cubicBezTo>
                          <a:cubicBezTo>
                            <a:pt x="39910" y="68414"/>
                            <a:pt x="39910" y="68319"/>
                            <a:pt x="39910" y="68128"/>
                          </a:cubicBezTo>
                          <a:cubicBezTo>
                            <a:pt x="39910" y="67271"/>
                            <a:pt x="40005" y="66509"/>
                            <a:pt x="40005" y="65747"/>
                          </a:cubicBezTo>
                          <a:cubicBezTo>
                            <a:pt x="40005" y="65271"/>
                            <a:pt x="40005" y="64699"/>
                            <a:pt x="40100" y="64223"/>
                          </a:cubicBezTo>
                          <a:cubicBezTo>
                            <a:pt x="40100" y="64032"/>
                            <a:pt x="40100" y="63842"/>
                            <a:pt x="40100" y="63651"/>
                          </a:cubicBezTo>
                          <a:cubicBezTo>
                            <a:pt x="40195" y="62223"/>
                            <a:pt x="40386" y="60889"/>
                            <a:pt x="40672" y="59555"/>
                          </a:cubicBezTo>
                          <a:cubicBezTo>
                            <a:pt x="40862" y="58698"/>
                            <a:pt x="41053" y="57936"/>
                            <a:pt x="41338" y="57174"/>
                          </a:cubicBezTo>
                          <a:cubicBezTo>
                            <a:pt x="41338" y="57174"/>
                            <a:pt x="41338" y="57174"/>
                            <a:pt x="41338" y="57079"/>
                          </a:cubicBezTo>
                          <a:cubicBezTo>
                            <a:pt x="41434" y="56603"/>
                            <a:pt x="41719" y="56031"/>
                            <a:pt x="41815" y="55555"/>
                          </a:cubicBezTo>
                          <a:lnTo>
                            <a:pt x="41815" y="55555"/>
                          </a:lnTo>
                          <a:cubicBezTo>
                            <a:pt x="42005" y="54984"/>
                            <a:pt x="42196" y="54317"/>
                            <a:pt x="42386" y="53745"/>
                          </a:cubicBezTo>
                          <a:cubicBezTo>
                            <a:pt x="42386" y="53745"/>
                            <a:pt x="42386" y="53745"/>
                            <a:pt x="42386" y="53745"/>
                          </a:cubicBezTo>
                          <a:cubicBezTo>
                            <a:pt x="42672" y="53174"/>
                            <a:pt x="42863" y="52507"/>
                            <a:pt x="43148" y="51936"/>
                          </a:cubicBezTo>
                          <a:cubicBezTo>
                            <a:pt x="43148" y="51936"/>
                            <a:pt x="43148" y="51936"/>
                            <a:pt x="43148" y="51936"/>
                          </a:cubicBezTo>
                          <a:cubicBezTo>
                            <a:pt x="43339" y="51555"/>
                            <a:pt x="43529" y="51174"/>
                            <a:pt x="43720" y="50793"/>
                          </a:cubicBezTo>
                          <a:cubicBezTo>
                            <a:pt x="43815" y="50697"/>
                            <a:pt x="43815" y="50602"/>
                            <a:pt x="43910" y="50507"/>
                          </a:cubicBezTo>
                          <a:cubicBezTo>
                            <a:pt x="44291" y="49840"/>
                            <a:pt x="44672" y="49173"/>
                            <a:pt x="45053" y="48507"/>
                          </a:cubicBezTo>
                          <a:cubicBezTo>
                            <a:pt x="45339" y="48126"/>
                            <a:pt x="45625" y="47649"/>
                            <a:pt x="45910" y="47268"/>
                          </a:cubicBezTo>
                          <a:cubicBezTo>
                            <a:pt x="45910" y="47173"/>
                            <a:pt x="46006" y="47173"/>
                            <a:pt x="46006" y="47078"/>
                          </a:cubicBezTo>
                          <a:cubicBezTo>
                            <a:pt x="46387" y="46506"/>
                            <a:pt x="46863" y="45840"/>
                            <a:pt x="47339" y="45268"/>
                          </a:cubicBezTo>
                          <a:cubicBezTo>
                            <a:pt x="47625" y="44887"/>
                            <a:pt x="48006" y="44506"/>
                            <a:pt x="48292" y="44125"/>
                          </a:cubicBezTo>
                          <a:cubicBezTo>
                            <a:pt x="48387" y="44030"/>
                            <a:pt x="48387" y="44030"/>
                            <a:pt x="48482" y="43934"/>
                          </a:cubicBezTo>
                          <a:cubicBezTo>
                            <a:pt x="48958" y="43363"/>
                            <a:pt x="49530" y="42792"/>
                            <a:pt x="50101" y="42315"/>
                          </a:cubicBezTo>
                          <a:cubicBezTo>
                            <a:pt x="50197" y="42220"/>
                            <a:pt x="50387" y="42030"/>
                            <a:pt x="50482" y="41934"/>
                          </a:cubicBezTo>
                          <a:cubicBezTo>
                            <a:pt x="50578" y="41839"/>
                            <a:pt x="50673" y="41744"/>
                            <a:pt x="50768" y="41649"/>
                          </a:cubicBezTo>
                          <a:cubicBezTo>
                            <a:pt x="50863" y="41553"/>
                            <a:pt x="50959" y="41553"/>
                            <a:pt x="51054" y="41458"/>
                          </a:cubicBezTo>
                          <a:lnTo>
                            <a:pt x="51054" y="41458"/>
                          </a:lnTo>
                          <a:cubicBezTo>
                            <a:pt x="51149" y="41363"/>
                            <a:pt x="51244" y="41268"/>
                            <a:pt x="51435" y="41172"/>
                          </a:cubicBezTo>
                          <a:cubicBezTo>
                            <a:pt x="52006" y="40696"/>
                            <a:pt x="52673" y="40125"/>
                            <a:pt x="53340" y="39648"/>
                          </a:cubicBezTo>
                          <a:cubicBezTo>
                            <a:pt x="53816" y="39267"/>
                            <a:pt x="54292" y="38886"/>
                            <a:pt x="54769" y="38601"/>
                          </a:cubicBezTo>
                          <a:cubicBezTo>
                            <a:pt x="55531" y="38124"/>
                            <a:pt x="56293" y="37648"/>
                            <a:pt x="57055" y="37172"/>
                          </a:cubicBezTo>
                          <a:cubicBezTo>
                            <a:pt x="57055" y="37172"/>
                            <a:pt x="57150" y="37077"/>
                            <a:pt x="57150" y="37077"/>
                          </a:cubicBezTo>
                          <a:cubicBezTo>
                            <a:pt x="57245" y="36981"/>
                            <a:pt x="57340" y="36981"/>
                            <a:pt x="57436" y="36886"/>
                          </a:cubicBezTo>
                          <a:cubicBezTo>
                            <a:pt x="57817" y="36696"/>
                            <a:pt x="58198" y="36410"/>
                            <a:pt x="58579" y="36219"/>
                          </a:cubicBezTo>
                          <a:cubicBezTo>
                            <a:pt x="59436" y="35743"/>
                            <a:pt x="60388" y="35267"/>
                            <a:pt x="61341" y="34791"/>
                          </a:cubicBezTo>
                          <a:cubicBezTo>
                            <a:pt x="61341" y="34791"/>
                            <a:pt x="61436" y="34791"/>
                            <a:pt x="61436" y="34791"/>
                          </a:cubicBezTo>
                          <a:cubicBezTo>
                            <a:pt x="61627" y="34695"/>
                            <a:pt x="61817" y="34600"/>
                            <a:pt x="62008" y="34505"/>
                          </a:cubicBezTo>
                          <a:cubicBezTo>
                            <a:pt x="62293" y="34409"/>
                            <a:pt x="62484" y="34219"/>
                            <a:pt x="62770" y="34124"/>
                          </a:cubicBezTo>
                          <a:cubicBezTo>
                            <a:pt x="64294" y="33457"/>
                            <a:pt x="65818" y="32886"/>
                            <a:pt x="67437" y="32314"/>
                          </a:cubicBezTo>
                          <a:cubicBezTo>
                            <a:pt x="67437" y="32314"/>
                            <a:pt x="67437" y="32314"/>
                            <a:pt x="67437" y="32314"/>
                          </a:cubicBezTo>
                          <a:cubicBezTo>
                            <a:pt x="69056" y="31743"/>
                            <a:pt x="70675" y="31362"/>
                            <a:pt x="72295" y="30885"/>
                          </a:cubicBezTo>
                          <a:cubicBezTo>
                            <a:pt x="72485" y="30790"/>
                            <a:pt x="72771" y="30790"/>
                            <a:pt x="72961" y="30695"/>
                          </a:cubicBezTo>
                          <a:cubicBezTo>
                            <a:pt x="73628" y="30504"/>
                            <a:pt x="74295" y="30409"/>
                            <a:pt x="74962" y="30314"/>
                          </a:cubicBezTo>
                          <a:cubicBezTo>
                            <a:pt x="75819" y="30123"/>
                            <a:pt x="76676" y="29933"/>
                            <a:pt x="77533" y="29742"/>
                          </a:cubicBezTo>
                          <a:cubicBezTo>
                            <a:pt x="78010" y="29647"/>
                            <a:pt x="78486" y="29552"/>
                            <a:pt x="78962" y="29457"/>
                          </a:cubicBezTo>
                          <a:cubicBezTo>
                            <a:pt x="79819" y="29361"/>
                            <a:pt x="80677" y="29266"/>
                            <a:pt x="81439" y="29076"/>
                          </a:cubicBezTo>
                          <a:cubicBezTo>
                            <a:pt x="82010" y="28980"/>
                            <a:pt x="82582" y="28885"/>
                            <a:pt x="83153" y="28790"/>
                          </a:cubicBezTo>
                          <a:cubicBezTo>
                            <a:pt x="83629" y="28695"/>
                            <a:pt x="84201" y="28695"/>
                            <a:pt x="84677" y="28599"/>
                          </a:cubicBezTo>
                          <a:cubicBezTo>
                            <a:pt x="84868" y="28599"/>
                            <a:pt x="85153" y="28504"/>
                            <a:pt x="85344" y="28504"/>
                          </a:cubicBezTo>
                          <a:cubicBezTo>
                            <a:pt x="86296" y="28409"/>
                            <a:pt x="87249" y="28314"/>
                            <a:pt x="88106" y="28314"/>
                          </a:cubicBezTo>
                          <a:cubicBezTo>
                            <a:pt x="88392" y="28314"/>
                            <a:pt x="88678" y="28218"/>
                            <a:pt x="88963" y="28218"/>
                          </a:cubicBezTo>
                          <a:cubicBezTo>
                            <a:pt x="89154" y="28218"/>
                            <a:pt x="89344" y="28218"/>
                            <a:pt x="89535" y="28218"/>
                          </a:cubicBezTo>
                          <a:cubicBezTo>
                            <a:pt x="90011" y="28218"/>
                            <a:pt x="90488" y="28123"/>
                            <a:pt x="90964" y="28123"/>
                          </a:cubicBezTo>
                          <a:cubicBezTo>
                            <a:pt x="91154" y="28123"/>
                            <a:pt x="91345" y="28123"/>
                            <a:pt x="91535" y="28123"/>
                          </a:cubicBezTo>
                          <a:cubicBezTo>
                            <a:pt x="91726" y="28123"/>
                            <a:pt x="91916" y="28123"/>
                            <a:pt x="92107" y="28123"/>
                          </a:cubicBezTo>
                          <a:cubicBezTo>
                            <a:pt x="93059" y="28123"/>
                            <a:pt x="94107" y="28028"/>
                            <a:pt x="95155" y="28028"/>
                          </a:cubicBezTo>
                          <a:cubicBezTo>
                            <a:pt x="95726" y="28028"/>
                            <a:pt x="96298" y="28028"/>
                            <a:pt x="96869" y="28028"/>
                          </a:cubicBezTo>
                          <a:cubicBezTo>
                            <a:pt x="97536" y="28028"/>
                            <a:pt x="98107" y="28028"/>
                            <a:pt x="98774" y="28028"/>
                          </a:cubicBezTo>
                          <a:cubicBezTo>
                            <a:pt x="98965" y="28028"/>
                            <a:pt x="99155" y="28028"/>
                            <a:pt x="99250" y="28028"/>
                          </a:cubicBezTo>
                          <a:cubicBezTo>
                            <a:pt x="100298" y="28028"/>
                            <a:pt x="101346" y="28028"/>
                            <a:pt x="102394" y="28123"/>
                          </a:cubicBezTo>
                          <a:cubicBezTo>
                            <a:pt x="102775" y="28123"/>
                            <a:pt x="103156" y="28123"/>
                            <a:pt x="103632" y="28123"/>
                          </a:cubicBezTo>
                          <a:cubicBezTo>
                            <a:pt x="104489" y="28123"/>
                            <a:pt x="105346" y="28218"/>
                            <a:pt x="106299" y="28218"/>
                          </a:cubicBezTo>
                          <a:cubicBezTo>
                            <a:pt x="106394" y="28218"/>
                            <a:pt x="106585" y="28218"/>
                            <a:pt x="106680" y="28218"/>
                          </a:cubicBezTo>
                          <a:cubicBezTo>
                            <a:pt x="107823" y="28314"/>
                            <a:pt x="108871" y="28314"/>
                            <a:pt x="110014" y="28409"/>
                          </a:cubicBezTo>
                          <a:cubicBezTo>
                            <a:pt x="111442" y="28504"/>
                            <a:pt x="112966" y="28695"/>
                            <a:pt x="114490" y="28790"/>
                          </a:cubicBezTo>
                          <a:cubicBezTo>
                            <a:pt x="115633" y="28885"/>
                            <a:pt x="116776" y="28980"/>
                            <a:pt x="117919" y="29171"/>
                          </a:cubicBezTo>
                          <a:cubicBezTo>
                            <a:pt x="117919" y="29171"/>
                            <a:pt x="118015" y="29171"/>
                            <a:pt x="118015" y="29171"/>
                          </a:cubicBezTo>
                          <a:cubicBezTo>
                            <a:pt x="118205" y="29171"/>
                            <a:pt x="118396" y="29171"/>
                            <a:pt x="118681" y="29266"/>
                          </a:cubicBezTo>
                          <a:cubicBezTo>
                            <a:pt x="119158" y="29361"/>
                            <a:pt x="119634" y="29361"/>
                            <a:pt x="120110" y="29457"/>
                          </a:cubicBezTo>
                          <a:cubicBezTo>
                            <a:pt x="120967" y="29552"/>
                            <a:pt x="121825" y="29647"/>
                            <a:pt x="122682" y="29838"/>
                          </a:cubicBezTo>
                          <a:cubicBezTo>
                            <a:pt x="126682" y="30409"/>
                            <a:pt x="130683" y="30980"/>
                            <a:pt x="134874" y="31838"/>
                          </a:cubicBezTo>
                          <a:cubicBezTo>
                            <a:pt x="135731" y="32028"/>
                            <a:pt x="136588" y="32219"/>
                            <a:pt x="137350" y="32314"/>
                          </a:cubicBezTo>
                          <a:cubicBezTo>
                            <a:pt x="137350" y="32314"/>
                            <a:pt x="137446" y="32314"/>
                            <a:pt x="137446" y="32314"/>
                          </a:cubicBezTo>
                          <a:cubicBezTo>
                            <a:pt x="139255" y="32695"/>
                            <a:pt x="140970" y="32981"/>
                            <a:pt x="142780" y="33457"/>
                          </a:cubicBezTo>
                          <a:cubicBezTo>
                            <a:pt x="143827" y="33648"/>
                            <a:pt x="144875" y="33933"/>
                            <a:pt x="146018" y="34219"/>
                          </a:cubicBezTo>
                          <a:cubicBezTo>
                            <a:pt x="147638" y="34600"/>
                            <a:pt x="149257" y="34981"/>
                            <a:pt x="150971" y="35362"/>
                          </a:cubicBezTo>
                          <a:cubicBezTo>
                            <a:pt x="152114" y="35648"/>
                            <a:pt x="153257" y="35934"/>
                            <a:pt x="154495" y="36219"/>
                          </a:cubicBezTo>
                          <a:cubicBezTo>
                            <a:pt x="156115" y="36600"/>
                            <a:pt x="157734" y="37077"/>
                            <a:pt x="159353" y="37457"/>
                          </a:cubicBezTo>
                          <a:cubicBezTo>
                            <a:pt x="160591" y="37839"/>
                            <a:pt x="161830" y="38124"/>
                            <a:pt x="162973" y="38505"/>
                          </a:cubicBezTo>
                          <a:cubicBezTo>
                            <a:pt x="164592" y="38982"/>
                            <a:pt x="166116" y="39458"/>
                            <a:pt x="167735" y="39934"/>
                          </a:cubicBezTo>
                          <a:cubicBezTo>
                            <a:pt x="167735" y="39934"/>
                            <a:pt x="167830" y="39934"/>
                            <a:pt x="167830" y="39934"/>
                          </a:cubicBezTo>
                          <a:cubicBezTo>
                            <a:pt x="169069" y="40315"/>
                            <a:pt x="170307" y="40696"/>
                            <a:pt x="171545" y="41077"/>
                          </a:cubicBezTo>
                          <a:cubicBezTo>
                            <a:pt x="173164" y="41553"/>
                            <a:pt x="174688" y="42030"/>
                            <a:pt x="176308" y="42601"/>
                          </a:cubicBezTo>
                          <a:cubicBezTo>
                            <a:pt x="176403" y="42601"/>
                            <a:pt x="176593" y="42696"/>
                            <a:pt x="176689" y="42696"/>
                          </a:cubicBezTo>
                          <a:cubicBezTo>
                            <a:pt x="177832" y="43077"/>
                            <a:pt x="179070" y="43458"/>
                            <a:pt x="180213" y="43839"/>
                          </a:cubicBezTo>
                          <a:cubicBezTo>
                            <a:pt x="181832" y="44411"/>
                            <a:pt x="183451" y="44887"/>
                            <a:pt x="184975" y="45459"/>
                          </a:cubicBezTo>
                          <a:cubicBezTo>
                            <a:pt x="185166" y="45554"/>
                            <a:pt x="185452" y="45649"/>
                            <a:pt x="185642" y="45649"/>
                          </a:cubicBezTo>
                          <a:cubicBezTo>
                            <a:pt x="186690" y="46030"/>
                            <a:pt x="187833" y="46411"/>
                            <a:pt x="188976" y="46792"/>
                          </a:cubicBezTo>
                          <a:cubicBezTo>
                            <a:pt x="190976" y="47554"/>
                            <a:pt x="192976" y="48221"/>
                            <a:pt x="195072" y="49078"/>
                          </a:cubicBezTo>
                          <a:cubicBezTo>
                            <a:pt x="195929" y="49364"/>
                            <a:pt x="196691" y="49745"/>
                            <a:pt x="197548" y="50030"/>
                          </a:cubicBezTo>
                          <a:cubicBezTo>
                            <a:pt x="199739" y="50888"/>
                            <a:pt x="202025" y="51745"/>
                            <a:pt x="204311" y="52698"/>
                          </a:cubicBezTo>
                          <a:cubicBezTo>
                            <a:pt x="205168" y="53078"/>
                            <a:pt x="205930" y="53364"/>
                            <a:pt x="206788" y="53745"/>
                          </a:cubicBezTo>
                          <a:cubicBezTo>
                            <a:pt x="209074" y="54698"/>
                            <a:pt x="211264" y="55555"/>
                            <a:pt x="213550" y="56603"/>
                          </a:cubicBezTo>
                          <a:cubicBezTo>
                            <a:pt x="214408" y="56984"/>
                            <a:pt x="215170" y="57365"/>
                            <a:pt x="216027" y="57651"/>
                          </a:cubicBezTo>
                          <a:cubicBezTo>
                            <a:pt x="218313" y="58603"/>
                            <a:pt x="220599" y="59651"/>
                            <a:pt x="222885" y="60603"/>
                          </a:cubicBezTo>
                          <a:cubicBezTo>
                            <a:pt x="223742" y="60984"/>
                            <a:pt x="224599" y="61365"/>
                            <a:pt x="225457" y="61746"/>
                          </a:cubicBezTo>
                          <a:cubicBezTo>
                            <a:pt x="227076" y="62508"/>
                            <a:pt x="228790" y="63270"/>
                            <a:pt x="230410" y="64032"/>
                          </a:cubicBezTo>
                          <a:cubicBezTo>
                            <a:pt x="232886" y="65175"/>
                            <a:pt x="235458" y="66414"/>
                            <a:pt x="237934" y="67652"/>
                          </a:cubicBezTo>
                          <a:cubicBezTo>
                            <a:pt x="239077" y="68223"/>
                            <a:pt x="240125" y="68700"/>
                            <a:pt x="241268" y="69271"/>
                          </a:cubicBezTo>
                          <a:cubicBezTo>
                            <a:pt x="241459" y="69366"/>
                            <a:pt x="241649" y="69462"/>
                            <a:pt x="241935" y="69557"/>
                          </a:cubicBezTo>
                          <a:cubicBezTo>
                            <a:pt x="241935" y="69557"/>
                            <a:pt x="241935" y="69557"/>
                            <a:pt x="241935" y="69557"/>
                          </a:cubicBezTo>
                          <a:cubicBezTo>
                            <a:pt x="242221" y="69652"/>
                            <a:pt x="242506" y="69843"/>
                            <a:pt x="242792" y="70033"/>
                          </a:cubicBezTo>
                          <a:cubicBezTo>
                            <a:pt x="249460" y="73367"/>
                            <a:pt x="256127" y="76796"/>
                            <a:pt x="262699" y="80511"/>
                          </a:cubicBezTo>
                          <a:cubicBezTo>
                            <a:pt x="263842" y="81082"/>
                            <a:pt x="264890" y="81749"/>
                            <a:pt x="266033" y="82320"/>
                          </a:cubicBezTo>
                          <a:cubicBezTo>
                            <a:pt x="268510" y="83749"/>
                            <a:pt x="271081" y="85178"/>
                            <a:pt x="273558" y="86607"/>
                          </a:cubicBezTo>
                          <a:cubicBezTo>
                            <a:pt x="275749" y="87845"/>
                            <a:pt x="277844" y="89083"/>
                            <a:pt x="280035" y="90417"/>
                          </a:cubicBezTo>
                          <a:cubicBezTo>
                            <a:pt x="285559" y="93750"/>
                            <a:pt x="291084" y="97084"/>
                            <a:pt x="296513" y="100608"/>
                          </a:cubicBezTo>
                          <a:cubicBezTo>
                            <a:pt x="296894" y="100894"/>
                            <a:pt x="297370" y="101180"/>
                            <a:pt x="297751" y="101370"/>
                          </a:cubicBezTo>
                          <a:cubicBezTo>
                            <a:pt x="298894" y="102132"/>
                            <a:pt x="300038" y="102894"/>
                            <a:pt x="301180" y="103561"/>
                          </a:cubicBezTo>
                          <a:cubicBezTo>
                            <a:pt x="302038" y="104132"/>
                            <a:pt x="302895" y="104704"/>
                            <a:pt x="303752" y="105276"/>
                          </a:cubicBezTo>
                          <a:cubicBezTo>
                            <a:pt x="306229" y="106990"/>
                            <a:pt x="308800" y="108609"/>
                            <a:pt x="311277" y="110324"/>
                          </a:cubicBezTo>
                          <a:cubicBezTo>
                            <a:pt x="311848" y="110705"/>
                            <a:pt x="312420" y="111086"/>
                            <a:pt x="312991" y="111467"/>
                          </a:cubicBezTo>
                          <a:cubicBezTo>
                            <a:pt x="313087" y="111467"/>
                            <a:pt x="313087" y="111562"/>
                            <a:pt x="313182" y="111657"/>
                          </a:cubicBezTo>
                          <a:cubicBezTo>
                            <a:pt x="314134" y="112324"/>
                            <a:pt x="315087" y="112991"/>
                            <a:pt x="316135" y="113657"/>
                          </a:cubicBezTo>
                          <a:cubicBezTo>
                            <a:pt x="316516" y="113943"/>
                            <a:pt x="316897" y="114229"/>
                            <a:pt x="317278" y="114420"/>
                          </a:cubicBezTo>
                          <a:cubicBezTo>
                            <a:pt x="318230" y="115086"/>
                            <a:pt x="319278" y="115848"/>
                            <a:pt x="320230" y="116515"/>
                          </a:cubicBezTo>
                          <a:cubicBezTo>
                            <a:pt x="320707" y="116896"/>
                            <a:pt x="321183" y="117182"/>
                            <a:pt x="321659" y="117563"/>
                          </a:cubicBezTo>
                          <a:cubicBezTo>
                            <a:pt x="321945" y="117753"/>
                            <a:pt x="322231" y="117944"/>
                            <a:pt x="322421" y="118134"/>
                          </a:cubicBezTo>
                          <a:cubicBezTo>
                            <a:pt x="326422" y="120992"/>
                            <a:pt x="330327" y="123945"/>
                            <a:pt x="334232" y="126993"/>
                          </a:cubicBezTo>
                          <a:cubicBezTo>
                            <a:pt x="334232" y="126993"/>
                            <a:pt x="334232" y="126993"/>
                            <a:pt x="334232" y="126993"/>
                          </a:cubicBezTo>
                          <a:cubicBezTo>
                            <a:pt x="334232" y="126993"/>
                            <a:pt x="334232" y="126993"/>
                            <a:pt x="334232" y="126993"/>
                          </a:cubicBezTo>
                          <a:cubicBezTo>
                            <a:pt x="338233" y="130041"/>
                            <a:pt x="342138" y="133184"/>
                            <a:pt x="345853" y="136232"/>
                          </a:cubicBezTo>
                          <a:cubicBezTo>
                            <a:pt x="346043" y="136422"/>
                            <a:pt x="346329" y="136613"/>
                            <a:pt x="346519" y="136803"/>
                          </a:cubicBezTo>
                          <a:cubicBezTo>
                            <a:pt x="346710" y="136899"/>
                            <a:pt x="346900" y="137089"/>
                            <a:pt x="346996" y="137184"/>
                          </a:cubicBezTo>
                          <a:cubicBezTo>
                            <a:pt x="347186" y="137280"/>
                            <a:pt x="347281" y="137470"/>
                            <a:pt x="347472" y="137565"/>
                          </a:cubicBezTo>
                          <a:cubicBezTo>
                            <a:pt x="348329" y="138327"/>
                            <a:pt x="349282" y="139089"/>
                            <a:pt x="350139" y="139756"/>
                          </a:cubicBezTo>
                          <a:cubicBezTo>
                            <a:pt x="350425" y="140042"/>
                            <a:pt x="350806" y="140328"/>
                            <a:pt x="351091" y="140613"/>
                          </a:cubicBezTo>
                          <a:cubicBezTo>
                            <a:pt x="353092" y="142328"/>
                            <a:pt x="354997" y="143947"/>
                            <a:pt x="356997" y="145662"/>
                          </a:cubicBezTo>
                          <a:cubicBezTo>
                            <a:pt x="357568" y="146138"/>
                            <a:pt x="358140" y="146614"/>
                            <a:pt x="358616" y="147090"/>
                          </a:cubicBezTo>
                          <a:cubicBezTo>
                            <a:pt x="360902" y="149091"/>
                            <a:pt x="363188" y="151186"/>
                            <a:pt x="365379" y="153186"/>
                          </a:cubicBezTo>
                          <a:cubicBezTo>
                            <a:pt x="365950" y="153758"/>
                            <a:pt x="366522" y="154234"/>
                            <a:pt x="367093" y="154805"/>
                          </a:cubicBezTo>
                          <a:cubicBezTo>
                            <a:pt x="368713" y="156330"/>
                            <a:pt x="370332" y="157853"/>
                            <a:pt x="371856" y="159378"/>
                          </a:cubicBezTo>
                          <a:cubicBezTo>
                            <a:pt x="372618" y="160140"/>
                            <a:pt x="373380" y="160806"/>
                            <a:pt x="374047" y="161568"/>
                          </a:cubicBezTo>
                          <a:cubicBezTo>
                            <a:pt x="375380" y="162902"/>
                            <a:pt x="376714" y="164235"/>
                            <a:pt x="378047" y="165569"/>
                          </a:cubicBezTo>
                          <a:cubicBezTo>
                            <a:pt x="378809" y="166331"/>
                            <a:pt x="379476" y="167093"/>
                            <a:pt x="380238" y="167760"/>
                          </a:cubicBezTo>
                          <a:cubicBezTo>
                            <a:pt x="381571" y="169093"/>
                            <a:pt x="382810" y="170427"/>
                            <a:pt x="384048" y="171760"/>
                          </a:cubicBezTo>
                          <a:cubicBezTo>
                            <a:pt x="384715" y="172427"/>
                            <a:pt x="385286" y="173094"/>
                            <a:pt x="385953" y="173760"/>
                          </a:cubicBezTo>
                          <a:cubicBezTo>
                            <a:pt x="387477" y="175380"/>
                            <a:pt x="388906" y="176999"/>
                            <a:pt x="390334" y="178618"/>
                          </a:cubicBezTo>
                          <a:cubicBezTo>
                            <a:pt x="390620" y="178999"/>
                            <a:pt x="391001" y="179285"/>
                            <a:pt x="391287" y="179666"/>
                          </a:cubicBezTo>
                          <a:cubicBezTo>
                            <a:pt x="393001" y="181666"/>
                            <a:pt x="394621" y="183571"/>
                            <a:pt x="396240" y="185571"/>
                          </a:cubicBezTo>
                          <a:cubicBezTo>
                            <a:pt x="396716" y="186143"/>
                            <a:pt x="397097" y="186714"/>
                            <a:pt x="397573" y="187191"/>
                          </a:cubicBezTo>
                          <a:cubicBezTo>
                            <a:pt x="398716" y="188619"/>
                            <a:pt x="399859" y="189953"/>
                            <a:pt x="400907" y="191382"/>
                          </a:cubicBezTo>
                          <a:cubicBezTo>
                            <a:pt x="401479" y="192048"/>
                            <a:pt x="401955" y="192810"/>
                            <a:pt x="402526" y="193477"/>
                          </a:cubicBezTo>
                          <a:cubicBezTo>
                            <a:pt x="403479" y="194715"/>
                            <a:pt x="404431" y="195953"/>
                            <a:pt x="405289" y="197192"/>
                          </a:cubicBezTo>
                          <a:cubicBezTo>
                            <a:pt x="405384" y="197287"/>
                            <a:pt x="405479" y="197382"/>
                            <a:pt x="405479" y="197478"/>
                          </a:cubicBezTo>
                          <a:cubicBezTo>
                            <a:pt x="405479" y="197478"/>
                            <a:pt x="405574" y="197573"/>
                            <a:pt x="405574" y="197573"/>
                          </a:cubicBezTo>
                          <a:cubicBezTo>
                            <a:pt x="405955" y="198144"/>
                            <a:pt x="406336" y="198716"/>
                            <a:pt x="406813" y="199287"/>
                          </a:cubicBezTo>
                          <a:cubicBezTo>
                            <a:pt x="407765" y="200526"/>
                            <a:pt x="408622" y="201859"/>
                            <a:pt x="409480" y="203097"/>
                          </a:cubicBezTo>
                          <a:cubicBezTo>
                            <a:pt x="409861" y="203669"/>
                            <a:pt x="410337" y="204336"/>
                            <a:pt x="410718" y="204907"/>
                          </a:cubicBezTo>
                          <a:cubicBezTo>
                            <a:pt x="411861" y="206622"/>
                            <a:pt x="412909" y="208336"/>
                            <a:pt x="413956" y="210051"/>
                          </a:cubicBezTo>
                          <a:cubicBezTo>
                            <a:pt x="414052" y="210146"/>
                            <a:pt x="414147" y="210336"/>
                            <a:pt x="414242" y="210432"/>
                          </a:cubicBezTo>
                          <a:cubicBezTo>
                            <a:pt x="415385" y="212241"/>
                            <a:pt x="416338" y="214051"/>
                            <a:pt x="417385" y="215861"/>
                          </a:cubicBezTo>
                          <a:cubicBezTo>
                            <a:pt x="417576" y="216242"/>
                            <a:pt x="417766" y="216528"/>
                            <a:pt x="417957" y="216909"/>
                          </a:cubicBezTo>
                          <a:cubicBezTo>
                            <a:pt x="418052" y="217099"/>
                            <a:pt x="418147" y="217290"/>
                            <a:pt x="418243" y="217480"/>
                          </a:cubicBezTo>
                          <a:cubicBezTo>
                            <a:pt x="418909" y="218718"/>
                            <a:pt x="419576" y="219957"/>
                            <a:pt x="420148" y="221195"/>
                          </a:cubicBezTo>
                          <a:cubicBezTo>
                            <a:pt x="420243" y="221480"/>
                            <a:pt x="420434" y="221766"/>
                            <a:pt x="420624" y="222052"/>
                          </a:cubicBezTo>
                          <a:cubicBezTo>
                            <a:pt x="421005" y="221862"/>
                            <a:pt x="421005" y="221862"/>
                            <a:pt x="421100" y="221957"/>
                          </a:cubicBezTo>
                          <a:cubicBezTo>
                            <a:pt x="421005" y="221862"/>
                            <a:pt x="421005" y="221957"/>
                            <a:pt x="421100" y="22195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D108">
                            <a:alpha val="100000"/>
                          </a:srgbClr>
                        </a:gs>
                        <a:gs pos="50000">
                          <a:srgbClr val="F0A704">
                            <a:alpha val="100000"/>
                          </a:srgbClr>
                        </a:gs>
                        <a:gs pos="100000">
                          <a:srgbClr val="E27D00">
                            <a:alpha val="100000"/>
                          </a:srgbClr>
                        </a:gs>
                      </a:gsLst>
                      <a:lin ang="18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1" name="AutoShape 131"/>
                    <p:cNvSpPr/>
                    <p:nvPr/>
                  </p:nvSpPr>
                  <p:spPr>
                    <a:xfrm>
                      <a:off x="6702647" y="2834258"/>
                      <a:ext cx="357774" cy="2438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7774" h="243888">
                          <a:moveTo>
                            <a:pt x="326326" y="143066"/>
                          </a:moveTo>
                          <a:cubicBezTo>
                            <a:pt x="325946" y="142685"/>
                            <a:pt x="325660" y="142304"/>
                            <a:pt x="325279" y="141827"/>
                          </a:cubicBezTo>
                          <a:cubicBezTo>
                            <a:pt x="325279" y="141827"/>
                            <a:pt x="325184" y="141732"/>
                            <a:pt x="325184" y="141732"/>
                          </a:cubicBezTo>
                          <a:cubicBezTo>
                            <a:pt x="325184" y="141732"/>
                            <a:pt x="325184" y="141637"/>
                            <a:pt x="325088" y="141637"/>
                          </a:cubicBezTo>
                          <a:cubicBezTo>
                            <a:pt x="324898" y="141351"/>
                            <a:pt x="324612" y="141161"/>
                            <a:pt x="324421" y="140875"/>
                          </a:cubicBezTo>
                          <a:cubicBezTo>
                            <a:pt x="322231" y="138398"/>
                            <a:pt x="320040" y="135827"/>
                            <a:pt x="317659" y="133350"/>
                          </a:cubicBezTo>
                          <a:cubicBezTo>
                            <a:pt x="316706" y="132302"/>
                            <a:pt x="315659" y="131254"/>
                            <a:pt x="314611" y="130207"/>
                          </a:cubicBezTo>
                          <a:cubicBezTo>
                            <a:pt x="313277" y="128873"/>
                            <a:pt x="312039" y="127540"/>
                            <a:pt x="310705" y="126206"/>
                          </a:cubicBezTo>
                          <a:cubicBezTo>
                            <a:pt x="307658" y="123063"/>
                            <a:pt x="304419" y="120015"/>
                            <a:pt x="301085" y="116872"/>
                          </a:cubicBezTo>
                          <a:lnTo>
                            <a:pt x="301085" y="116872"/>
                          </a:lnTo>
                          <a:cubicBezTo>
                            <a:pt x="300514" y="116396"/>
                            <a:pt x="300038" y="115919"/>
                            <a:pt x="299561" y="115348"/>
                          </a:cubicBezTo>
                          <a:cubicBezTo>
                            <a:pt x="296609" y="112586"/>
                            <a:pt x="293465" y="109823"/>
                            <a:pt x="290322" y="107061"/>
                          </a:cubicBezTo>
                          <a:cubicBezTo>
                            <a:pt x="289750" y="106585"/>
                            <a:pt x="289179" y="106108"/>
                            <a:pt x="288608" y="105632"/>
                          </a:cubicBezTo>
                          <a:cubicBezTo>
                            <a:pt x="288608" y="105632"/>
                            <a:pt x="288608" y="105632"/>
                            <a:pt x="288608" y="105632"/>
                          </a:cubicBezTo>
                          <a:cubicBezTo>
                            <a:pt x="286417" y="103727"/>
                            <a:pt x="284131" y="101822"/>
                            <a:pt x="281845" y="99917"/>
                          </a:cubicBezTo>
                          <a:cubicBezTo>
                            <a:pt x="281845" y="99917"/>
                            <a:pt x="281845" y="99917"/>
                            <a:pt x="281845" y="99917"/>
                          </a:cubicBezTo>
                          <a:cubicBezTo>
                            <a:pt x="281178" y="99346"/>
                            <a:pt x="280416" y="98774"/>
                            <a:pt x="279749" y="98203"/>
                          </a:cubicBezTo>
                          <a:cubicBezTo>
                            <a:pt x="278225" y="96965"/>
                            <a:pt x="276606" y="95726"/>
                            <a:pt x="274987" y="94393"/>
                          </a:cubicBezTo>
                          <a:cubicBezTo>
                            <a:pt x="274987" y="94393"/>
                            <a:pt x="274987" y="94393"/>
                            <a:pt x="274987" y="94393"/>
                          </a:cubicBezTo>
                          <a:cubicBezTo>
                            <a:pt x="273558" y="93250"/>
                            <a:pt x="272129" y="92107"/>
                            <a:pt x="270605" y="90964"/>
                          </a:cubicBezTo>
                          <a:cubicBezTo>
                            <a:pt x="270605" y="90964"/>
                            <a:pt x="270605" y="90964"/>
                            <a:pt x="270510" y="90964"/>
                          </a:cubicBezTo>
                          <a:cubicBezTo>
                            <a:pt x="270510" y="90964"/>
                            <a:pt x="270415" y="90869"/>
                            <a:pt x="270415" y="90869"/>
                          </a:cubicBezTo>
                          <a:cubicBezTo>
                            <a:pt x="267557" y="88678"/>
                            <a:pt x="264700" y="86487"/>
                            <a:pt x="261747" y="84392"/>
                          </a:cubicBezTo>
                          <a:cubicBezTo>
                            <a:pt x="260795" y="83725"/>
                            <a:pt x="259842" y="82963"/>
                            <a:pt x="258889" y="82296"/>
                          </a:cubicBezTo>
                          <a:cubicBezTo>
                            <a:pt x="258889" y="82296"/>
                            <a:pt x="258889" y="82296"/>
                            <a:pt x="258889" y="82296"/>
                          </a:cubicBezTo>
                          <a:cubicBezTo>
                            <a:pt x="257270" y="81058"/>
                            <a:pt x="255556" y="79915"/>
                            <a:pt x="253937" y="78772"/>
                          </a:cubicBezTo>
                          <a:cubicBezTo>
                            <a:pt x="253555" y="78486"/>
                            <a:pt x="253270" y="78296"/>
                            <a:pt x="252889" y="78010"/>
                          </a:cubicBezTo>
                          <a:cubicBezTo>
                            <a:pt x="251746" y="77248"/>
                            <a:pt x="250603" y="76391"/>
                            <a:pt x="249460" y="75629"/>
                          </a:cubicBezTo>
                          <a:cubicBezTo>
                            <a:pt x="249460" y="75629"/>
                            <a:pt x="249460" y="75629"/>
                            <a:pt x="249460" y="75629"/>
                          </a:cubicBezTo>
                          <a:cubicBezTo>
                            <a:pt x="248698" y="75152"/>
                            <a:pt x="247936" y="74581"/>
                            <a:pt x="247269" y="74104"/>
                          </a:cubicBezTo>
                          <a:cubicBezTo>
                            <a:pt x="246126" y="73343"/>
                            <a:pt x="244983" y="72581"/>
                            <a:pt x="243840" y="71819"/>
                          </a:cubicBezTo>
                          <a:cubicBezTo>
                            <a:pt x="242602" y="71056"/>
                            <a:pt x="241459" y="70199"/>
                            <a:pt x="240221" y="69437"/>
                          </a:cubicBezTo>
                          <a:cubicBezTo>
                            <a:pt x="240125" y="69342"/>
                            <a:pt x="239935" y="69247"/>
                            <a:pt x="239839" y="69152"/>
                          </a:cubicBezTo>
                          <a:cubicBezTo>
                            <a:pt x="238220" y="68104"/>
                            <a:pt x="236696" y="67056"/>
                            <a:pt x="235077" y="66104"/>
                          </a:cubicBezTo>
                          <a:cubicBezTo>
                            <a:pt x="234887" y="66008"/>
                            <a:pt x="234696" y="65818"/>
                            <a:pt x="234505" y="65723"/>
                          </a:cubicBezTo>
                          <a:cubicBezTo>
                            <a:pt x="234505" y="65723"/>
                            <a:pt x="234505" y="65723"/>
                            <a:pt x="234505" y="65723"/>
                          </a:cubicBezTo>
                          <a:cubicBezTo>
                            <a:pt x="233743" y="65246"/>
                            <a:pt x="232981" y="64770"/>
                            <a:pt x="232220" y="64294"/>
                          </a:cubicBezTo>
                          <a:cubicBezTo>
                            <a:pt x="231838" y="64103"/>
                            <a:pt x="231553" y="63818"/>
                            <a:pt x="231172" y="63627"/>
                          </a:cubicBezTo>
                          <a:cubicBezTo>
                            <a:pt x="230029" y="62960"/>
                            <a:pt x="228886" y="62294"/>
                            <a:pt x="227838" y="61531"/>
                          </a:cubicBezTo>
                          <a:cubicBezTo>
                            <a:pt x="225171" y="59912"/>
                            <a:pt x="222504" y="58198"/>
                            <a:pt x="219837" y="56674"/>
                          </a:cubicBezTo>
                          <a:cubicBezTo>
                            <a:pt x="219837" y="56674"/>
                            <a:pt x="219837" y="56674"/>
                            <a:pt x="219837" y="56674"/>
                          </a:cubicBezTo>
                          <a:cubicBezTo>
                            <a:pt x="219075" y="56293"/>
                            <a:pt x="218408" y="55817"/>
                            <a:pt x="217646" y="55435"/>
                          </a:cubicBezTo>
                          <a:lnTo>
                            <a:pt x="217646" y="55435"/>
                          </a:lnTo>
                          <a:cubicBezTo>
                            <a:pt x="216313" y="54674"/>
                            <a:pt x="214979" y="53912"/>
                            <a:pt x="213646" y="53150"/>
                          </a:cubicBezTo>
                          <a:cubicBezTo>
                            <a:pt x="211646" y="52006"/>
                            <a:pt x="209645" y="50768"/>
                            <a:pt x="207550" y="49721"/>
                          </a:cubicBezTo>
                          <a:cubicBezTo>
                            <a:pt x="206978" y="49435"/>
                            <a:pt x="206502" y="49149"/>
                            <a:pt x="205930" y="48863"/>
                          </a:cubicBezTo>
                          <a:cubicBezTo>
                            <a:pt x="205550" y="48673"/>
                            <a:pt x="205264" y="48482"/>
                            <a:pt x="204883" y="48292"/>
                          </a:cubicBezTo>
                          <a:cubicBezTo>
                            <a:pt x="203740" y="47720"/>
                            <a:pt x="202692" y="47054"/>
                            <a:pt x="201549" y="46482"/>
                          </a:cubicBezTo>
                          <a:cubicBezTo>
                            <a:pt x="200120" y="45720"/>
                            <a:pt x="198692" y="44958"/>
                            <a:pt x="197358" y="44196"/>
                          </a:cubicBezTo>
                          <a:cubicBezTo>
                            <a:pt x="196691" y="43815"/>
                            <a:pt x="195929" y="43434"/>
                            <a:pt x="195263" y="43053"/>
                          </a:cubicBezTo>
                          <a:cubicBezTo>
                            <a:pt x="192119" y="41434"/>
                            <a:pt x="188881" y="39815"/>
                            <a:pt x="185738" y="38195"/>
                          </a:cubicBezTo>
                          <a:cubicBezTo>
                            <a:pt x="185547" y="38100"/>
                            <a:pt x="185356" y="38005"/>
                            <a:pt x="185261" y="37910"/>
                          </a:cubicBezTo>
                          <a:cubicBezTo>
                            <a:pt x="184213" y="37433"/>
                            <a:pt x="183166" y="36862"/>
                            <a:pt x="182213" y="36385"/>
                          </a:cubicBezTo>
                          <a:cubicBezTo>
                            <a:pt x="182213" y="36385"/>
                            <a:pt x="182213" y="36385"/>
                            <a:pt x="182213" y="36385"/>
                          </a:cubicBezTo>
                          <a:cubicBezTo>
                            <a:pt x="180499" y="35528"/>
                            <a:pt x="178689" y="34671"/>
                            <a:pt x="176975" y="33814"/>
                          </a:cubicBezTo>
                          <a:cubicBezTo>
                            <a:pt x="176975" y="33814"/>
                            <a:pt x="176975" y="33814"/>
                            <a:pt x="176975" y="33814"/>
                          </a:cubicBezTo>
                          <a:cubicBezTo>
                            <a:pt x="175736" y="33242"/>
                            <a:pt x="174403" y="32671"/>
                            <a:pt x="173164" y="32004"/>
                          </a:cubicBezTo>
                          <a:cubicBezTo>
                            <a:pt x="172784" y="31814"/>
                            <a:pt x="172402" y="31718"/>
                            <a:pt x="172117" y="31528"/>
                          </a:cubicBezTo>
                          <a:cubicBezTo>
                            <a:pt x="170783" y="30956"/>
                            <a:pt x="169450" y="30290"/>
                            <a:pt x="168116" y="29718"/>
                          </a:cubicBezTo>
                          <a:cubicBezTo>
                            <a:pt x="168116" y="29718"/>
                            <a:pt x="168116" y="29718"/>
                            <a:pt x="168116" y="29718"/>
                          </a:cubicBezTo>
                          <a:cubicBezTo>
                            <a:pt x="167735" y="29528"/>
                            <a:pt x="167354" y="29432"/>
                            <a:pt x="166973" y="29242"/>
                          </a:cubicBezTo>
                          <a:cubicBezTo>
                            <a:pt x="165925" y="28766"/>
                            <a:pt x="164878" y="28289"/>
                            <a:pt x="163830" y="27908"/>
                          </a:cubicBezTo>
                          <a:cubicBezTo>
                            <a:pt x="163354" y="27718"/>
                            <a:pt x="162782" y="27432"/>
                            <a:pt x="162306" y="27242"/>
                          </a:cubicBezTo>
                          <a:cubicBezTo>
                            <a:pt x="161354" y="26860"/>
                            <a:pt x="160496" y="26479"/>
                            <a:pt x="159544" y="26003"/>
                          </a:cubicBezTo>
                          <a:cubicBezTo>
                            <a:pt x="158115" y="25432"/>
                            <a:pt x="156686" y="24860"/>
                            <a:pt x="155258" y="24194"/>
                          </a:cubicBezTo>
                          <a:cubicBezTo>
                            <a:pt x="155258" y="24194"/>
                            <a:pt x="155258" y="24194"/>
                            <a:pt x="155258" y="24194"/>
                          </a:cubicBezTo>
                          <a:cubicBezTo>
                            <a:pt x="153829" y="23622"/>
                            <a:pt x="152400" y="23051"/>
                            <a:pt x="150971" y="22479"/>
                          </a:cubicBezTo>
                          <a:cubicBezTo>
                            <a:pt x="150971" y="22479"/>
                            <a:pt x="150971" y="22479"/>
                            <a:pt x="150971" y="22479"/>
                          </a:cubicBezTo>
                          <a:cubicBezTo>
                            <a:pt x="150590" y="22289"/>
                            <a:pt x="150114" y="22193"/>
                            <a:pt x="149733" y="22003"/>
                          </a:cubicBezTo>
                          <a:cubicBezTo>
                            <a:pt x="148685" y="21622"/>
                            <a:pt x="147638" y="21146"/>
                            <a:pt x="146590" y="20765"/>
                          </a:cubicBezTo>
                          <a:cubicBezTo>
                            <a:pt x="145542" y="20383"/>
                            <a:pt x="144494" y="19907"/>
                            <a:pt x="143351" y="19526"/>
                          </a:cubicBezTo>
                          <a:cubicBezTo>
                            <a:pt x="143066" y="19431"/>
                            <a:pt x="142780" y="19336"/>
                            <a:pt x="142589" y="19241"/>
                          </a:cubicBezTo>
                          <a:cubicBezTo>
                            <a:pt x="141160" y="18669"/>
                            <a:pt x="139637" y="18193"/>
                            <a:pt x="138208" y="17621"/>
                          </a:cubicBezTo>
                          <a:cubicBezTo>
                            <a:pt x="138208" y="17621"/>
                            <a:pt x="138208" y="17621"/>
                            <a:pt x="138208" y="17621"/>
                          </a:cubicBezTo>
                          <a:cubicBezTo>
                            <a:pt x="137065" y="17240"/>
                            <a:pt x="135922" y="16764"/>
                            <a:pt x="134779" y="16383"/>
                          </a:cubicBezTo>
                          <a:cubicBezTo>
                            <a:pt x="134588" y="16288"/>
                            <a:pt x="134493" y="16288"/>
                            <a:pt x="134302" y="16193"/>
                          </a:cubicBezTo>
                          <a:cubicBezTo>
                            <a:pt x="133921" y="16097"/>
                            <a:pt x="133541" y="15907"/>
                            <a:pt x="133159" y="15812"/>
                          </a:cubicBezTo>
                          <a:cubicBezTo>
                            <a:pt x="132112" y="15431"/>
                            <a:pt x="131064" y="15145"/>
                            <a:pt x="130016" y="14764"/>
                          </a:cubicBezTo>
                          <a:cubicBezTo>
                            <a:pt x="128683" y="14288"/>
                            <a:pt x="127349" y="13811"/>
                            <a:pt x="126016" y="13430"/>
                          </a:cubicBezTo>
                          <a:cubicBezTo>
                            <a:pt x="124587" y="12954"/>
                            <a:pt x="123254" y="12573"/>
                            <a:pt x="121825" y="12097"/>
                          </a:cubicBezTo>
                          <a:lnTo>
                            <a:pt x="121825" y="12097"/>
                          </a:lnTo>
                          <a:cubicBezTo>
                            <a:pt x="121729" y="12097"/>
                            <a:pt x="121729" y="12097"/>
                            <a:pt x="121634" y="12097"/>
                          </a:cubicBezTo>
                          <a:cubicBezTo>
                            <a:pt x="120396" y="11716"/>
                            <a:pt x="119063" y="11335"/>
                            <a:pt x="117824" y="10954"/>
                          </a:cubicBezTo>
                          <a:cubicBezTo>
                            <a:pt x="117443" y="10858"/>
                            <a:pt x="117062" y="10763"/>
                            <a:pt x="116681" y="10668"/>
                          </a:cubicBezTo>
                          <a:cubicBezTo>
                            <a:pt x="115729" y="10382"/>
                            <a:pt x="114871" y="10097"/>
                            <a:pt x="113919" y="9906"/>
                          </a:cubicBezTo>
                          <a:cubicBezTo>
                            <a:pt x="113919" y="9906"/>
                            <a:pt x="113919" y="9906"/>
                            <a:pt x="113919" y="9906"/>
                          </a:cubicBezTo>
                          <a:cubicBezTo>
                            <a:pt x="112490" y="9525"/>
                            <a:pt x="110966" y="9049"/>
                            <a:pt x="109538" y="8668"/>
                          </a:cubicBezTo>
                          <a:cubicBezTo>
                            <a:pt x="109538" y="8668"/>
                            <a:pt x="109538" y="8668"/>
                            <a:pt x="109538" y="8668"/>
                          </a:cubicBezTo>
                          <a:cubicBezTo>
                            <a:pt x="108299" y="8287"/>
                            <a:pt x="107061" y="8001"/>
                            <a:pt x="105727" y="7620"/>
                          </a:cubicBezTo>
                          <a:cubicBezTo>
                            <a:pt x="104299" y="7239"/>
                            <a:pt x="102870" y="6858"/>
                            <a:pt x="101441" y="6572"/>
                          </a:cubicBezTo>
                          <a:cubicBezTo>
                            <a:pt x="100965" y="6477"/>
                            <a:pt x="100489" y="6382"/>
                            <a:pt x="100013" y="6287"/>
                          </a:cubicBezTo>
                          <a:cubicBezTo>
                            <a:pt x="99346" y="6096"/>
                            <a:pt x="98679" y="6001"/>
                            <a:pt x="97917" y="5810"/>
                          </a:cubicBezTo>
                          <a:cubicBezTo>
                            <a:pt x="97155" y="5620"/>
                            <a:pt x="96393" y="5429"/>
                            <a:pt x="95631" y="5334"/>
                          </a:cubicBezTo>
                          <a:cubicBezTo>
                            <a:pt x="94774" y="5144"/>
                            <a:pt x="93821" y="4953"/>
                            <a:pt x="92964" y="4763"/>
                          </a:cubicBezTo>
                          <a:cubicBezTo>
                            <a:pt x="92964" y="4763"/>
                            <a:pt x="92964" y="4763"/>
                            <a:pt x="92964" y="4763"/>
                          </a:cubicBezTo>
                          <a:cubicBezTo>
                            <a:pt x="91821" y="4477"/>
                            <a:pt x="90773" y="4286"/>
                            <a:pt x="89630" y="4096"/>
                          </a:cubicBezTo>
                          <a:cubicBezTo>
                            <a:pt x="89630" y="4096"/>
                            <a:pt x="89630" y="4096"/>
                            <a:pt x="89630" y="4096"/>
                          </a:cubicBezTo>
                          <a:cubicBezTo>
                            <a:pt x="89249" y="4001"/>
                            <a:pt x="88868" y="3905"/>
                            <a:pt x="88583" y="3905"/>
                          </a:cubicBezTo>
                          <a:cubicBezTo>
                            <a:pt x="87344" y="3620"/>
                            <a:pt x="86011" y="3429"/>
                            <a:pt x="84772" y="3239"/>
                          </a:cubicBezTo>
                          <a:cubicBezTo>
                            <a:pt x="84106" y="3143"/>
                            <a:pt x="83344" y="2953"/>
                            <a:pt x="82677" y="2858"/>
                          </a:cubicBezTo>
                          <a:cubicBezTo>
                            <a:pt x="82391" y="2762"/>
                            <a:pt x="82010" y="2762"/>
                            <a:pt x="81725" y="2667"/>
                          </a:cubicBezTo>
                          <a:cubicBezTo>
                            <a:pt x="80010" y="2381"/>
                            <a:pt x="78391" y="2191"/>
                            <a:pt x="76676" y="1905"/>
                          </a:cubicBezTo>
                          <a:cubicBezTo>
                            <a:pt x="75438" y="1715"/>
                            <a:pt x="74104" y="1524"/>
                            <a:pt x="72771" y="1333"/>
                          </a:cubicBezTo>
                          <a:cubicBezTo>
                            <a:pt x="72771" y="1333"/>
                            <a:pt x="72771" y="1333"/>
                            <a:pt x="72771" y="1333"/>
                          </a:cubicBezTo>
                          <a:cubicBezTo>
                            <a:pt x="72485" y="1333"/>
                            <a:pt x="72104" y="1238"/>
                            <a:pt x="71818" y="1238"/>
                          </a:cubicBezTo>
                          <a:cubicBezTo>
                            <a:pt x="70866" y="1143"/>
                            <a:pt x="69913" y="1048"/>
                            <a:pt x="68961" y="953"/>
                          </a:cubicBezTo>
                          <a:cubicBezTo>
                            <a:pt x="67342" y="762"/>
                            <a:pt x="65722" y="667"/>
                            <a:pt x="64198" y="572"/>
                          </a:cubicBezTo>
                          <a:cubicBezTo>
                            <a:pt x="63817" y="572"/>
                            <a:pt x="63437" y="476"/>
                            <a:pt x="63055" y="476"/>
                          </a:cubicBezTo>
                          <a:cubicBezTo>
                            <a:pt x="62293" y="381"/>
                            <a:pt x="61531" y="381"/>
                            <a:pt x="60770" y="286"/>
                          </a:cubicBezTo>
                          <a:cubicBezTo>
                            <a:pt x="60484" y="286"/>
                            <a:pt x="60293" y="286"/>
                            <a:pt x="60008" y="191"/>
                          </a:cubicBezTo>
                          <a:cubicBezTo>
                            <a:pt x="59531" y="191"/>
                            <a:pt x="59150" y="191"/>
                            <a:pt x="58674" y="95"/>
                          </a:cubicBezTo>
                          <a:cubicBezTo>
                            <a:pt x="57150" y="0"/>
                            <a:pt x="55626" y="0"/>
                            <a:pt x="54102" y="0"/>
                          </a:cubicBezTo>
                          <a:cubicBezTo>
                            <a:pt x="53626" y="0"/>
                            <a:pt x="53245" y="0"/>
                            <a:pt x="52768" y="0"/>
                          </a:cubicBezTo>
                          <a:cubicBezTo>
                            <a:pt x="50863" y="0"/>
                            <a:pt x="48958" y="95"/>
                            <a:pt x="47054" y="191"/>
                          </a:cubicBezTo>
                          <a:cubicBezTo>
                            <a:pt x="46863" y="191"/>
                            <a:pt x="46768" y="191"/>
                            <a:pt x="46577" y="191"/>
                          </a:cubicBezTo>
                          <a:cubicBezTo>
                            <a:pt x="46292" y="191"/>
                            <a:pt x="46101" y="191"/>
                            <a:pt x="45815" y="286"/>
                          </a:cubicBezTo>
                          <a:cubicBezTo>
                            <a:pt x="44387" y="381"/>
                            <a:pt x="42958" y="476"/>
                            <a:pt x="41624" y="667"/>
                          </a:cubicBezTo>
                          <a:cubicBezTo>
                            <a:pt x="41624" y="667"/>
                            <a:pt x="41624" y="667"/>
                            <a:pt x="41624" y="667"/>
                          </a:cubicBezTo>
                          <a:cubicBezTo>
                            <a:pt x="41338" y="667"/>
                            <a:pt x="40958" y="762"/>
                            <a:pt x="40672" y="762"/>
                          </a:cubicBezTo>
                          <a:cubicBezTo>
                            <a:pt x="40386" y="762"/>
                            <a:pt x="40100" y="857"/>
                            <a:pt x="39814" y="857"/>
                          </a:cubicBezTo>
                          <a:cubicBezTo>
                            <a:pt x="38671" y="953"/>
                            <a:pt x="37529" y="1143"/>
                            <a:pt x="36385" y="1333"/>
                          </a:cubicBezTo>
                          <a:cubicBezTo>
                            <a:pt x="36385" y="1333"/>
                            <a:pt x="36385" y="1333"/>
                            <a:pt x="36385" y="1333"/>
                          </a:cubicBezTo>
                          <a:cubicBezTo>
                            <a:pt x="35814" y="1429"/>
                            <a:pt x="35242" y="1524"/>
                            <a:pt x="34576" y="1619"/>
                          </a:cubicBezTo>
                          <a:lnTo>
                            <a:pt x="34576" y="1619"/>
                          </a:lnTo>
                          <a:cubicBezTo>
                            <a:pt x="33433" y="1810"/>
                            <a:pt x="32290" y="2096"/>
                            <a:pt x="31147" y="2286"/>
                          </a:cubicBezTo>
                          <a:lnTo>
                            <a:pt x="31147" y="2286"/>
                          </a:lnTo>
                          <a:cubicBezTo>
                            <a:pt x="30956" y="2381"/>
                            <a:pt x="30766" y="2381"/>
                            <a:pt x="30575" y="2477"/>
                          </a:cubicBezTo>
                          <a:cubicBezTo>
                            <a:pt x="30289" y="2572"/>
                            <a:pt x="30004" y="2572"/>
                            <a:pt x="29718" y="2667"/>
                          </a:cubicBezTo>
                          <a:cubicBezTo>
                            <a:pt x="28194" y="3048"/>
                            <a:pt x="26670" y="3524"/>
                            <a:pt x="25146" y="4001"/>
                          </a:cubicBezTo>
                          <a:cubicBezTo>
                            <a:pt x="23717" y="4477"/>
                            <a:pt x="22288" y="5048"/>
                            <a:pt x="21050" y="5620"/>
                          </a:cubicBezTo>
                          <a:cubicBezTo>
                            <a:pt x="20669" y="5810"/>
                            <a:pt x="20288" y="6001"/>
                            <a:pt x="19907" y="6191"/>
                          </a:cubicBezTo>
                          <a:cubicBezTo>
                            <a:pt x="18955" y="6572"/>
                            <a:pt x="18097" y="7049"/>
                            <a:pt x="17240" y="7525"/>
                          </a:cubicBezTo>
                          <a:cubicBezTo>
                            <a:pt x="16859" y="7715"/>
                            <a:pt x="16478" y="8001"/>
                            <a:pt x="16097" y="8192"/>
                          </a:cubicBezTo>
                          <a:cubicBezTo>
                            <a:pt x="15240" y="8668"/>
                            <a:pt x="14478" y="9144"/>
                            <a:pt x="13716" y="9716"/>
                          </a:cubicBezTo>
                          <a:cubicBezTo>
                            <a:pt x="13525" y="9811"/>
                            <a:pt x="13335" y="10001"/>
                            <a:pt x="13145" y="10097"/>
                          </a:cubicBezTo>
                          <a:cubicBezTo>
                            <a:pt x="13049" y="10192"/>
                            <a:pt x="12859" y="10287"/>
                            <a:pt x="12763" y="10382"/>
                          </a:cubicBezTo>
                          <a:cubicBezTo>
                            <a:pt x="12763" y="10382"/>
                            <a:pt x="12763" y="10382"/>
                            <a:pt x="12763" y="10382"/>
                          </a:cubicBezTo>
                          <a:cubicBezTo>
                            <a:pt x="11716" y="11144"/>
                            <a:pt x="10763" y="11906"/>
                            <a:pt x="9906" y="12668"/>
                          </a:cubicBezTo>
                          <a:lnTo>
                            <a:pt x="9906" y="12668"/>
                          </a:lnTo>
                          <a:cubicBezTo>
                            <a:pt x="9811" y="12764"/>
                            <a:pt x="9716" y="12859"/>
                            <a:pt x="9620" y="12954"/>
                          </a:cubicBezTo>
                          <a:cubicBezTo>
                            <a:pt x="9620" y="12954"/>
                            <a:pt x="9620" y="12954"/>
                            <a:pt x="9620" y="12954"/>
                          </a:cubicBezTo>
                          <a:cubicBezTo>
                            <a:pt x="8858" y="13716"/>
                            <a:pt x="8096" y="14478"/>
                            <a:pt x="7429" y="15240"/>
                          </a:cubicBezTo>
                          <a:cubicBezTo>
                            <a:pt x="7144" y="15526"/>
                            <a:pt x="6953" y="15812"/>
                            <a:pt x="6763" y="16097"/>
                          </a:cubicBezTo>
                          <a:cubicBezTo>
                            <a:pt x="6287" y="16764"/>
                            <a:pt x="5715" y="17335"/>
                            <a:pt x="5334" y="18098"/>
                          </a:cubicBezTo>
                          <a:cubicBezTo>
                            <a:pt x="5239" y="18288"/>
                            <a:pt x="5143" y="18383"/>
                            <a:pt x="5048" y="18574"/>
                          </a:cubicBezTo>
                          <a:cubicBezTo>
                            <a:pt x="4953" y="18764"/>
                            <a:pt x="4858" y="18860"/>
                            <a:pt x="4763" y="19050"/>
                          </a:cubicBezTo>
                          <a:cubicBezTo>
                            <a:pt x="4763" y="19050"/>
                            <a:pt x="4763" y="19050"/>
                            <a:pt x="4763" y="19050"/>
                          </a:cubicBezTo>
                          <a:cubicBezTo>
                            <a:pt x="4286" y="19717"/>
                            <a:pt x="3905" y="20479"/>
                            <a:pt x="3524" y="21241"/>
                          </a:cubicBezTo>
                          <a:cubicBezTo>
                            <a:pt x="3524" y="21241"/>
                            <a:pt x="3524" y="21241"/>
                            <a:pt x="3524" y="21241"/>
                          </a:cubicBezTo>
                          <a:cubicBezTo>
                            <a:pt x="3429" y="21527"/>
                            <a:pt x="3238" y="21812"/>
                            <a:pt x="3048" y="22098"/>
                          </a:cubicBezTo>
                          <a:cubicBezTo>
                            <a:pt x="3048" y="22098"/>
                            <a:pt x="3048" y="22098"/>
                            <a:pt x="3048" y="22193"/>
                          </a:cubicBezTo>
                          <a:cubicBezTo>
                            <a:pt x="2572" y="23241"/>
                            <a:pt x="2096" y="24289"/>
                            <a:pt x="1714" y="25432"/>
                          </a:cubicBezTo>
                          <a:cubicBezTo>
                            <a:pt x="1619" y="25622"/>
                            <a:pt x="1619" y="25813"/>
                            <a:pt x="1524" y="25908"/>
                          </a:cubicBezTo>
                          <a:cubicBezTo>
                            <a:pt x="1238" y="26860"/>
                            <a:pt x="952" y="27813"/>
                            <a:pt x="762" y="28766"/>
                          </a:cubicBezTo>
                          <a:cubicBezTo>
                            <a:pt x="667" y="29147"/>
                            <a:pt x="667" y="29528"/>
                            <a:pt x="571" y="29908"/>
                          </a:cubicBezTo>
                          <a:cubicBezTo>
                            <a:pt x="381" y="30766"/>
                            <a:pt x="286" y="31623"/>
                            <a:pt x="191" y="32480"/>
                          </a:cubicBezTo>
                          <a:cubicBezTo>
                            <a:pt x="191" y="32861"/>
                            <a:pt x="95" y="33242"/>
                            <a:pt x="95" y="33623"/>
                          </a:cubicBezTo>
                          <a:cubicBezTo>
                            <a:pt x="0" y="34671"/>
                            <a:pt x="0" y="35814"/>
                            <a:pt x="0" y="36957"/>
                          </a:cubicBezTo>
                          <a:cubicBezTo>
                            <a:pt x="0" y="37148"/>
                            <a:pt x="0" y="37338"/>
                            <a:pt x="0" y="37433"/>
                          </a:cubicBezTo>
                          <a:cubicBezTo>
                            <a:pt x="0" y="38767"/>
                            <a:pt x="95" y="40005"/>
                            <a:pt x="286" y="41339"/>
                          </a:cubicBezTo>
                          <a:cubicBezTo>
                            <a:pt x="286" y="41529"/>
                            <a:pt x="381" y="41720"/>
                            <a:pt x="381" y="41910"/>
                          </a:cubicBezTo>
                          <a:cubicBezTo>
                            <a:pt x="476" y="43053"/>
                            <a:pt x="667" y="44291"/>
                            <a:pt x="952" y="45434"/>
                          </a:cubicBezTo>
                          <a:cubicBezTo>
                            <a:pt x="952" y="45434"/>
                            <a:pt x="952" y="45529"/>
                            <a:pt x="952" y="45529"/>
                          </a:cubicBezTo>
                          <a:cubicBezTo>
                            <a:pt x="952" y="45625"/>
                            <a:pt x="952" y="45720"/>
                            <a:pt x="1048" y="45910"/>
                          </a:cubicBezTo>
                          <a:cubicBezTo>
                            <a:pt x="1143" y="46196"/>
                            <a:pt x="1238" y="46577"/>
                            <a:pt x="1238" y="46863"/>
                          </a:cubicBezTo>
                          <a:cubicBezTo>
                            <a:pt x="1524" y="48101"/>
                            <a:pt x="1810" y="49340"/>
                            <a:pt x="2096" y="50578"/>
                          </a:cubicBezTo>
                          <a:lnTo>
                            <a:pt x="2096" y="50578"/>
                          </a:lnTo>
                          <a:lnTo>
                            <a:pt x="2096" y="50578"/>
                          </a:lnTo>
                          <a:cubicBezTo>
                            <a:pt x="2191" y="50864"/>
                            <a:pt x="2286" y="51054"/>
                            <a:pt x="2286" y="51340"/>
                          </a:cubicBezTo>
                          <a:cubicBezTo>
                            <a:pt x="2381" y="51721"/>
                            <a:pt x="2476" y="52102"/>
                            <a:pt x="2667" y="52388"/>
                          </a:cubicBezTo>
                          <a:cubicBezTo>
                            <a:pt x="2953" y="53340"/>
                            <a:pt x="3238" y="54388"/>
                            <a:pt x="3620" y="55340"/>
                          </a:cubicBezTo>
                          <a:cubicBezTo>
                            <a:pt x="3620" y="55435"/>
                            <a:pt x="3715" y="55626"/>
                            <a:pt x="3810" y="55721"/>
                          </a:cubicBezTo>
                          <a:cubicBezTo>
                            <a:pt x="4381" y="57245"/>
                            <a:pt x="4953" y="58769"/>
                            <a:pt x="5525" y="60293"/>
                          </a:cubicBezTo>
                          <a:cubicBezTo>
                            <a:pt x="5620" y="60484"/>
                            <a:pt x="5620" y="60579"/>
                            <a:pt x="5715" y="60770"/>
                          </a:cubicBezTo>
                          <a:cubicBezTo>
                            <a:pt x="5715" y="60770"/>
                            <a:pt x="5715" y="60770"/>
                            <a:pt x="5715" y="60770"/>
                          </a:cubicBezTo>
                          <a:lnTo>
                            <a:pt x="5715" y="60770"/>
                          </a:lnTo>
                          <a:cubicBezTo>
                            <a:pt x="6382" y="62294"/>
                            <a:pt x="7048" y="63818"/>
                            <a:pt x="7810" y="65342"/>
                          </a:cubicBezTo>
                          <a:cubicBezTo>
                            <a:pt x="8001" y="65723"/>
                            <a:pt x="8192" y="66104"/>
                            <a:pt x="8382" y="66485"/>
                          </a:cubicBezTo>
                          <a:cubicBezTo>
                            <a:pt x="9049" y="67818"/>
                            <a:pt x="9716" y="69247"/>
                            <a:pt x="10477" y="70580"/>
                          </a:cubicBezTo>
                          <a:cubicBezTo>
                            <a:pt x="10477" y="70580"/>
                            <a:pt x="10477" y="70676"/>
                            <a:pt x="10573" y="70676"/>
                          </a:cubicBezTo>
                          <a:cubicBezTo>
                            <a:pt x="10668" y="70961"/>
                            <a:pt x="10858" y="71152"/>
                            <a:pt x="11049" y="71438"/>
                          </a:cubicBezTo>
                          <a:cubicBezTo>
                            <a:pt x="11430" y="72104"/>
                            <a:pt x="11811" y="72676"/>
                            <a:pt x="12192" y="73343"/>
                          </a:cubicBezTo>
                          <a:cubicBezTo>
                            <a:pt x="13240" y="75057"/>
                            <a:pt x="14288" y="76867"/>
                            <a:pt x="15335" y="78581"/>
                          </a:cubicBezTo>
                          <a:cubicBezTo>
                            <a:pt x="15907" y="79534"/>
                            <a:pt x="16478" y="80391"/>
                            <a:pt x="17050" y="81344"/>
                          </a:cubicBezTo>
                          <a:cubicBezTo>
                            <a:pt x="17145" y="81439"/>
                            <a:pt x="17145" y="81534"/>
                            <a:pt x="17240" y="81629"/>
                          </a:cubicBezTo>
                          <a:cubicBezTo>
                            <a:pt x="17717" y="82391"/>
                            <a:pt x="18288" y="83153"/>
                            <a:pt x="18764" y="83820"/>
                          </a:cubicBezTo>
                          <a:cubicBezTo>
                            <a:pt x="24479" y="92202"/>
                            <a:pt x="31433" y="100870"/>
                            <a:pt x="39719" y="109728"/>
                          </a:cubicBezTo>
                          <a:cubicBezTo>
                            <a:pt x="40005" y="110109"/>
                            <a:pt x="40386" y="110395"/>
                            <a:pt x="40672" y="110776"/>
                          </a:cubicBezTo>
                          <a:cubicBezTo>
                            <a:pt x="42005" y="112204"/>
                            <a:pt x="43434" y="113729"/>
                            <a:pt x="44863" y="115157"/>
                          </a:cubicBezTo>
                          <a:cubicBezTo>
                            <a:pt x="45148" y="115443"/>
                            <a:pt x="45434" y="115824"/>
                            <a:pt x="45815" y="116110"/>
                          </a:cubicBezTo>
                          <a:cubicBezTo>
                            <a:pt x="57531" y="128111"/>
                            <a:pt x="71438" y="140399"/>
                            <a:pt x="87344" y="152591"/>
                          </a:cubicBezTo>
                          <a:cubicBezTo>
                            <a:pt x="172117" y="217742"/>
                            <a:pt x="281940" y="256889"/>
                            <a:pt x="332518" y="239935"/>
                          </a:cubicBezTo>
                          <a:cubicBezTo>
                            <a:pt x="351282" y="233648"/>
                            <a:pt x="359188" y="220599"/>
                            <a:pt x="357568" y="203264"/>
                          </a:cubicBezTo>
                          <a:cubicBezTo>
                            <a:pt x="357473" y="202597"/>
                            <a:pt x="357378" y="201930"/>
                            <a:pt x="357283" y="201359"/>
                          </a:cubicBezTo>
                          <a:cubicBezTo>
                            <a:pt x="356806" y="198025"/>
                            <a:pt x="356045" y="194596"/>
                            <a:pt x="354901" y="191072"/>
                          </a:cubicBezTo>
                          <a:cubicBezTo>
                            <a:pt x="354521" y="189833"/>
                            <a:pt x="354139" y="188595"/>
                            <a:pt x="353663" y="187357"/>
                          </a:cubicBezTo>
                          <a:cubicBezTo>
                            <a:pt x="353663" y="187357"/>
                            <a:pt x="353663" y="187262"/>
                            <a:pt x="353663" y="187262"/>
                          </a:cubicBezTo>
                          <a:cubicBezTo>
                            <a:pt x="353568" y="186976"/>
                            <a:pt x="353473" y="186690"/>
                            <a:pt x="353377" y="186404"/>
                          </a:cubicBezTo>
                          <a:cubicBezTo>
                            <a:pt x="353377" y="186404"/>
                            <a:pt x="353377" y="186404"/>
                            <a:pt x="353377" y="186404"/>
                          </a:cubicBezTo>
                          <a:cubicBezTo>
                            <a:pt x="353282" y="186214"/>
                            <a:pt x="353187" y="185928"/>
                            <a:pt x="353092" y="185738"/>
                          </a:cubicBezTo>
                          <a:cubicBezTo>
                            <a:pt x="352616" y="184404"/>
                            <a:pt x="352044" y="183071"/>
                            <a:pt x="351472" y="181737"/>
                          </a:cubicBezTo>
                          <a:cubicBezTo>
                            <a:pt x="351472" y="181737"/>
                            <a:pt x="351472" y="181737"/>
                            <a:pt x="351472" y="181642"/>
                          </a:cubicBezTo>
                          <a:cubicBezTo>
                            <a:pt x="351377" y="181451"/>
                            <a:pt x="351282" y="181261"/>
                            <a:pt x="351187" y="180975"/>
                          </a:cubicBezTo>
                          <a:cubicBezTo>
                            <a:pt x="351092" y="180785"/>
                            <a:pt x="350996" y="180594"/>
                            <a:pt x="350901" y="180308"/>
                          </a:cubicBezTo>
                          <a:cubicBezTo>
                            <a:pt x="350330" y="179165"/>
                            <a:pt x="349853" y="178022"/>
                            <a:pt x="349282" y="176879"/>
                          </a:cubicBezTo>
                          <a:cubicBezTo>
                            <a:pt x="349091" y="176498"/>
                            <a:pt x="348901" y="176117"/>
                            <a:pt x="348710" y="175831"/>
                          </a:cubicBezTo>
                          <a:cubicBezTo>
                            <a:pt x="348615" y="175641"/>
                            <a:pt x="348520" y="175546"/>
                            <a:pt x="348520" y="175451"/>
                          </a:cubicBezTo>
                          <a:cubicBezTo>
                            <a:pt x="348425" y="175260"/>
                            <a:pt x="348329" y="175070"/>
                            <a:pt x="348234" y="174879"/>
                          </a:cubicBezTo>
                          <a:cubicBezTo>
                            <a:pt x="346900" y="172307"/>
                            <a:pt x="345376" y="169640"/>
                            <a:pt x="343757" y="166973"/>
                          </a:cubicBezTo>
                          <a:cubicBezTo>
                            <a:pt x="341852" y="163925"/>
                            <a:pt x="339852" y="160782"/>
                            <a:pt x="337566" y="157639"/>
                          </a:cubicBezTo>
                          <a:cubicBezTo>
                            <a:pt x="334613" y="153543"/>
                            <a:pt x="331375" y="149257"/>
                            <a:pt x="327850" y="144971"/>
                          </a:cubicBezTo>
                          <a:cubicBezTo>
                            <a:pt x="327279" y="144209"/>
                            <a:pt x="326803" y="143637"/>
                            <a:pt x="326326" y="143066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5B000">
                            <a:alpha val="100000"/>
                          </a:srgbClr>
                        </a:gs>
                        <a:gs pos="99910">
                          <a:srgbClr val="CD8A00">
                            <a:alpha val="100000"/>
                          </a:srgbClr>
                        </a:gs>
                      </a:gsLst>
                      <a:lin ang="150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  <p:sp>
                  <p:nvSpPr>
                    <p:cNvPr id="132" name="AutoShape 132"/>
                    <p:cNvSpPr/>
                    <p:nvPr/>
                  </p:nvSpPr>
                  <p:spPr>
                    <a:xfrm>
                      <a:off x="6618827" y="2821971"/>
                      <a:ext cx="491966" cy="3429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91966" h="342900">
                          <a:moveTo>
                            <a:pt x="491395" y="269272"/>
                          </a:moveTo>
                          <a:cubicBezTo>
                            <a:pt x="491109" y="269748"/>
                            <a:pt x="490823" y="270129"/>
                            <a:pt x="490538" y="270605"/>
                          </a:cubicBezTo>
                          <a:cubicBezTo>
                            <a:pt x="489966" y="271463"/>
                            <a:pt x="489299" y="272320"/>
                            <a:pt x="488633" y="273177"/>
                          </a:cubicBezTo>
                          <a:cubicBezTo>
                            <a:pt x="488347" y="273558"/>
                            <a:pt x="488061" y="273939"/>
                            <a:pt x="487680" y="274320"/>
                          </a:cubicBezTo>
                          <a:cubicBezTo>
                            <a:pt x="486728" y="275368"/>
                            <a:pt x="485775" y="276320"/>
                            <a:pt x="484727" y="277368"/>
                          </a:cubicBezTo>
                          <a:cubicBezTo>
                            <a:pt x="484632" y="277463"/>
                            <a:pt x="484537" y="277559"/>
                            <a:pt x="484346" y="277749"/>
                          </a:cubicBezTo>
                          <a:cubicBezTo>
                            <a:pt x="483203" y="278797"/>
                            <a:pt x="481870" y="279845"/>
                            <a:pt x="480536" y="280797"/>
                          </a:cubicBezTo>
                          <a:cubicBezTo>
                            <a:pt x="480155" y="281083"/>
                            <a:pt x="479679" y="281369"/>
                            <a:pt x="479298" y="281654"/>
                          </a:cubicBezTo>
                          <a:cubicBezTo>
                            <a:pt x="478346" y="282321"/>
                            <a:pt x="477298" y="282988"/>
                            <a:pt x="476250" y="283655"/>
                          </a:cubicBezTo>
                          <a:cubicBezTo>
                            <a:pt x="475774" y="283940"/>
                            <a:pt x="475202" y="284226"/>
                            <a:pt x="474631" y="284512"/>
                          </a:cubicBezTo>
                          <a:cubicBezTo>
                            <a:pt x="473488" y="285083"/>
                            <a:pt x="472345" y="285655"/>
                            <a:pt x="471202" y="286226"/>
                          </a:cubicBezTo>
                          <a:cubicBezTo>
                            <a:pt x="470725" y="286512"/>
                            <a:pt x="470154" y="286703"/>
                            <a:pt x="469678" y="286988"/>
                          </a:cubicBezTo>
                          <a:cubicBezTo>
                            <a:pt x="467963" y="287750"/>
                            <a:pt x="466154" y="288417"/>
                            <a:pt x="464249" y="289084"/>
                          </a:cubicBezTo>
                          <a:cubicBezTo>
                            <a:pt x="462343" y="289751"/>
                            <a:pt x="460343" y="290322"/>
                            <a:pt x="458343" y="290798"/>
                          </a:cubicBezTo>
                          <a:cubicBezTo>
                            <a:pt x="457676" y="290989"/>
                            <a:pt x="457009" y="291084"/>
                            <a:pt x="456343" y="291275"/>
                          </a:cubicBezTo>
                          <a:cubicBezTo>
                            <a:pt x="454914" y="291560"/>
                            <a:pt x="453485" y="291941"/>
                            <a:pt x="451961" y="292227"/>
                          </a:cubicBezTo>
                          <a:cubicBezTo>
                            <a:pt x="451199" y="292418"/>
                            <a:pt x="450342" y="292513"/>
                            <a:pt x="449580" y="292608"/>
                          </a:cubicBezTo>
                          <a:cubicBezTo>
                            <a:pt x="448151" y="292894"/>
                            <a:pt x="446627" y="293084"/>
                            <a:pt x="445103" y="293275"/>
                          </a:cubicBezTo>
                          <a:cubicBezTo>
                            <a:pt x="444341" y="293370"/>
                            <a:pt x="443484" y="293465"/>
                            <a:pt x="442722" y="293561"/>
                          </a:cubicBezTo>
                          <a:cubicBezTo>
                            <a:pt x="441008" y="293751"/>
                            <a:pt x="439198" y="293846"/>
                            <a:pt x="437388" y="294037"/>
                          </a:cubicBezTo>
                          <a:cubicBezTo>
                            <a:pt x="436817" y="294037"/>
                            <a:pt x="436245" y="294132"/>
                            <a:pt x="435674" y="294132"/>
                          </a:cubicBezTo>
                          <a:cubicBezTo>
                            <a:pt x="433292" y="294227"/>
                            <a:pt x="430816" y="294323"/>
                            <a:pt x="428244" y="294323"/>
                          </a:cubicBezTo>
                          <a:cubicBezTo>
                            <a:pt x="427672" y="294323"/>
                            <a:pt x="427006" y="294323"/>
                            <a:pt x="426339" y="294323"/>
                          </a:cubicBezTo>
                          <a:cubicBezTo>
                            <a:pt x="425577" y="294323"/>
                            <a:pt x="424815" y="294323"/>
                            <a:pt x="424148" y="294323"/>
                          </a:cubicBezTo>
                          <a:cubicBezTo>
                            <a:pt x="422910" y="294323"/>
                            <a:pt x="421672" y="294227"/>
                            <a:pt x="420434" y="294227"/>
                          </a:cubicBezTo>
                          <a:cubicBezTo>
                            <a:pt x="419481" y="294227"/>
                            <a:pt x="418624" y="294132"/>
                            <a:pt x="417671" y="294132"/>
                          </a:cubicBezTo>
                          <a:cubicBezTo>
                            <a:pt x="416719" y="294037"/>
                            <a:pt x="415766" y="294037"/>
                            <a:pt x="414718" y="293942"/>
                          </a:cubicBezTo>
                          <a:cubicBezTo>
                            <a:pt x="413766" y="293846"/>
                            <a:pt x="412909" y="293751"/>
                            <a:pt x="411956" y="293751"/>
                          </a:cubicBezTo>
                          <a:cubicBezTo>
                            <a:pt x="411290" y="293656"/>
                            <a:pt x="410623" y="293656"/>
                            <a:pt x="409861" y="293561"/>
                          </a:cubicBezTo>
                          <a:cubicBezTo>
                            <a:pt x="407194" y="293370"/>
                            <a:pt x="404527" y="293084"/>
                            <a:pt x="401860" y="292703"/>
                          </a:cubicBezTo>
                          <a:cubicBezTo>
                            <a:pt x="401479" y="292703"/>
                            <a:pt x="401193" y="292608"/>
                            <a:pt x="400812" y="292608"/>
                          </a:cubicBezTo>
                          <a:cubicBezTo>
                            <a:pt x="398431" y="292322"/>
                            <a:pt x="395954" y="291941"/>
                            <a:pt x="393478" y="291560"/>
                          </a:cubicBezTo>
                          <a:cubicBezTo>
                            <a:pt x="392716" y="291465"/>
                            <a:pt x="391954" y="291275"/>
                            <a:pt x="391192" y="291179"/>
                          </a:cubicBezTo>
                          <a:cubicBezTo>
                            <a:pt x="390525" y="291084"/>
                            <a:pt x="389858" y="290989"/>
                            <a:pt x="389096" y="290894"/>
                          </a:cubicBezTo>
                          <a:cubicBezTo>
                            <a:pt x="388239" y="290703"/>
                            <a:pt x="387287" y="290513"/>
                            <a:pt x="386429" y="290417"/>
                          </a:cubicBezTo>
                          <a:cubicBezTo>
                            <a:pt x="384238" y="290036"/>
                            <a:pt x="382143" y="289655"/>
                            <a:pt x="379857" y="289179"/>
                          </a:cubicBezTo>
                          <a:cubicBezTo>
                            <a:pt x="378524" y="288893"/>
                            <a:pt x="377190" y="288608"/>
                            <a:pt x="375857" y="288322"/>
                          </a:cubicBezTo>
                          <a:cubicBezTo>
                            <a:pt x="375761" y="288322"/>
                            <a:pt x="375666" y="288322"/>
                            <a:pt x="375571" y="288227"/>
                          </a:cubicBezTo>
                          <a:cubicBezTo>
                            <a:pt x="373380" y="287750"/>
                            <a:pt x="371094" y="287274"/>
                            <a:pt x="368903" y="286703"/>
                          </a:cubicBezTo>
                          <a:cubicBezTo>
                            <a:pt x="368046" y="286512"/>
                            <a:pt x="367189" y="286322"/>
                            <a:pt x="366236" y="286131"/>
                          </a:cubicBezTo>
                          <a:cubicBezTo>
                            <a:pt x="365665" y="286036"/>
                            <a:pt x="365093" y="285845"/>
                            <a:pt x="364426" y="285655"/>
                          </a:cubicBezTo>
                          <a:cubicBezTo>
                            <a:pt x="362521" y="285179"/>
                            <a:pt x="360617" y="284702"/>
                            <a:pt x="358712" y="284226"/>
                          </a:cubicBezTo>
                          <a:cubicBezTo>
                            <a:pt x="357759" y="283940"/>
                            <a:pt x="356807" y="283750"/>
                            <a:pt x="355759" y="283464"/>
                          </a:cubicBezTo>
                          <a:cubicBezTo>
                            <a:pt x="355092" y="283274"/>
                            <a:pt x="354425" y="283083"/>
                            <a:pt x="353854" y="282893"/>
                          </a:cubicBezTo>
                          <a:cubicBezTo>
                            <a:pt x="351949" y="282321"/>
                            <a:pt x="349949" y="281750"/>
                            <a:pt x="348043" y="281273"/>
                          </a:cubicBezTo>
                          <a:cubicBezTo>
                            <a:pt x="346900" y="280892"/>
                            <a:pt x="345662" y="280607"/>
                            <a:pt x="344519" y="280226"/>
                          </a:cubicBezTo>
                          <a:cubicBezTo>
                            <a:pt x="344043" y="280130"/>
                            <a:pt x="343567" y="279940"/>
                            <a:pt x="343091" y="279749"/>
                          </a:cubicBezTo>
                          <a:cubicBezTo>
                            <a:pt x="341281" y="279178"/>
                            <a:pt x="339566" y="278606"/>
                            <a:pt x="337757" y="278130"/>
                          </a:cubicBezTo>
                          <a:cubicBezTo>
                            <a:pt x="335947" y="277559"/>
                            <a:pt x="334232" y="276987"/>
                            <a:pt x="332422" y="276416"/>
                          </a:cubicBezTo>
                          <a:cubicBezTo>
                            <a:pt x="330613" y="275844"/>
                            <a:pt x="328803" y="275177"/>
                            <a:pt x="326993" y="274606"/>
                          </a:cubicBezTo>
                          <a:cubicBezTo>
                            <a:pt x="325660" y="274130"/>
                            <a:pt x="324326" y="273749"/>
                            <a:pt x="322993" y="273272"/>
                          </a:cubicBezTo>
                          <a:cubicBezTo>
                            <a:pt x="322517" y="273082"/>
                            <a:pt x="322040" y="272891"/>
                            <a:pt x="321564" y="272701"/>
                          </a:cubicBezTo>
                          <a:cubicBezTo>
                            <a:pt x="319850" y="272129"/>
                            <a:pt x="318040" y="271463"/>
                            <a:pt x="316230" y="270796"/>
                          </a:cubicBezTo>
                          <a:cubicBezTo>
                            <a:pt x="314325" y="270129"/>
                            <a:pt x="312515" y="269462"/>
                            <a:pt x="310610" y="268700"/>
                          </a:cubicBezTo>
                          <a:cubicBezTo>
                            <a:pt x="308800" y="268034"/>
                            <a:pt x="306991" y="267367"/>
                            <a:pt x="305276" y="266605"/>
                          </a:cubicBezTo>
                          <a:cubicBezTo>
                            <a:pt x="304514" y="266319"/>
                            <a:pt x="303752" y="266033"/>
                            <a:pt x="303086" y="265748"/>
                          </a:cubicBezTo>
                          <a:cubicBezTo>
                            <a:pt x="302514" y="265557"/>
                            <a:pt x="301847" y="265271"/>
                            <a:pt x="301276" y="265081"/>
                          </a:cubicBezTo>
                          <a:cubicBezTo>
                            <a:pt x="300704" y="264890"/>
                            <a:pt x="300228" y="264605"/>
                            <a:pt x="299657" y="264414"/>
                          </a:cubicBezTo>
                          <a:cubicBezTo>
                            <a:pt x="297751" y="263652"/>
                            <a:pt x="295846" y="262890"/>
                            <a:pt x="293942" y="262033"/>
                          </a:cubicBezTo>
                          <a:cubicBezTo>
                            <a:pt x="292132" y="261271"/>
                            <a:pt x="290322" y="260509"/>
                            <a:pt x="288417" y="259747"/>
                          </a:cubicBezTo>
                          <a:cubicBezTo>
                            <a:pt x="286512" y="258890"/>
                            <a:pt x="284607" y="258128"/>
                            <a:pt x="282607" y="257270"/>
                          </a:cubicBezTo>
                          <a:cubicBezTo>
                            <a:pt x="281273" y="256699"/>
                            <a:pt x="279940" y="256127"/>
                            <a:pt x="278606" y="255556"/>
                          </a:cubicBezTo>
                          <a:cubicBezTo>
                            <a:pt x="278130" y="255365"/>
                            <a:pt x="277654" y="255080"/>
                            <a:pt x="277178" y="254889"/>
                          </a:cubicBezTo>
                          <a:cubicBezTo>
                            <a:pt x="274892" y="253841"/>
                            <a:pt x="272701" y="252889"/>
                            <a:pt x="270415" y="251841"/>
                          </a:cubicBezTo>
                          <a:cubicBezTo>
                            <a:pt x="269272" y="251270"/>
                            <a:pt x="268034" y="250793"/>
                            <a:pt x="266891" y="250222"/>
                          </a:cubicBezTo>
                          <a:cubicBezTo>
                            <a:pt x="266414" y="250031"/>
                            <a:pt x="265938" y="249746"/>
                            <a:pt x="265462" y="249555"/>
                          </a:cubicBezTo>
                          <a:cubicBezTo>
                            <a:pt x="263080" y="248412"/>
                            <a:pt x="260699" y="247269"/>
                            <a:pt x="258413" y="246126"/>
                          </a:cubicBezTo>
                          <a:cubicBezTo>
                            <a:pt x="257080" y="245459"/>
                            <a:pt x="255746" y="244888"/>
                            <a:pt x="254508" y="244221"/>
                          </a:cubicBezTo>
                          <a:cubicBezTo>
                            <a:pt x="254317" y="244126"/>
                            <a:pt x="254032" y="244031"/>
                            <a:pt x="253841" y="243840"/>
                          </a:cubicBezTo>
                          <a:cubicBezTo>
                            <a:pt x="249650" y="241745"/>
                            <a:pt x="245459" y="239649"/>
                            <a:pt x="241268" y="237458"/>
                          </a:cubicBezTo>
                          <a:cubicBezTo>
                            <a:pt x="240411" y="236982"/>
                            <a:pt x="239554" y="236601"/>
                            <a:pt x="238792" y="236125"/>
                          </a:cubicBezTo>
                          <a:cubicBezTo>
                            <a:pt x="235458" y="234315"/>
                            <a:pt x="232029" y="232505"/>
                            <a:pt x="228695" y="230696"/>
                          </a:cubicBezTo>
                          <a:cubicBezTo>
                            <a:pt x="228219" y="230410"/>
                            <a:pt x="227838" y="230219"/>
                            <a:pt x="227362" y="229934"/>
                          </a:cubicBezTo>
                          <a:cubicBezTo>
                            <a:pt x="226695" y="229553"/>
                            <a:pt x="226028" y="229172"/>
                            <a:pt x="225266" y="228791"/>
                          </a:cubicBezTo>
                          <a:cubicBezTo>
                            <a:pt x="220790" y="226314"/>
                            <a:pt x="216408" y="223742"/>
                            <a:pt x="211931" y="221171"/>
                          </a:cubicBezTo>
                          <a:cubicBezTo>
                            <a:pt x="210979" y="220599"/>
                            <a:pt x="210121" y="220123"/>
                            <a:pt x="209169" y="219551"/>
                          </a:cubicBezTo>
                          <a:cubicBezTo>
                            <a:pt x="204121" y="216599"/>
                            <a:pt x="199168" y="213551"/>
                            <a:pt x="194215" y="210407"/>
                          </a:cubicBezTo>
                          <a:cubicBezTo>
                            <a:pt x="193738" y="210122"/>
                            <a:pt x="193358" y="209836"/>
                            <a:pt x="192881" y="209550"/>
                          </a:cubicBezTo>
                          <a:cubicBezTo>
                            <a:pt x="191929" y="208883"/>
                            <a:pt x="190881" y="208312"/>
                            <a:pt x="189929" y="207645"/>
                          </a:cubicBezTo>
                          <a:cubicBezTo>
                            <a:pt x="187357" y="206026"/>
                            <a:pt x="184880" y="204407"/>
                            <a:pt x="182309" y="202787"/>
                          </a:cubicBezTo>
                          <a:cubicBezTo>
                            <a:pt x="180689" y="201740"/>
                            <a:pt x="179165" y="200692"/>
                            <a:pt x="177641" y="199644"/>
                          </a:cubicBezTo>
                          <a:cubicBezTo>
                            <a:pt x="175165" y="198025"/>
                            <a:pt x="172688" y="196310"/>
                            <a:pt x="170212" y="194596"/>
                          </a:cubicBezTo>
                          <a:cubicBezTo>
                            <a:pt x="168688" y="193548"/>
                            <a:pt x="167164" y="192500"/>
                            <a:pt x="165640" y="191453"/>
                          </a:cubicBezTo>
                          <a:cubicBezTo>
                            <a:pt x="162973" y="189548"/>
                            <a:pt x="160401" y="187738"/>
                            <a:pt x="157734" y="185833"/>
                          </a:cubicBezTo>
                          <a:cubicBezTo>
                            <a:pt x="156496" y="184880"/>
                            <a:pt x="155162" y="184023"/>
                            <a:pt x="153924" y="183071"/>
                          </a:cubicBezTo>
                          <a:cubicBezTo>
                            <a:pt x="150019" y="180213"/>
                            <a:pt x="146209" y="177356"/>
                            <a:pt x="142399" y="174403"/>
                          </a:cubicBezTo>
                          <a:cubicBezTo>
                            <a:pt x="139255" y="171926"/>
                            <a:pt x="136112" y="169545"/>
                            <a:pt x="133064" y="167069"/>
                          </a:cubicBezTo>
                          <a:cubicBezTo>
                            <a:pt x="132207" y="166402"/>
                            <a:pt x="131350" y="165640"/>
                            <a:pt x="130492" y="164973"/>
                          </a:cubicBezTo>
                          <a:cubicBezTo>
                            <a:pt x="130492" y="164973"/>
                            <a:pt x="130397" y="164973"/>
                            <a:pt x="130397" y="164878"/>
                          </a:cubicBezTo>
                          <a:cubicBezTo>
                            <a:pt x="129635" y="164306"/>
                            <a:pt x="128873" y="163640"/>
                            <a:pt x="128207" y="163068"/>
                          </a:cubicBezTo>
                          <a:cubicBezTo>
                            <a:pt x="126778" y="161925"/>
                            <a:pt x="125444" y="160782"/>
                            <a:pt x="124016" y="159639"/>
                          </a:cubicBezTo>
                          <a:cubicBezTo>
                            <a:pt x="122968" y="158782"/>
                            <a:pt x="121920" y="157925"/>
                            <a:pt x="120967" y="157067"/>
                          </a:cubicBezTo>
                          <a:cubicBezTo>
                            <a:pt x="119729" y="156020"/>
                            <a:pt x="118491" y="154972"/>
                            <a:pt x="117348" y="153924"/>
                          </a:cubicBezTo>
                          <a:cubicBezTo>
                            <a:pt x="116681" y="153353"/>
                            <a:pt x="116015" y="152781"/>
                            <a:pt x="115348" y="152210"/>
                          </a:cubicBezTo>
                          <a:cubicBezTo>
                            <a:pt x="115253" y="152114"/>
                            <a:pt x="115157" y="152019"/>
                            <a:pt x="114967" y="151924"/>
                          </a:cubicBezTo>
                          <a:cubicBezTo>
                            <a:pt x="114109" y="151162"/>
                            <a:pt x="113157" y="150400"/>
                            <a:pt x="112300" y="149638"/>
                          </a:cubicBezTo>
                          <a:cubicBezTo>
                            <a:pt x="109918" y="147542"/>
                            <a:pt x="107633" y="145447"/>
                            <a:pt x="105346" y="143447"/>
                          </a:cubicBezTo>
                          <a:cubicBezTo>
                            <a:pt x="105061" y="143161"/>
                            <a:pt x="104775" y="142970"/>
                            <a:pt x="104489" y="142685"/>
                          </a:cubicBezTo>
                          <a:cubicBezTo>
                            <a:pt x="104489" y="142685"/>
                            <a:pt x="104489" y="142685"/>
                            <a:pt x="104489" y="142685"/>
                          </a:cubicBezTo>
                          <a:cubicBezTo>
                            <a:pt x="104394" y="142589"/>
                            <a:pt x="104299" y="142494"/>
                            <a:pt x="104204" y="142399"/>
                          </a:cubicBezTo>
                          <a:cubicBezTo>
                            <a:pt x="101537" y="139922"/>
                            <a:pt x="99060" y="137541"/>
                            <a:pt x="96488" y="135160"/>
                          </a:cubicBezTo>
                          <a:cubicBezTo>
                            <a:pt x="95917" y="134588"/>
                            <a:pt x="95345" y="134017"/>
                            <a:pt x="94774" y="133541"/>
                          </a:cubicBezTo>
                          <a:cubicBezTo>
                            <a:pt x="94679" y="133445"/>
                            <a:pt x="94679" y="133445"/>
                            <a:pt x="94583" y="133350"/>
                          </a:cubicBezTo>
                          <a:cubicBezTo>
                            <a:pt x="94297" y="133064"/>
                            <a:pt x="94012" y="132779"/>
                            <a:pt x="93726" y="132493"/>
                          </a:cubicBezTo>
                          <a:cubicBezTo>
                            <a:pt x="93250" y="132017"/>
                            <a:pt x="92774" y="131540"/>
                            <a:pt x="92297" y="131064"/>
                          </a:cubicBezTo>
                          <a:cubicBezTo>
                            <a:pt x="92297" y="131064"/>
                            <a:pt x="92297" y="131064"/>
                            <a:pt x="92297" y="131064"/>
                          </a:cubicBezTo>
                          <a:cubicBezTo>
                            <a:pt x="91250" y="130016"/>
                            <a:pt x="90202" y="128969"/>
                            <a:pt x="89249" y="128016"/>
                          </a:cubicBezTo>
                          <a:cubicBezTo>
                            <a:pt x="89059" y="127826"/>
                            <a:pt x="88963" y="127730"/>
                            <a:pt x="88773" y="127540"/>
                          </a:cubicBezTo>
                          <a:cubicBezTo>
                            <a:pt x="88392" y="127159"/>
                            <a:pt x="88011" y="126873"/>
                            <a:pt x="87725" y="126492"/>
                          </a:cubicBezTo>
                          <a:cubicBezTo>
                            <a:pt x="87154" y="125921"/>
                            <a:pt x="86678" y="125349"/>
                            <a:pt x="86106" y="124873"/>
                          </a:cubicBezTo>
                          <a:cubicBezTo>
                            <a:pt x="85154" y="123825"/>
                            <a:pt x="84106" y="122777"/>
                            <a:pt x="83153" y="121825"/>
                          </a:cubicBezTo>
                          <a:cubicBezTo>
                            <a:pt x="82391" y="121063"/>
                            <a:pt x="81629" y="120206"/>
                            <a:pt x="80867" y="119444"/>
                          </a:cubicBezTo>
                          <a:cubicBezTo>
                            <a:pt x="80677" y="119158"/>
                            <a:pt x="80391" y="118967"/>
                            <a:pt x="80200" y="118682"/>
                          </a:cubicBezTo>
                          <a:cubicBezTo>
                            <a:pt x="80010" y="118491"/>
                            <a:pt x="79915" y="118396"/>
                            <a:pt x="79724" y="118205"/>
                          </a:cubicBezTo>
                          <a:cubicBezTo>
                            <a:pt x="79534" y="118015"/>
                            <a:pt x="79438" y="117920"/>
                            <a:pt x="79248" y="117729"/>
                          </a:cubicBezTo>
                          <a:cubicBezTo>
                            <a:pt x="78581" y="117062"/>
                            <a:pt x="78010" y="116396"/>
                            <a:pt x="77343" y="115634"/>
                          </a:cubicBezTo>
                          <a:cubicBezTo>
                            <a:pt x="76391" y="114586"/>
                            <a:pt x="75438" y="113538"/>
                            <a:pt x="74486" y="112490"/>
                          </a:cubicBezTo>
                          <a:cubicBezTo>
                            <a:pt x="74200" y="112205"/>
                            <a:pt x="73914" y="111919"/>
                            <a:pt x="73628" y="111538"/>
                          </a:cubicBezTo>
                          <a:cubicBezTo>
                            <a:pt x="73533" y="111347"/>
                            <a:pt x="73342" y="111252"/>
                            <a:pt x="73247" y="111062"/>
                          </a:cubicBezTo>
                          <a:cubicBezTo>
                            <a:pt x="72771" y="110490"/>
                            <a:pt x="72390" y="110014"/>
                            <a:pt x="71914" y="109442"/>
                          </a:cubicBezTo>
                          <a:cubicBezTo>
                            <a:pt x="71438" y="108871"/>
                            <a:pt x="70961" y="108395"/>
                            <a:pt x="70485" y="107823"/>
                          </a:cubicBezTo>
                          <a:cubicBezTo>
                            <a:pt x="70199" y="107442"/>
                            <a:pt x="69913" y="107156"/>
                            <a:pt x="69628" y="106775"/>
                          </a:cubicBezTo>
                          <a:cubicBezTo>
                            <a:pt x="69533" y="106680"/>
                            <a:pt x="69533" y="106585"/>
                            <a:pt x="69437" y="106585"/>
                          </a:cubicBezTo>
                          <a:cubicBezTo>
                            <a:pt x="68675" y="105728"/>
                            <a:pt x="68008" y="104870"/>
                            <a:pt x="67246" y="104013"/>
                          </a:cubicBezTo>
                          <a:cubicBezTo>
                            <a:pt x="66675" y="103346"/>
                            <a:pt x="66104" y="102584"/>
                            <a:pt x="65532" y="101918"/>
                          </a:cubicBezTo>
                          <a:cubicBezTo>
                            <a:pt x="64675" y="100870"/>
                            <a:pt x="63722" y="99727"/>
                            <a:pt x="62865" y="98679"/>
                          </a:cubicBezTo>
                          <a:cubicBezTo>
                            <a:pt x="62770" y="98584"/>
                            <a:pt x="62675" y="98489"/>
                            <a:pt x="62675" y="98393"/>
                          </a:cubicBezTo>
                          <a:cubicBezTo>
                            <a:pt x="62389" y="98012"/>
                            <a:pt x="62103" y="97631"/>
                            <a:pt x="61817" y="97250"/>
                          </a:cubicBezTo>
                          <a:cubicBezTo>
                            <a:pt x="61722" y="97155"/>
                            <a:pt x="61722" y="97155"/>
                            <a:pt x="61627" y="97060"/>
                          </a:cubicBezTo>
                          <a:cubicBezTo>
                            <a:pt x="60960" y="96298"/>
                            <a:pt x="60388" y="95441"/>
                            <a:pt x="59817" y="94679"/>
                          </a:cubicBezTo>
                          <a:cubicBezTo>
                            <a:pt x="58769" y="93345"/>
                            <a:pt x="57721" y="91916"/>
                            <a:pt x="56769" y="90583"/>
                          </a:cubicBezTo>
                          <a:cubicBezTo>
                            <a:pt x="56483" y="90202"/>
                            <a:pt x="56197" y="89916"/>
                            <a:pt x="56007" y="89535"/>
                          </a:cubicBezTo>
                          <a:cubicBezTo>
                            <a:pt x="55912" y="89440"/>
                            <a:pt x="55817" y="89345"/>
                            <a:pt x="55817" y="89154"/>
                          </a:cubicBezTo>
                          <a:cubicBezTo>
                            <a:pt x="55817" y="89059"/>
                            <a:pt x="55721" y="89059"/>
                            <a:pt x="55721" y="88964"/>
                          </a:cubicBezTo>
                          <a:cubicBezTo>
                            <a:pt x="55626" y="88773"/>
                            <a:pt x="55531" y="88583"/>
                            <a:pt x="55340" y="88487"/>
                          </a:cubicBezTo>
                          <a:cubicBezTo>
                            <a:pt x="55150" y="88202"/>
                            <a:pt x="54959" y="88011"/>
                            <a:pt x="54769" y="87725"/>
                          </a:cubicBezTo>
                          <a:cubicBezTo>
                            <a:pt x="53530" y="86011"/>
                            <a:pt x="52388" y="84296"/>
                            <a:pt x="51245" y="82582"/>
                          </a:cubicBezTo>
                          <a:cubicBezTo>
                            <a:pt x="51149" y="82487"/>
                            <a:pt x="51054" y="82391"/>
                            <a:pt x="50959" y="82201"/>
                          </a:cubicBezTo>
                          <a:cubicBezTo>
                            <a:pt x="50768" y="81915"/>
                            <a:pt x="50578" y="81629"/>
                            <a:pt x="50387" y="81344"/>
                          </a:cubicBezTo>
                          <a:cubicBezTo>
                            <a:pt x="50387" y="81344"/>
                            <a:pt x="50387" y="81344"/>
                            <a:pt x="50387" y="81344"/>
                          </a:cubicBezTo>
                          <a:cubicBezTo>
                            <a:pt x="50292" y="81248"/>
                            <a:pt x="50292" y="81153"/>
                            <a:pt x="50197" y="81058"/>
                          </a:cubicBezTo>
                          <a:cubicBezTo>
                            <a:pt x="49244" y="79629"/>
                            <a:pt x="48292" y="78105"/>
                            <a:pt x="47434" y="76676"/>
                          </a:cubicBezTo>
                          <a:cubicBezTo>
                            <a:pt x="46958" y="75914"/>
                            <a:pt x="46482" y="75248"/>
                            <a:pt x="46101" y="74486"/>
                          </a:cubicBezTo>
                          <a:cubicBezTo>
                            <a:pt x="46101" y="74486"/>
                            <a:pt x="46101" y="74390"/>
                            <a:pt x="46006" y="74390"/>
                          </a:cubicBezTo>
                          <a:cubicBezTo>
                            <a:pt x="45911" y="74200"/>
                            <a:pt x="45815" y="74009"/>
                            <a:pt x="45720" y="73914"/>
                          </a:cubicBezTo>
                          <a:cubicBezTo>
                            <a:pt x="45720" y="73914"/>
                            <a:pt x="45720" y="73914"/>
                            <a:pt x="45720" y="73914"/>
                          </a:cubicBezTo>
                          <a:cubicBezTo>
                            <a:pt x="45529" y="73533"/>
                            <a:pt x="45339" y="73152"/>
                            <a:pt x="45053" y="72771"/>
                          </a:cubicBezTo>
                          <a:cubicBezTo>
                            <a:pt x="44958" y="72676"/>
                            <a:pt x="44958" y="72581"/>
                            <a:pt x="44863" y="72485"/>
                          </a:cubicBezTo>
                          <a:cubicBezTo>
                            <a:pt x="44672" y="72104"/>
                            <a:pt x="44482" y="71819"/>
                            <a:pt x="44291" y="71438"/>
                          </a:cubicBezTo>
                          <a:cubicBezTo>
                            <a:pt x="43625" y="70295"/>
                            <a:pt x="42958" y="69152"/>
                            <a:pt x="42291" y="67913"/>
                          </a:cubicBezTo>
                          <a:cubicBezTo>
                            <a:pt x="42291" y="67913"/>
                            <a:pt x="42291" y="67818"/>
                            <a:pt x="42196" y="67818"/>
                          </a:cubicBezTo>
                          <a:cubicBezTo>
                            <a:pt x="42005" y="67437"/>
                            <a:pt x="41815" y="67151"/>
                            <a:pt x="41624" y="66770"/>
                          </a:cubicBezTo>
                          <a:cubicBezTo>
                            <a:pt x="41434" y="66389"/>
                            <a:pt x="41243" y="66008"/>
                            <a:pt x="41053" y="65627"/>
                          </a:cubicBezTo>
                          <a:cubicBezTo>
                            <a:pt x="40291" y="64199"/>
                            <a:pt x="39529" y="62770"/>
                            <a:pt x="38862" y="61341"/>
                          </a:cubicBezTo>
                          <a:cubicBezTo>
                            <a:pt x="38862" y="61246"/>
                            <a:pt x="38767" y="61151"/>
                            <a:pt x="38767" y="61151"/>
                          </a:cubicBezTo>
                          <a:cubicBezTo>
                            <a:pt x="38576" y="60770"/>
                            <a:pt x="38291" y="60293"/>
                            <a:pt x="38100" y="59912"/>
                          </a:cubicBezTo>
                          <a:cubicBezTo>
                            <a:pt x="38100" y="59912"/>
                            <a:pt x="38100" y="59817"/>
                            <a:pt x="38005" y="59817"/>
                          </a:cubicBezTo>
                          <a:cubicBezTo>
                            <a:pt x="37909" y="59627"/>
                            <a:pt x="37814" y="59436"/>
                            <a:pt x="37719" y="59246"/>
                          </a:cubicBezTo>
                          <a:cubicBezTo>
                            <a:pt x="36862" y="57436"/>
                            <a:pt x="36100" y="55721"/>
                            <a:pt x="35338" y="53912"/>
                          </a:cubicBezTo>
                          <a:cubicBezTo>
                            <a:pt x="35242" y="53721"/>
                            <a:pt x="35147" y="53531"/>
                            <a:pt x="35147" y="53435"/>
                          </a:cubicBezTo>
                          <a:cubicBezTo>
                            <a:pt x="35147" y="53340"/>
                            <a:pt x="35052" y="53340"/>
                            <a:pt x="35052" y="53245"/>
                          </a:cubicBezTo>
                          <a:cubicBezTo>
                            <a:pt x="35052" y="53245"/>
                            <a:pt x="35052" y="53150"/>
                            <a:pt x="35052" y="53150"/>
                          </a:cubicBezTo>
                          <a:cubicBezTo>
                            <a:pt x="34195" y="51149"/>
                            <a:pt x="33528" y="49244"/>
                            <a:pt x="32766" y="47244"/>
                          </a:cubicBezTo>
                          <a:cubicBezTo>
                            <a:pt x="32766" y="47244"/>
                            <a:pt x="32766" y="47244"/>
                            <a:pt x="32766" y="47244"/>
                          </a:cubicBezTo>
                          <a:cubicBezTo>
                            <a:pt x="32671" y="47054"/>
                            <a:pt x="32671" y="46958"/>
                            <a:pt x="32575" y="46768"/>
                          </a:cubicBezTo>
                          <a:cubicBezTo>
                            <a:pt x="32575" y="46768"/>
                            <a:pt x="32575" y="46768"/>
                            <a:pt x="32575" y="46768"/>
                          </a:cubicBezTo>
                          <a:cubicBezTo>
                            <a:pt x="32385" y="46292"/>
                            <a:pt x="32290" y="45910"/>
                            <a:pt x="32195" y="45530"/>
                          </a:cubicBezTo>
                          <a:cubicBezTo>
                            <a:pt x="31718" y="44196"/>
                            <a:pt x="31337" y="42863"/>
                            <a:pt x="30956" y="41529"/>
                          </a:cubicBezTo>
                          <a:cubicBezTo>
                            <a:pt x="30956" y="41529"/>
                            <a:pt x="30956" y="41529"/>
                            <a:pt x="30956" y="41529"/>
                          </a:cubicBezTo>
                          <a:cubicBezTo>
                            <a:pt x="30861" y="41243"/>
                            <a:pt x="30766" y="40862"/>
                            <a:pt x="30671" y="40577"/>
                          </a:cubicBezTo>
                          <a:cubicBezTo>
                            <a:pt x="30575" y="40196"/>
                            <a:pt x="30480" y="39910"/>
                            <a:pt x="30385" y="39529"/>
                          </a:cubicBezTo>
                          <a:cubicBezTo>
                            <a:pt x="30004" y="38195"/>
                            <a:pt x="29718" y="36957"/>
                            <a:pt x="29528" y="35719"/>
                          </a:cubicBezTo>
                          <a:cubicBezTo>
                            <a:pt x="29528" y="35719"/>
                            <a:pt x="29528" y="35719"/>
                            <a:pt x="29528" y="35719"/>
                          </a:cubicBezTo>
                          <a:cubicBezTo>
                            <a:pt x="29432" y="35338"/>
                            <a:pt x="29337" y="34862"/>
                            <a:pt x="29242" y="34481"/>
                          </a:cubicBezTo>
                          <a:cubicBezTo>
                            <a:pt x="29242" y="34481"/>
                            <a:pt x="29242" y="34481"/>
                            <a:pt x="29242" y="34481"/>
                          </a:cubicBezTo>
                          <a:cubicBezTo>
                            <a:pt x="29242" y="34290"/>
                            <a:pt x="29242" y="34100"/>
                            <a:pt x="29146" y="34004"/>
                          </a:cubicBezTo>
                          <a:cubicBezTo>
                            <a:pt x="29146" y="34004"/>
                            <a:pt x="29146" y="34004"/>
                            <a:pt x="29146" y="33909"/>
                          </a:cubicBezTo>
                          <a:lnTo>
                            <a:pt x="29146" y="33909"/>
                          </a:lnTo>
                          <a:cubicBezTo>
                            <a:pt x="28861" y="32290"/>
                            <a:pt x="28575" y="30766"/>
                            <a:pt x="28384" y="29242"/>
                          </a:cubicBezTo>
                          <a:cubicBezTo>
                            <a:pt x="28384" y="28956"/>
                            <a:pt x="28289" y="28766"/>
                            <a:pt x="28289" y="28480"/>
                          </a:cubicBezTo>
                          <a:cubicBezTo>
                            <a:pt x="28289" y="28385"/>
                            <a:pt x="28289" y="28385"/>
                            <a:pt x="28289" y="28289"/>
                          </a:cubicBezTo>
                          <a:cubicBezTo>
                            <a:pt x="28289" y="28194"/>
                            <a:pt x="28289" y="28099"/>
                            <a:pt x="28289" y="28004"/>
                          </a:cubicBezTo>
                          <a:cubicBezTo>
                            <a:pt x="28099" y="26384"/>
                            <a:pt x="28004" y="24765"/>
                            <a:pt x="28004" y="23241"/>
                          </a:cubicBezTo>
                          <a:cubicBezTo>
                            <a:pt x="28004" y="23146"/>
                            <a:pt x="28004" y="23051"/>
                            <a:pt x="28004" y="22955"/>
                          </a:cubicBezTo>
                          <a:cubicBezTo>
                            <a:pt x="28004" y="22860"/>
                            <a:pt x="28004" y="22765"/>
                            <a:pt x="28004" y="22670"/>
                          </a:cubicBezTo>
                          <a:cubicBezTo>
                            <a:pt x="28004" y="22574"/>
                            <a:pt x="28004" y="22479"/>
                            <a:pt x="28004" y="22384"/>
                          </a:cubicBezTo>
                          <a:cubicBezTo>
                            <a:pt x="28004" y="22098"/>
                            <a:pt x="28004" y="21812"/>
                            <a:pt x="28004" y="21527"/>
                          </a:cubicBezTo>
                          <a:cubicBezTo>
                            <a:pt x="28004" y="20479"/>
                            <a:pt x="28004" y="19336"/>
                            <a:pt x="28099" y="18288"/>
                          </a:cubicBezTo>
                          <a:cubicBezTo>
                            <a:pt x="28099" y="17907"/>
                            <a:pt x="28194" y="17431"/>
                            <a:pt x="28194" y="17050"/>
                          </a:cubicBezTo>
                          <a:cubicBezTo>
                            <a:pt x="28194" y="16955"/>
                            <a:pt x="28194" y="16859"/>
                            <a:pt x="28194" y="16764"/>
                          </a:cubicBezTo>
                          <a:cubicBezTo>
                            <a:pt x="28194" y="16478"/>
                            <a:pt x="28289" y="16097"/>
                            <a:pt x="28289" y="15812"/>
                          </a:cubicBezTo>
                          <a:cubicBezTo>
                            <a:pt x="28384" y="14954"/>
                            <a:pt x="28575" y="14192"/>
                            <a:pt x="28670" y="13335"/>
                          </a:cubicBezTo>
                          <a:cubicBezTo>
                            <a:pt x="28766" y="12859"/>
                            <a:pt x="28861" y="12287"/>
                            <a:pt x="28956" y="11811"/>
                          </a:cubicBezTo>
                          <a:cubicBezTo>
                            <a:pt x="29051" y="11430"/>
                            <a:pt x="29146" y="11049"/>
                            <a:pt x="29242" y="10668"/>
                          </a:cubicBezTo>
                          <a:cubicBezTo>
                            <a:pt x="29242" y="10573"/>
                            <a:pt x="29242" y="10478"/>
                            <a:pt x="29337" y="10382"/>
                          </a:cubicBezTo>
                          <a:cubicBezTo>
                            <a:pt x="29432" y="10097"/>
                            <a:pt x="29528" y="9906"/>
                            <a:pt x="29623" y="9620"/>
                          </a:cubicBezTo>
                          <a:cubicBezTo>
                            <a:pt x="29718" y="9049"/>
                            <a:pt x="29908" y="8573"/>
                            <a:pt x="30099" y="8096"/>
                          </a:cubicBezTo>
                          <a:cubicBezTo>
                            <a:pt x="30194" y="7906"/>
                            <a:pt x="30194" y="7620"/>
                            <a:pt x="30290" y="7430"/>
                          </a:cubicBezTo>
                          <a:cubicBezTo>
                            <a:pt x="30480" y="6858"/>
                            <a:pt x="30671" y="6382"/>
                            <a:pt x="30861" y="5810"/>
                          </a:cubicBezTo>
                          <a:cubicBezTo>
                            <a:pt x="31051" y="5334"/>
                            <a:pt x="31147" y="4953"/>
                            <a:pt x="31337" y="4477"/>
                          </a:cubicBezTo>
                          <a:cubicBezTo>
                            <a:pt x="31528" y="4001"/>
                            <a:pt x="31718" y="3620"/>
                            <a:pt x="31909" y="3143"/>
                          </a:cubicBezTo>
                          <a:cubicBezTo>
                            <a:pt x="32099" y="2762"/>
                            <a:pt x="32290" y="2381"/>
                            <a:pt x="32480" y="2000"/>
                          </a:cubicBezTo>
                          <a:cubicBezTo>
                            <a:pt x="32861" y="1334"/>
                            <a:pt x="33147" y="667"/>
                            <a:pt x="33528" y="0"/>
                          </a:cubicBezTo>
                          <a:lnTo>
                            <a:pt x="5429" y="47911"/>
                          </a:lnTo>
                          <a:cubicBezTo>
                            <a:pt x="4572" y="49340"/>
                            <a:pt x="3905" y="50864"/>
                            <a:pt x="3238" y="52388"/>
                          </a:cubicBezTo>
                          <a:cubicBezTo>
                            <a:pt x="3048" y="52769"/>
                            <a:pt x="2858" y="53245"/>
                            <a:pt x="2762" y="53721"/>
                          </a:cubicBezTo>
                          <a:cubicBezTo>
                            <a:pt x="2286" y="54959"/>
                            <a:pt x="1905" y="56198"/>
                            <a:pt x="1524" y="57531"/>
                          </a:cubicBezTo>
                          <a:cubicBezTo>
                            <a:pt x="1429" y="57722"/>
                            <a:pt x="1429" y="57912"/>
                            <a:pt x="1333" y="58198"/>
                          </a:cubicBezTo>
                          <a:cubicBezTo>
                            <a:pt x="1333" y="58293"/>
                            <a:pt x="1238" y="58484"/>
                            <a:pt x="1238" y="58579"/>
                          </a:cubicBezTo>
                          <a:cubicBezTo>
                            <a:pt x="857" y="60293"/>
                            <a:pt x="571" y="62008"/>
                            <a:pt x="286" y="63722"/>
                          </a:cubicBezTo>
                          <a:cubicBezTo>
                            <a:pt x="191" y="64103"/>
                            <a:pt x="191" y="64580"/>
                            <a:pt x="191" y="64960"/>
                          </a:cubicBezTo>
                          <a:cubicBezTo>
                            <a:pt x="95" y="66389"/>
                            <a:pt x="0" y="67913"/>
                            <a:pt x="0" y="69437"/>
                          </a:cubicBezTo>
                          <a:cubicBezTo>
                            <a:pt x="0" y="69723"/>
                            <a:pt x="0" y="70009"/>
                            <a:pt x="0" y="70199"/>
                          </a:cubicBezTo>
                          <a:cubicBezTo>
                            <a:pt x="0" y="70390"/>
                            <a:pt x="0" y="70676"/>
                            <a:pt x="0" y="70866"/>
                          </a:cubicBezTo>
                          <a:cubicBezTo>
                            <a:pt x="0" y="72581"/>
                            <a:pt x="95" y="74200"/>
                            <a:pt x="286" y="76010"/>
                          </a:cubicBezTo>
                          <a:cubicBezTo>
                            <a:pt x="286" y="76105"/>
                            <a:pt x="286" y="76200"/>
                            <a:pt x="286" y="76295"/>
                          </a:cubicBezTo>
                          <a:cubicBezTo>
                            <a:pt x="476" y="78105"/>
                            <a:pt x="762" y="80010"/>
                            <a:pt x="1143" y="81820"/>
                          </a:cubicBezTo>
                          <a:cubicBezTo>
                            <a:pt x="1143" y="82010"/>
                            <a:pt x="1238" y="82201"/>
                            <a:pt x="1238" y="82296"/>
                          </a:cubicBezTo>
                          <a:cubicBezTo>
                            <a:pt x="1333" y="82677"/>
                            <a:pt x="1429" y="83153"/>
                            <a:pt x="1524" y="83534"/>
                          </a:cubicBezTo>
                          <a:cubicBezTo>
                            <a:pt x="1810" y="84773"/>
                            <a:pt x="2096" y="86106"/>
                            <a:pt x="2476" y="87344"/>
                          </a:cubicBezTo>
                          <a:cubicBezTo>
                            <a:pt x="2667" y="88011"/>
                            <a:pt x="2858" y="88678"/>
                            <a:pt x="3048" y="89345"/>
                          </a:cubicBezTo>
                          <a:cubicBezTo>
                            <a:pt x="3429" y="90678"/>
                            <a:pt x="3905" y="92012"/>
                            <a:pt x="4286" y="93440"/>
                          </a:cubicBezTo>
                          <a:cubicBezTo>
                            <a:pt x="4382" y="93821"/>
                            <a:pt x="4572" y="94298"/>
                            <a:pt x="4667" y="94679"/>
                          </a:cubicBezTo>
                          <a:cubicBezTo>
                            <a:pt x="4763" y="94869"/>
                            <a:pt x="4763" y="95060"/>
                            <a:pt x="4858" y="95250"/>
                          </a:cubicBezTo>
                          <a:cubicBezTo>
                            <a:pt x="5525" y="97155"/>
                            <a:pt x="6287" y="99155"/>
                            <a:pt x="7144" y="101156"/>
                          </a:cubicBezTo>
                          <a:cubicBezTo>
                            <a:pt x="7144" y="101251"/>
                            <a:pt x="7239" y="101346"/>
                            <a:pt x="7239" y="101441"/>
                          </a:cubicBezTo>
                          <a:cubicBezTo>
                            <a:pt x="8001" y="103346"/>
                            <a:pt x="8954" y="105347"/>
                            <a:pt x="9811" y="107252"/>
                          </a:cubicBezTo>
                          <a:cubicBezTo>
                            <a:pt x="9906" y="107442"/>
                            <a:pt x="10001" y="107633"/>
                            <a:pt x="10096" y="107823"/>
                          </a:cubicBezTo>
                          <a:cubicBezTo>
                            <a:pt x="10287" y="108299"/>
                            <a:pt x="10573" y="108776"/>
                            <a:pt x="10763" y="109252"/>
                          </a:cubicBezTo>
                          <a:cubicBezTo>
                            <a:pt x="11525" y="110776"/>
                            <a:pt x="12287" y="112205"/>
                            <a:pt x="13049" y="113729"/>
                          </a:cubicBezTo>
                          <a:cubicBezTo>
                            <a:pt x="13430" y="114491"/>
                            <a:pt x="13811" y="115157"/>
                            <a:pt x="14288" y="115919"/>
                          </a:cubicBezTo>
                          <a:cubicBezTo>
                            <a:pt x="15145" y="117443"/>
                            <a:pt x="16002" y="118967"/>
                            <a:pt x="16954" y="120491"/>
                          </a:cubicBezTo>
                          <a:cubicBezTo>
                            <a:pt x="17240" y="120968"/>
                            <a:pt x="17526" y="121444"/>
                            <a:pt x="17812" y="121825"/>
                          </a:cubicBezTo>
                          <a:cubicBezTo>
                            <a:pt x="17907" y="122015"/>
                            <a:pt x="18002" y="122206"/>
                            <a:pt x="18193" y="122396"/>
                          </a:cubicBezTo>
                          <a:cubicBezTo>
                            <a:pt x="19621" y="124682"/>
                            <a:pt x="21050" y="126968"/>
                            <a:pt x="22574" y="129350"/>
                          </a:cubicBezTo>
                          <a:cubicBezTo>
                            <a:pt x="22860" y="129826"/>
                            <a:pt x="23146" y="130207"/>
                            <a:pt x="23432" y="130683"/>
                          </a:cubicBezTo>
                          <a:cubicBezTo>
                            <a:pt x="24765" y="132588"/>
                            <a:pt x="26099" y="134588"/>
                            <a:pt x="27527" y="136589"/>
                          </a:cubicBezTo>
                          <a:cubicBezTo>
                            <a:pt x="27813" y="136970"/>
                            <a:pt x="28004" y="137255"/>
                            <a:pt x="28289" y="137636"/>
                          </a:cubicBezTo>
                          <a:cubicBezTo>
                            <a:pt x="28575" y="138017"/>
                            <a:pt x="28766" y="138303"/>
                            <a:pt x="29051" y="138684"/>
                          </a:cubicBezTo>
                          <a:cubicBezTo>
                            <a:pt x="30956" y="141256"/>
                            <a:pt x="32861" y="143828"/>
                            <a:pt x="34957" y="146495"/>
                          </a:cubicBezTo>
                          <a:cubicBezTo>
                            <a:pt x="35052" y="146590"/>
                            <a:pt x="35147" y="146685"/>
                            <a:pt x="35242" y="146876"/>
                          </a:cubicBezTo>
                          <a:cubicBezTo>
                            <a:pt x="37433" y="149638"/>
                            <a:pt x="39624" y="152305"/>
                            <a:pt x="42005" y="155067"/>
                          </a:cubicBezTo>
                          <a:cubicBezTo>
                            <a:pt x="42291" y="155353"/>
                            <a:pt x="42577" y="155734"/>
                            <a:pt x="42863" y="156020"/>
                          </a:cubicBezTo>
                          <a:cubicBezTo>
                            <a:pt x="43339" y="156591"/>
                            <a:pt x="43815" y="157067"/>
                            <a:pt x="44196" y="157639"/>
                          </a:cubicBezTo>
                          <a:cubicBezTo>
                            <a:pt x="45053" y="158687"/>
                            <a:pt x="45911" y="159639"/>
                            <a:pt x="46863" y="160687"/>
                          </a:cubicBezTo>
                          <a:cubicBezTo>
                            <a:pt x="47816" y="161735"/>
                            <a:pt x="48768" y="162782"/>
                            <a:pt x="49721" y="163830"/>
                          </a:cubicBezTo>
                          <a:cubicBezTo>
                            <a:pt x="50673" y="164878"/>
                            <a:pt x="51530" y="165830"/>
                            <a:pt x="52483" y="166878"/>
                          </a:cubicBezTo>
                          <a:cubicBezTo>
                            <a:pt x="53435" y="167926"/>
                            <a:pt x="54483" y="168974"/>
                            <a:pt x="55436" y="170021"/>
                          </a:cubicBezTo>
                          <a:cubicBezTo>
                            <a:pt x="56388" y="171069"/>
                            <a:pt x="57341" y="172022"/>
                            <a:pt x="58388" y="173069"/>
                          </a:cubicBezTo>
                          <a:cubicBezTo>
                            <a:pt x="59436" y="174117"/>
                            <a:pt x="60484" y="175165"/>
                            <a:pt x="61532" y="176308"/>
                          </a:cubicBezTo>
                          <a:cubicBezTo>
                            <a:pt x="62579" y="177356"/>
                            <a:pt x="63532" y="178308"/>
                            <a:pt x="64579" y="179356"/>
                          </a:cubicBezTo>
                          <a:cubicBezTo>
                            <a:pt x="65056" y="179832"/>
                            <a:pt x="65532" y="180308"/>
                            <a:pt x="66008" y="180785"/>
                          </a:cubicBezTo>
                          <a:cubicBezTo>
                            <a:pt x="66389" y="181166"/>
                            <a:pt x="66675" y="181451"/>
                            <a:pt x="67056" y="181832"/>
                          </a:cubicBezTo>
                          <a:cubicBezTo>
                            <a:pt x="70199" y="184880"/>
                            <a:pt x="73438" y="187928"/>
                            <a:pt x="76771" y="191072"/>
                          </a:cubicBezTo>
                          <a:cubicBezTo>
                            <a:pt x="77057" y="191357"/>
                            <a:pt x="77343" y="191548"/>
                            <a:pt x="77629" y="191834"/>
                          </a:cubicBezTo>
                          <a:cubicBezTo>
                            <a:pt x="80867" y="194786"/>
                            <a:pt x="84106" y="197739"/>
                            <a:pt x="87535" y="200692"/>
                          </a:cubicBezTo>
                          <a:cubicBezTo>
                            <a:pt x="88201" y="201263"/>
                            <a:pt x="88868" y="201835"/>
                            <a:pt x="89535" y="202406"/>
                          </a:cubicBezTo>
                          <a:cubicBezTo>
                            <a:pt x="93059" y="205454"/>
                            <a:pt x="96679" y="208502"/>
                            <a:pt x="100393" y="211550"/>
                          </a:cubicBezTo>
                          <a:cubicBezTo>
                            <a:pt x="101155" y="212217"/>
                            <a:pt x="101917" y="212789"/>
                            <a:pt x="102679" y="213455"/>
                          </a:cubicBezTo>
                          <a:cubicBezTo>
                            <a:pt x="106585" y="216599"/>
                            <a:pt x="110490" y="219742"/>
                            <a:pt x="114681" y="222885"/>
                          </a:cubicBezTo>
                          <a:cubicBezTo>
                            <a:pt x="118491" y="225838"/>
                            <a:pt x="122301" y="228695"/>
                            <a:pt x="126206" y="231553"/>
                          </a:cubicBezTo>
                          <a:cubicBezTo>
                            <a:pt x="127445" y="232505"/>
                            <a:pt x="128778" y="233363"/>
                            <a:pt x="130016" y="234315"/>
                          </a:cubicBezTo>
                          <a:cubicBezTo>
                            <a:pt x="132683" y="236220"/>
                            <a:pt x="135255" y="238125"/>
                            <a:pt x="137922" y="239935"/>
                          </a:cubicBezTo>
                          <a:cubicBezTo>
                            <a:pt x="139446" y="240983"/>
                            <a:pt x="140970" y="242030"/>
                            <a:pt x="142399" y="243078"/>
                          </a:cubicBezTo>
                          <a:cubicBezTo>
                            <a:pt x="144875" y="244793"/>
                            <a:pt x="147352" y="246507"/>
                            <a:pt x="149924" y="248126"/>
                          </a:cubicBezTo>
                          <a:cubicBezTo>
                            <a:pt x="151447" y="249174"/>
                            <a:pt x="153067" y="250222"/>
                            <a:pt x="154591" y="251270"/>
                          </a:cubicBezTo>
                          <a:cubicBezTo>
                            <a:pt x="157067" y="252889"/>
                            <a:pt x="159639" y="254603"/>
                            <a:pt x="162211" y="256223"/>
                          </a:cubicBezTo>
                          <a:cubicBezTo>
                            <a:pt x="163163" y="256889"/>
                            <a:pt x="164116" y="257461"/>
                            <a:pt x="165163" y="258128"/>
                          </a:cubicBezTo>
                          <a:cubicBezTo>
                            <a:pt x="165640" y="258413"/>
                            <a:pt x="166021" y="258699"/>
                            <a:pt x="166497" y="258985"/>
                          </a:cubicBezTo>
                          <a:cubicBezTo>
                            <a:pt x="171450" y="262128"/>
                            <a:pt x="176498" y="265176"/>
                            <a:pt x="181451" y="268129"/>
                          </a:cubicBezTo>
                          <a:cubicBezTo>
                            <a:pt x="182404" y="268700"/>
                            <a:pt x="183261" y="269177"/>
                            <a:pt x="184213" y="269748"/>
                          </a:cubicBezTo>
                          <a:cubicBezTo>
                            <a:pt x="188595" y="272320"/>
                            <a:pt x="193072" y="274892"/>
                            <a:pt x="197549" y="277368"/>
                          </a:cubicBezTo>
                          <a:cubicBezTo>
                            <a:pt x="198215" y="277749"/>
                            <a:pt x="198977" y="278130"/>
                            <a:pt x="199644" y="278511"/>
                          </a:cubicBezTo>
                          <a:cubicBezTo>
                            <a:pt x="200120" y="278797"/>
                            <a:pt x="200501" y="278987"/>
                            <a:pt x="200978" y="279273"/>
                          </a:cubicBezTo>
                          <a:cubicBezTo>
                            <a:pt x="204311" y="281083"/>
                            <a:pt x="207645" y="282893"/>
                            <a:pt x="211074" y="284702"/>
                          </a:cubicBezTo>
                          <a:cubicBezTo>
                            <a:pt x="211931" y="285179"/>
                            <a:pt x="212788" y="285655"/>
                            <a:pt x="213550" y="286036"/>
                          </a:cubicBezTo>
                          <a:cubicBezTo>
                            <a:pt x="217742" y="288227"/>
                            <a:pt x="221933" y="290417"/>
                            <a:pt x="226124" y="292418"/>
                          </a:cubicBezTo>
                          <a:cubicBezTo>
                            <a:pt x="226314" y="292513"/>
                            <a:pt x="226600" y="292608"/>
                            <a:pt x="226790" y="292703"/>
                          </a:cubicBezTo>
                          <a:cubicBezTo>
                            <a:pt x="228124" y="293370"/>
                            <a:pt x="229362" y="293942"/>
                            <a:pt x="230696" y="294608"/>
                          </a:cubicBezTo>
                          <a:cubicBezTo>
                            <a:pt x="233077" y="295751"/>
                            <a:pt x="235458" y="296990"/>
                            <a:pt x="237839" y="298037"/>
                          </a:cubicBezTo>
                          <a:cubicBezTo>
                            <a:pt x="239459" y="298799"/>
                            <a:pt x="241078" y="299561"/>
                            <a:pt x="242792" y="300323"/>
                          </a:cubicBezTo>
                          <a:cubicBezTo>
                            <a:pt x="245078" y="301371"/>
                            <a:pt x="247364" y="302419"/>
                            <a:pt x="249555" y="303467"/>
                          </a:cubicBezTo>
                          <a:cubicBezTo>
                            <a:pt x="250031" y="303657"/>
                            <a:pt x="250508" y="303848"/>
                            <a:pt x="250984" y="304133"/>
                          </a:cubicBezTo>
                          <a:cubicBezTo>
                            <a:pt x="252317" y="304705"/>
                            <a:pt x="253651" y="305276"/>
                            <a:pt x="254984" y="305943"/>
                          </a:cubicBezTo>
                          <a:cubicBezTo>
                            <a:pt x="256889" y="306800"/>
                            <a:pt x="258890" y="307658"/>
                            <a:pt x="260795" y="308420"/>
                          </a:cubicBezTo>
                          <a:cubicBezTo>
                            <a:pt x="262604" y="309182"/>
                            <a:pt x="264414" y="309944"/>
                            <a:pt x="266224" y="310706"/>
                          </a:cubicBezTo>
                          <a:cubicBezTo>
                            <a:pt x="268129" y="311468"/>
                            <a:pt x="270034" y="312325"/>
                            <a:pt x="271939" y="313087"/>
                          </a:cubicBezTo>
                          <a:cubicBezTo>
                            <a:pt x="272510" y="313277"/>
                            <a:pt x="272987" y="313468"/>
                            <a:pt x="273558" y="313754"/>
                          </a:cubicBezTo>
                          <a:cubicBezTo>
                            <a:pt x="274892" y="314325"/>
                            <a:pt x="276225" y="314801"/>
                            <a:pt x="277559" y="315373"/>
                          </a:cubicBezTo>
                          <a:cubicBezTo>
                            <a:pt x="279368" y="316040"/>
                            <a:pt x="281178" y="316802"/>
                            <a:pt x="282892" y="317468"/>
                          </a:cubicBezTo>
                          <a:cubicBezTo>
                            <a:pt x="284797" y="318135"/>
                            <a:pt x="286607" y="318897"/>
                            <a:pt x="288512" y="319564"/>
                          </a:cubicBezTo>
                          <a:cubicBezTo>
                            <a:pt x="290322" y="320231"/>
                            <a:pt x="292037" y="320897"/>
                            <a:pt x="293846" y="321469"/>
                          </a:cubicBezTo>
                          <a:cubicBezTo>
                            <a:pt x="294322" y="321659"/>
                            <a:pt x="294799" y="321850"/>
                            <a:pt x="295275" y="321945"/>
                          </a:cubicBezTo>
                          <a:cubicBezTo>
                            <a:pt x="296609" y="322421"/>
                            <a:pt x="297942" y="322898"/>
                            <a:pt x="299275" y="323279"/>
                          </a:cubicBezTo>
                          <a:cubicBezTo>
                            <a:pt x="301085" y="323850"/>
                            <a:pt x="302895" y="324517"/>
                            <a:pt x="304705" y="325088"/>
                          </a:cubicBezTo>
                          <a:cubicBezTo>
                            <a:pt x="306515" y="325660"/>
                            <a:pt x="308229" y="326231"/>
                            <a:pt x="310039" y="326803"/>
                          </a:cubicBezTo>
                          <a:cubicBezTo>
                            <a:pt x="311849" y="327374"/>
                            <a:pt x="313563" y="327946"/>
                            <a:pt x="315373" y="328422"/>
                          </a:cubicBezTo>
                          <a:cubicBezTo>
                            <a:pt x="315849" y="328517"/>
                            <a:pt x="316325" y="328708"/>
                            <a:pt x="316801" y="328803"/>
                          </a:cubicBezTo>
                          <a:cubicBezTo>
                            <a:pt x="317945" y="329184"/>
                            <a:pt x="319183" y="329470"/>
                            <a:pt x="320326" y="329851"/>
                          </a:cubicBezTo>
                          <a:cubicBezTo>
                            <a:pt x="322231" y="330422"/>
                            <a:pt x="324231" y="330994"/>
                            <a:pt x="326136" y="331470"/>
                          </a:cubicBezTo>
                          <a:cubicBezTo>
                            <a:pt x="327755" y="331946"/>
                            <a:pt x="329375" y="332327"/>
                            <a:pt x="330994" y="332804"/>
                          </a:cubicBezTo>
                          <a:cubicBezTo>
                            <a:pt x="332899" y="333280"/>
                            <a:pt x="334804" y="333756"/>
                            <a:pt x="336613" y="334232"/>
                          </a:cubicBezTo>
                          <a:cubicBezTo>
                            <a:pt x="337185" y="334423"/>
                            <a:pt x="337852" y="334518"/>
                            <a:pt x="338423" y="334613"/>
                          </a:cubicBezTo>
                          <a:cubicBezTo>
                            <a:pt x="339280" y="334804"/>
                            <a:pt x="340138" y="334994"/>
                            <a:pt x="341090" y="335280"/>
                          </a:cubicBezTo>
                          <a:cubicBezTo>
                            <a:pt x="343376" y="335852"/>
                            <a:pt x="345567" y="336328"/>
                            <a:pt x="347758" y="336804"/>
                          </a:cubicBezTo>
                          <a:cubicBezTo>
                            <a:pt x="349187" y="337090"/>
                            <a:pt x="350615" y="337376"/>
                            <a:pt x="352044" y="337661"/>
                          </a:cubicBezTo>
                          <a:cubicBezTo>
                            <a:pt x="354235" y="338138"/>
                            <a:pt x="356425" y="338519"/>
                            <a:pt x="358521" y="338900"/>
                          </a:cubicBezTo>
                          <a:cubicBezTo>
                            <a:pt x="359378" y="339090"/>
                            <a:pt x="360331" y="339185"/>
                            <a:pt x="361188" y="339376"/>
                          </a:cubicBezTo>
                          <a:cubicBezTo>
                            <a:pt x="361855" y="339471"/>
                            <a:pt x="362521" y="339662"/>
                            <a:pt x="363284" y="339757"/>
                          </a:cubicBezTo>
                          <a:cubicBezTo>
                            <a:pt x="364046" y="339852"/>
                            <a:pt x="364808" y="340043"/>
                            <a:pt x="365570" y="340138"/>
                          </a:cubicBezTo>
                          <a:cubicBezTo>
                            <a:pt x="368046" y="340519"/>
                            <a:pt x="370522" y="340900"/>
                            <a:pt x="372904" y="341186"/>
                          </a:cubicBezTo>
                          <a:cubicBezTo>
                            <a:pt x="373285" y="341186"/>
                            <a:pt x="373571" y="341281"/>
                            <a:pt x="373951" y="341281"/>
                          </a:cubicBezTo>
                          <a:cubicBezTo>
                            <a:pt x="376714" y="341567"/>
                            <a:pt x="379381" y="341852"/>
                            <a:pt x="381953" y="342138"/>
                          </a:cubicBezTo>
                          <a:cubicBezTo>
                            <a:pt x="382619" y="342233"/>
                            <a:pt x="383286" y="342233"/>
                            <a:pt x="384048" y="342329"/>
                          </a:cubicBezTo>
                          <a:cubicBezTo>
                            <a:pt x="385000" y="342424"/>
                            <a:pt x="385953" y="342424"/>
                            <a:pt x="386810" y="342519"/>
                          </a:cubicBezTo>
                          <a:cubicBezTo>
                            <a:pt x="387763" y="342614"/>
                            <a:pt x="388811" y="342614"/>
                            <a:pt x="389763" y="342710"/>
                          </a:cubicBezTo>
                          <a:cubicBezTo>
                            <a:pt x="390716" y="342805"/>
                            <a:pt x="391573" y="342805"/>
                            <a:pt x="392525" y="342805"/>
                          </a:cubicBezTo>
                          <a:cubicBezTo>
                            <a:pt x="394525" y="342900"/>
                            <a:pt x="396526" y="342900"/>
                            <a:pt x="398431" y="342900"/>
                          </a:cubicBezTo>
                          <a:cubicBezTo>
                            <a:pt x="399002" y="342900"/>
                            <a:pt x="399669" y="342900"/>
                            <a:pt x="400241" y="342900"/>
                          </a:cubicBezTo>
                          <a:cubicBezTo>
                            <a:pt x="402717" y="342900"/>
                            <a:pt x="405193" y="342805"/>
                            <a:pt x="407670" y="342710"/>
                          </a:cubicBezTo>
                          <a:cubicBezTo>
                            <a:pt x="408242" y="342710"/>
                            <a:pt x="408813" y="342614"/>
                            <a:pt x="409384" y="342614"/>
                          </a:cubicBezTo>
                          <a:cubicBezTo>
                            <a:pt x="411194" y="342519"/>
                            <a:pt x="413004" y="342329"/>
                            <a:pt x="414718" y="342138"/>
                          </a:cubicBezTo>
                          <a:cubicBezTo>
                            <a:pt x="415480" y="342043"/>
                            <a:pt x="416338" y="341948"/>
                            <a:pt x="417100" y="341852"/>
                          </a:cubicBezTo>
                          <a:cubicBezTo>
                            <a:pt x="418624" y="341662"/>
                            <a:pt x="420148" y="341471"/>
                            <a:pt x="421576" y="341186"/>
                          </a:cubicBezTo>
                          <a:cubicBezTo>
                            <a:pt x="422338" y="341090"/>
                            <a:pt x="423196" y="340900"/>
                            <a:pt x="423958" y="340805"/>
                          </a:cubicBezTo>
                          <a:cubicBezTo>
                            <a:pt x="425482" y="340519"/>
                            <a:pt x="426911" y="340233"/>
                            <a:pt x="428339" y="339852"/>
                          </a:cubicBezTo>
                          <a:cubicBezTo>
                            <a:pt x="429006" y="339662"/>
                            <a:pt x="429673" y="339566"/>
                            <a:pt x="430340" y="339376"/>
                          </a:cubicBezTo>
                          <a:cubicBezTo>
                            <a:pt x="432340" y="338900"/>
                            <a:pt x="434340" y="338328"/>
                            <a:pt x="436245" y="337661"/>
                          </a:cubicBezTo>
                          <a:cubicBezTo>
                            <a:pt x="449390" y="333280"/>
                            <a:pt x="458534" y="326231"/>
                            <a:pt x="463867" y="317183"/>
                          </a:cubicBezTo>
                          <a:lnTo>
                            <a:pt x="491966" y="269272"/>
                          </a:lnTo>
                          <a:cubicBezTo>
                            <a:pt x="491776" y="268700"/>
                            <a:pt x="491585" y="268986"/>
                            <a:pt x="491395" y="269272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FFF7D2">
                            <a:alpha val="100000"/>
                          </a:srgbClr>
                        </a:gs>
                        <a:gs pos="17090">
                          <a:srgbClr val="E8A027">
                            <a:alpha val="100000"/>
                          </a:srgbClr>
                        </a:gs>
                        <a:gs pos="34580">
                          <a:srgbClr val="965200">
                            <a:alpha val="100000"/>
                          </a:srgbClr>
                        </a:gs>
                        <a:gs pos="60439">
                          <a:srgbClr val="965200">
                            <a:alpha val="100000"/>
                          </a:srgbClr>
                        </a:gs>
                        <a:gs pos="83370">
                          <a:srgbClr val="E8A027">
                            <a:alpha val="100000"/>
                          </a:srgbClr>
                        </a:gs>
                        <a:gs pos="99910">
                          <a:srgbClr val="FFD108">
                            <a:alpha val="100000"/>
                          </a:srgbClr>
                        </a:gs>
                      </a:gsLst>
                      <a:lin ang="1440000"/>
                    </a:gradFill>
                    <a:ln>
                      <a:prstDash val="solid"/>
                      <a:headEnd type="none"/>
                      <a:tailEnd type="none"/>
                    </a:ln>
                  </p:spPr>
                </p:sp>
              </p:grpSp>
              <p:sp>
                <p:nvSpPr>
                  <p:cNvPr id="133" name="AutoShape 133"/>
                  <p:cNvSpPr/>
                  <p:nvPr/>
                </p:nvSpPr>
                <p:spPr>
                  <a:xfrm>
                    <a:off x="11665385" y="914913"/>
                    <a:ext cx="4502" cy="2495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527970">
                        <a:moveTo>
                          <a:pt x="0" y="0"/>
                        </a:moveTo>
                        <a:lnTo>
                          <a:pt x="0" y="527971"/>
                        </a:lnTo>
                      </a:path>
                    </a:pathLst>
                  </a:custGeom>
                  <a:ln w="19050">
                    <a:solidFill>
                      <a:srgbClr val="6C91EA">
                        <a:alpha val="100000"/>
                      </a:srgbClr>
                    </a:solidFill>
                    <a:headEnd type="none"/>
                    <a:tailEnd type="none"/>
                  </a:ln>
                </p:spPr>
              </p:sp>
              <p:sp>
                <p:nvSpPr>
                  <p:cNvPr id="134" name="AutoShape 134"/>
                  <p:cNvSpPr/>
                  <p:nvPr/>
                </p:nvSpPr>
                <p:spPr>
                  <a:xfrm>
                    <a:off x="11809127" y="771036"/>
                    <a:ext cx="4502" cy="2495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527970">
                        <a:moveTo>
                          <a:pt x="0" y="0"/>
                        </a:moveTo>
                        <a:lnTo>
                          <a:pt x="0" y="527971"/>
                        </a:lnTo>
                      </a:path>
                    </a:pathLst>
                  </a:custGeom>
                  <a:ln w="19050">
                    <a:solidFill>
                      <a:srgbClr val="6C91EA">
                        <a:alpha val="100000"/>
                      </a:srgbClr>
                    </a:solidFill>
                    <a:headEnd type="none"/>
                    <a:tailEnd type="none"/>
                  </a:ln>
                </p:spPr>
              </p:sp>
            </p:grpSp>
            <p:grpSp>
              <p:nvGrpSpPr>
                <p:cNvPr id="135" name="Group 135"/>
                <p:cNvGrpSpPr/>
                <p:nvPr/>
              </p:nvGrpSpPr>
              <p:grpSpPr>
                <a:xfrm rot="0">
                  <a:off x="10569804" y="1011282"/>
                  <a:ext cx="569929" cy="376049"/>
                  <a:chOff x="-2332164" y="8827907"/>
                  <a:chExt cx="2491821" cy="1644150"/>
                </a:xfrm>
              </p:grpSpPr>
              <p:sp>
                <p:nvSpPr>
                  <p:cNvPr id="136" name="AutoShape 136"/>
                  <p:cNvSpPr/>
                  <p:nvPr/>
                </p:nvSpPr>
                <p:spPr>
                  <a:xfrm>
                    <a:off x="-1530001" y="9214766"/>
                    <a:ext cx="216185" cy="2104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7" h="167">
                        <a:moveTo>
                          <a:pt x="10" y="10"/>
                        </a:moveTo>
                        <a:cubicBezTo>
                          <a:pt x="20" y="0"/>
                          <a:pt x="37" y="0"/>
                          <a:pt x="47" y="10"/>
                        </a:cubicBezTo>
                        <a:cubicBezTo>
                          <a:pt x="157" y="120"/>
                          <a:pt x="157" y="120"/>
                          <a:pt x="157" y="120"/>
                        </a:cubicBezTo>
                        <a:cubicBezTo>
                          <a:pt x="167" y="130"/>
                          <a:pt x="167" y="146"/>
                          <a:pt x="157" y="157"/>
                        </a:cubicBezTo>
                        <a:cubicBezTo>
                          <a:pt x="147" y="167"/>
                          <a:pt x="130" y="167"/>
                          <a:pt x="120" y="157"/>
                        </a:cubicBezTo>
                        <a:cubicBezTo>
                          <a:pt x="10" y="47"/>
                          <a:pt x="10" y="47"/>
                          <a:pt x="10" y="47"/>
                        </a:cubicBezTo>
                        <a:cubicBezTo>
                          <a:pt x="0" y="37"/>
                          <a:pt x="0" y="20"/>
                          <a:pt x="10" y="10"/>
                        </a:cubicBezTo>
                      </a:path>
                    </a:pathLst>
                  </a:custGeom>
                  <a:solidFill>
                    <a:srgbClr val="2E363E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37" name="AutoShape 137"/>
                  <p:cNvSpPr/>
                  <p:nvPr/>
                </p:nvSpPr>
                <p:spPr>
                  <a:xfrm>
                    <a:off x="-2195627" y="9504908"/>
                    <a:ext cx="68269" cy="2673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2" h="208">
                        <a:moveTo>
                          <a:pt x="27" y="0"/>
                        </a:moveTo>
                        <a:cubicBezTo>
                          <a:pt x="41" y="0"/>
                          <a:pt x="53" y="12"/>
                          <a:pt x="53" y="26"/>
                        </a:cubicBezTo>
                        <a:cubicBezTo>
                          <a:pt x="53" y="182"/>
                          <a:pt x="53" y="182"/>
                          <a:pt x="53" y="182"/>
                        </a:cubicBezTo>
                        <a:cubicBezTo>
                          <a:pt x="53" y="196"/>
                          <a:pt x="42" y="208"/>
                          <a:pt x="27" y="208"/>
                        </a:cubicBezTo>
                        <a:cubicBezTo>
                          <a:pt x="13" y="208"/>
                          <a:pt x="1" y="196"/>
                          <a:pt x="1" y="182"/>
                        </a:cubicBezTo>
                        <a:cubicBezTo>
                          <a:pt x="0" y="27"/>
                          <a:pt x="0" y="27"/>
                          <a:pt x="0" y="27"/>
                        </a:cubicBezTo>
                        <a:cubicBezTo>
                          <a:pt x="0" y="12"/>
                          <a:pt x="12" y="0"/>
                          <a:pt x="27" y="0"/>
                        </a:cubicBezTo>
                      </a:path>
                    </a:pathLst>
                  </a:custGeom>
                  <a:solidFill>
                    <a:srgbClr val="2E363E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38" name="AutoShape 138"/>
                  <p:cNvSpPr/>
                  <p:nvPr/>
                </p:nvSpPr>
                <p:spPr>
                  <a:xfrm>
                    <a:off x="-2195627" y="9504908"/>
                    <a:ext cx="34134" cy="2673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" h="208">
                        <a:moveTo>
                          <a:pt x="29" y="0"/>
                        </a:moveTo>
                        <a:cubicBezTo>
                          <a:pt x="29" y="207"/>
                          <a:pt x="29" y="207"/>
                          <a:pt x="29" y="207"/>
                        </a:cubicBezTo>
                        <a:cubicBezTo>
                          <a:pt x="29" y="208"/>
                          <a:pt x="28" y="206"/>
                          <a:pt x="27" y="206"/>
                        </a:cubicBezTo>
                        <a:cubicBezTo>
                          <a:pt x="27" y="206"/>
                          <a:pt x="27" y="206"/>
                          <a:pt x="27" y="206"/>
                        </a:cubicBezTo>
                        <a:cubicBezTo>
                          <a:pt x="12" y="206"/>
                          <a:pt x="1" y="195"/>
                          <a:pt x="1" y="181"/>
                        </a:cubicBezTo>
                        <a:cubicBezTo>
                          <a:pt x="0" y="26"/>
                          <a:pt x="0" y="26"/>
                          <a:pt x="0" y="26"/>
                        </a:cubicBezTo>
                        <a:cubicBezTo>
                          <a:pt x="0" y="11"/>
                          <a:pt x="11" y="0"/>
                          <a:pt x="26" y="0"/>
                        </a:cubicBezTo>
                        <a:cubicBezTo>
                          <a:pt x="27" y="0"/>
                          <a:pt x="29" y="0"/>
                          <a:pt x="29" y="0"/>
                        </a:cubicBezTo>
                      </a:path>
                    </a:pathLst>
                  </a:custGeom>
                  <a:solidFill>
                    <a:srgbClr val="5A6374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39" name="AutoShape 139"/>
                  <p:cNvSpPr/>
                  <p:nvPr/>
                </p:nvSpPr>
                <p:spPr>
                  <a:xfrm>
                    <a:off x="-1330884" y="9692649"/>
                    <a:ext cx="1262978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8"/>
                          <a:pt x="822" y="146"/>
                          <a:pt x="608" y="152"/>
                        </a:cubicBezTo>
                        <a:cubicBezTo>
                          <a:pt x="570" y="153"/>
                          <a:pt x="531" y="153"/>
                          <a:pt x="490" y="153"/>
                        </a:cubicBezTo>
                        <a:cubicBezTo>
                          <a:pt x="220" y="153"/>
                          <a:pt x="0" y="132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0" name="AutoShape 140"/>
                  <p:cNvSpPr/>
                  <p:nvPr/>
                </p:nvSpPr>
                <p:spPr>
                  <a:xfrm>
                    <a:off x="-1330884" y="9692649"/>
                    <a:ext cx="1262978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2"/>
                          <a:pt x="220" y="153"/>
                          <a:pt x="490" y="153"/>
                        </a:cubicBezTo>
                        <a:cubicBezTo>
                          <a:pt x="761" y="153"/>
                          <a:pt x="981" y="132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1" name="AutoShape 141"/>
                  <p:cNvSpPr/>
                  <p:nvPr/>
                </p:nvSpPr>
                <p:spPr>
                  <a:xfrm>
                    <a:off x="-1330884" y="9635759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2" name="AutoShape 142"/>
                  <p:cNvSpPr/>
                  <p:nvPr/>
                </p:nvSpPr>
                <p:spPr>
                  <a:xfrm>
                    <a:off x="-1330884" y="9630068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3" name="AutoShape 143"/>
                  <p:cNvSpPr/>
                  <p:nvPr/>
                </p:nvSpPr>
                <p:spPr>
                  <a:xfrm>
                    <a:off x="-932649" y="9675580"/>
                    <a:ext cx="813542" cy="68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0" h="51">
                        <a:moveTo>
                          <a:pt x="630" y="11"/>
                        </a:moveTo>
                        <a:cubicBezTo>
                          <a:pt x="630" y="11"/>
                          <a:pt x="630" y="11"/>
                          <a:pt x="630" y="11"/>
                        </a:cubicBezTo>
                        <a:cubicBezTo>
                          <a:pt x="630" y="11"/>
                          <a:pt x="630" y="11"/>
                          <a:pt x="630" y="11"/>
                        </a:cubicBezTo>
                        <a:moveTo>
                          <a:pt x="619" y="0"/>
                        </a:moveTo>
                        <a:cubicBezTo>
                          <a:pt x="617" y="2"/>
                          <a:pt x="613" y="3"/>
                          <a:pt x="609" y="5"/>
                        </a:cubicBezTo>
                        <a:cubicBezTo>
                          <a:pt x="611" y="6"/>
                          <a:pt x="613" y="6"/>
                          <a:pt x="615" y="7"/>
                        </a:cubicBezTo>
                        <a:cubicBezTo>
                          <a:pt x="618" y="8"/>
                          <a:pt x="620" y="9"/>
                          <a:pt x="621" y="10"/>
                        </a:cubicBezTo>
                        <a:cubicBezTo>
                          <a:pt x="621" y="10"/>
                          <a:pt x="621" y="10"/>
                          <a:pt x="622" y="11"/>
                        </a:cubicBezTo>
                        <a:cubicBezTo>
                          <a:pt x="621" y="11"/>
                          <a:pt x="620" y="12"/>
                          <a:pt x="619" y="12"/>
                        </a:cubicBezTo>
                        <a:cubicBezTo>
                          <a:pt x="616" y="14"/>
                          <a:pt x="609" y="16"/>
                          <a:pt x="601" y="18"/>
                        </a:cubicBezTo>
                        <a:cubicBezTo>
                          <a:pt x="572" y="25"/>
                          <a:pt x="516" y="32"/>
                          <a:pt x="443" y="36"/>
                        </a:cubicBezTo>
                        <a:cubicBezTo>
                          <a:pt x="370" y="40"/>
                          <a:pt x="280" y="43"/>
                          <a:pt x="182" y="43"/>
                        </a:cubicBezTo>
                        <a:cubicBezTo>
                          <a:pt x="118" y="43"/>
                          <a:pt x="56" y="42"/>
                          <a:pt x="0" y="40"/>
                        </a:cubicBezTo>
                        <a:cubicBezTo>
                          <a:pt x="1" y="42"/>
                          <a:pt x="1" y="45"/>
                          <a:pt x="1" y="48"/>
                        </a:cubicBezTo>
                        <a:cubicBezTo>
                          <a:pt x="57" y="50"/>
                          <a:pt x="118" y="51"/>
                          <a:pt x="182" y="51"/>
                        </a:cubicBezTo>
                        <a:cubicBezTo>
                          <a:pt x="305" y="51"/>
                          <a:pt x="416" y="47"/>
                          <a:pt x="496" y="40"/>
                        </a:cubicBezTo>
                        <a:cubicBezTo>
                          <a:pt x="536" y="37"/>
                          <a:pt x="569" y="33"/>
                          <a:pt x="592" y="29"/>
                        </a:cubicBezTo>
                        <a:cubicBezTo>
                          <a:pt x="603" y="26"/>
                          <a:pt x="612" y="24"/>
                          <a:pt x="618" y="22"/>
                        </a:cubicBezTo>
                        <a:cubicBezTo>
                          <a:pt x="621" y="20"/>
                          <a:pt x="624" y="19"/>
                          <a:pt x="626" y="17"/>
                        </a:cubicBezTo>
                        <a:cubicBezTo>
                          <a:pt x="627" y="17"/>
                          <a:pt x="628" y="16"/>
                          <a:pt x="629" y="15"/>
                        </a:cubicBezTo>
                        <a:cubicBezTo>
                          <a:pt x="629" y="13"/>
                          <a:pt x="630" y="12"/>
                          <a:pt x="630" y="11"/>
                        </a:cubicBezTo>
                        <a:cubicBezTo>
                          <a:pt x="626" y="11"/>
                          <a:pt x="626" y="11"/>
                          <a:pt x="626" y="11"/>
                        </a:cubicBezTo>
                        <a:cubicBezTo>
                          <a:pt x="623" y="11"/>
                          <a:pt x="623" y="11"/>
                          <a:pt x="623" y="11"/>
                        </a:cubicBezTo>
                        <a:cubicBezTo>
                          <a:pt x="626" y="11"/>
                          <a:pt x="626" y="11"/>
                          <a:pt x="626" y="11"/>
                        </a:cubicBezTo>
                        <a:cubicBezTo>
                          <a:pt x="630" y="11"/>
                          <a:pt x="630" y="11"/>
                          <a:pt x="630" y="11"/>
                        </a:cubicBezTo>
                        <a:cubicBezTo>
                          <a:pt x="630" y="11"/>
                          <a:pt x="630" y="11"/>
                          <a:pt x="630" y="11"/>
                        </a:cubicBezTo>
                        <a:cubicBezTo>
                          <a:pt x="630" y="9"/>
                          <a:pt x="629" y="8"/>
                          <a:pt x="629" y="7"/>
                        </a:cubicBezTo>
                        <a:cubicBezTo>
                          <a:pt x="627" y="4"/>
                          <a:pt x="625" y="3"/>
                          <a:pt x="623" y="2"/>
                        </a:cubicBezTo>
                        <a:cubicBezTo>
                          <a:pt x="622" y="1"/>
                          <a:pt x="621" y="1"/>
                          <a:pt x="619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4" name="AutoShape 144"/>
                  <p:cNvSpPr/>
                  <p:nvPr/>
                </p:nvSpPr>
                <p:spPr>
                  <a:xfrm>
                    <a:off x="-1387775" y="9527665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8"/>
                          <a:pt x="822" y="147"/>
                          <a:pt x="608" y="152"/>
                        </a:cubicBezTo>
                        <a:cubicBezTo>
                          <a:pt x="570" y="153"/>
                          <a:pt x="531" y="153"/>
                          <a:pt x="490" y="153"/>
                        </a:cubicBezTo>
                        <a:cubicBezTo>
                          <a:pt x="219" y="153"/>
                          <a:pt x="0" y="132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5" name="AutoShape 145"/>
                  <p:cNvSpPr/>
                  <p:nvPr/>
                </p:nvSpPr>
                <p:spPr>
                  <a:xfrm>
                    <a:off x="-1387775" y="9527665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2"/>
                          <a:pt x="219" y="153"/>
                          <a:pt x="490" y="153"/>
                        </a:cubicBezTo>
                        <a:cubicBezTo>
                          <a:pt x="761" y="153"/>
                          <a:pt x="981" y="132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6" name="AutoShape 146"/>
                  <p:cNvSpPr/>
                  <p:nvPr/>
                </p:nvSpPr>
                <p:spPr>
                  <a:xfrm>
                    <a:off x="-961092" y="9556111"/>
                    <a:ext cx="807851" cy="3982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27" h="33">
                        <a:moveTo>
                          <a:pt x="627" y="0"/>
                        </a:moveTo>
                        <a:cubicBezTo>
                          <a:pt x="618" y="0"/>
                          <a:pt x="608" y="1"/>
                          <a:pt x="598" y="1"/>
                        </a:cubicBezTo>
                        <a:cubicBezTo>
                          <a:pt x="518" y="17"/>
                          <a:pt x="351" y="28"/>
                          <a:pt x="158" y="28"/>
                        </a:cubicBezTo>
                        <a:cubicBezTo>
                          <a:pt x="103" y="28"/>
                          <a:pt x="49" y="27"/>
                          <a:pt x="0" y="25"/>
                        </a:cubicBezTo>
                        <a:cubicBezTo>
                          <a:pt x="0" y="27"/>
                          <a:pt x="1" y="29"/>
                          <a:pt x="2" y="31"/>
                        </a:cubicBezTo>
                        <a:cubicBezTo>
                          <a:pt x="51" y="32"/>
                          <a:pt x="104" y="33"/>
                          <a:pt x="158" y="33"/>
                        </a:cubicBezTo>
                        <a:cubicBezTo>
                          <a:pt x="379" y="33"/>
                          <a:pt x="566" y="19"/>
                          <a:pt x="627" y="0"/>
                        </a:cubicBezTo>
                      </a:path>
                    </a:pathLst>
                  </a:custGeom>
                  <a:solidFill>
                    <a:srgbClr val="E5B76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7" name="AutoShape 147"/>
                  <p:cNvSpPr/>
                  <p:nvPr/>
                </p:nvSpPr>
                <p:spPr>
                  <a:xfrm>
                    <a:off x="-1387775" y="9470773"/>
                    <a:ext cx="1262978" cy="119473"/>
                  </a:xfrm>
                  <a:prstGeom prst="ellipse">
                    <a:avLst/>
                  </a:pr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8" name="AutoShape 148"/>
                  <p:cNvSpPr/>
                  <p:nvPr/>
                </p:nvSpPr>
                <p:spPr>
                  <a:xfrm>
                    <a:off x="-1330884" y="9482151"/>
                    <a:ext cx="1143509" cy="91026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49" name="AutoShape 149"/>
                  <p:cNvSpPr/>
                  <p:nvPr/>
                </p:nvSpPr>
                <p:spPr>
                  <a:xfrm>
                    <a:off x="-1103321" y="9368370"/>
                    <a:ext cx="1262978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8"/>
                          <a:pt x="822" y="147"/>
                          <a:pt x="609" y="152"/>
                        </a:cubicBezTo>
                        <a:cubicBezTo>
                          <a:pt x="571" y="153"/>
                          <a:pt x="531" y="153"/>
                          <a:pt x="491" y="153"/>
                        </a:cubicBezTo>
                        <a:cubicBezTo>
                          <a:pt x="220" y="153"/>
                          <a:pt x="0" y="132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0" name="AutoShape 150"/>
                  <p:cNvSpPr/>
                  <p:nvPr/>
                </p:nvSpPr>
                <p:spPr>
                  <a:xfrm>
                    <a:off x="-1103321" y="9368370"/>
                    <a:ext cx="1262978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2"/>
                          <a:pt x="220" y="153"/>
                          <a:pt x="491" y="153"/>
                        </a:cubicBezTo>
                        <a:cubicBezTo>
                          <a:pt x="761" y="153"/>
                          <a:pt x="981" y="132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1" name="AutoShape 151"/>
                  <p:cNvSpPr/>
                  <p:nvPr/>
                </p:nvSpPr>
                <p:spPr>
                  <a:xfrm>
                    <a:off x="-978160" y="9368370"/>
                    <a:ext cx="1137817" cy="68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2" h="50">
                        <a:moveTo>
                          <a:pt x="881" y="0"/>
                        </a:moveTo>
                        <a:cubicBezTo>
                          <a:pt x="866" y="25"/>
                          <a:pt x="653" y="45"/>
                          <a:pt x="392" y="45"/>
                        </a:cubicBezTo>
                        <a:cubicBezTo>
                          <a:pt x="265" y="45"/>
                          <a:pt x="150" y="40"/>
                          <a:pt x="63" y="32"/>
                        </a:cubicBezTo>
                        <a:cubicBezTo>
                          <a:pt x="41" y="32"/>
                          <a:pt x="20" y="32"/>
                          <a:pt x="0" y="31"/>
                        </a:cubicBezTo>
                        <a:cubicBezTo>
                          <a:pt x="89" y="43"/>
                          <a:pt x="231" y="50"/>
                          <a:pt x="392" y="50"/>
                        </a:cubicBezTo>
                        <a:cubicBezTo>
                          <a:pt x="662" y="50"/>
                          <a:pt x="882" y="29"/>
                          <a:pt x="882" y="3"/>
                        </a:cubicBezTo>
                        <a:cubicBezTo>
                          <a:pt x="882" y="3"/>
                          <a:pt x="882" y="3"/>
                          <a:pt x="882" y="3"/>
                        </a:cubicBezTo>
                        <a:cubicBezTo>
                          <a:pt x="882" y="2"/>
                          <a:pt x="882" y="1"/>
                          <a:pt x="881" y="0"/>
                        </a:cubicBezTo>
                      </a:path>
                    </a:pathLst>
                  </a:custGeom>
                  <a:solidFill>
                    <a:srgbClr val="E5B76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2" name="AutoShape 152"/>
                  <p:cNvSpPr/>
                  <p:nvPr/>
                </p:nvSpPr>
                <p:spPr>
                  <a:xfrm>
                    <a:off x="-1103321" y="9305792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3" name="AutoShape 153"/>
                  <p:cNvSpPr/>
                  <p:nvPr/>
                </p:nvSpPr>
                <p:spPr>
                  <a:xfrm>
                    <a:off x="-716463" y="9317170"/>
                    <a:ext cx="819229" cy="1024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9" h="76">
                        <a:moveTo>
                          <a:pt x="639" y="36"/>
                        </a:moveTo>
                        <a:cubicBezTo>
                          <a:pt x="639" y="36"/>
                          <a:pt x="639" y="36"/>
                          <a:pt x="639" y="36"/>
                        </a:cubicBezTo>
                        <a:cubicBezTo>
                          <a:pt x="639" y="36"/>
                          <a:pt x="639" y="36"/>
                          <a:pt x="639" y="36"/>
                        </a:cubicBezTo>
                        <a:moveTo>
                          <a:pt x="413" y="0"/>
                        </a:moveTo>
                        <a:cubicBezTo>
                          <a:pt x="413" y="8"/>
                          <a:pt x="413" y="8"/>
                          <a:pt x="413" y="8"/>
                        </a:cubicBezTo>
                        <a:cubicBezTo>
                          <a:pt x="446" y="10"/>
                          <a:pt x="477" y="12"/>
                          <a:pt x="505" y="14"/>
                        </a:cubicBezTo>
                        <a:cubicBezTo>
                          <a:pt x="545" y="17"/>
                          <a:pt x="577" y="21"/>
                          <a:pt x="599" y="26"/>
                        </a:cubicBezTo>
                        <a:cubicBezTo>
                          <a:pt x="610" y="28"/>
                          <a:pt x="619" y="30"/>
                          <a:pt x="624" y="32"/>
                        </a:cubicBezTo>
                        <a:cubicBezTo>
                          <a:pt x="627" y="33"/>
                          <a:pt x="629" y="34"/>
                          <a:pt x="630" y="35"/>
                        </a:cubicBezTo>
                        <a:cubicBezTo>
                          <a:pt x="630" y="35"/>
                          <a:pt x="631" y="35"/>
                          <a:pt x="631" y="36"/>
                        </a:cubicBezTo>
                        <a:cubicBezTo>
                          <a:pt x="630" y="36"/>
                          <a:pt x="630" y="37"/>
                          <a:pt x="628" y="37"/>
                        </a:cubicBezTo>
                        <a:cubicBezTo>
                          <a:pt x="625" y="39"/>
                          <a:pt x="619" y="41"/>
                          <a:pt x="610" y="43"/>
                        </a:cubicBezTo>
                        <a:cubicBezTo>
                          <a:pt x="581" y="50"/>
                          <a:pt x="525" y="57"/>
                          <a:pt x="452" y="61"/>
                        </a:cubicBezTo>
                        <a:cubicBezTo>
                          <a:pt x="379" y="65"/>
                          <a:pt x="289" y="68"/>
                          <a:pt x="192" y="68"/>
                        </a:cubicBezTo>
                        <a:cubicBezTo>
                          <a:pt x="176" y="68"/>
                          <a:pt x="161" y="68"/>
                          <a:pt x="146" y="68"/>
                        </a:cubicBezTo>
                        <a:cubicBezTo>
                          <a:pt x="101" y="70"/>
                          <a:pt x="52" y="71"/>
                          <a:pt x="0" y="72"/>
                        </a:cubicBezTo>
                        <a:cubicBezTo>
                          <a:pt x="58" y="74"/>
                          <a:pt x="123" y="76"/>
                          <a:pt x="192" y="76"/>
                        </a:cubicBezTo>
                        <a:cubicBezTo>
                          <a:pt x="314" y="76"/>
                          <a:pt x="425" y="72"/>
                          <a:pt x="505" y="65"/>
                        </a:cubicBezTo>
                        <a:cubicBezTo>
                          <a:pt x="546" y="62"/>
                          <a:pt x="578" y="58"/>
                          <a:pt x="601" y="54"/>
                        </a:cubicBezTo>
                        <a:cubicBezTo>
                          <a:pt x="612" y="51"/>
                          <a:pt x="621" y="49"/>
                          <a:pt x="627" y="47"/>
                        </a:cubicBezTo>
                        <a:cubicBezTo>
                          <a:pt x="631" y="45"/>
                          <a:pt x="633" y="44"/>
                          <a:pt x="635" y="42"/>
                        </a:cubicBezTo>
                        <a:cubicBezTo>
                          <a:pt x="636" y="42"/>
                          <a:pt x="637" y="41"/>
                          <a:pt x="638" y="40"/>
                        </a:cubicBezTo>
                        <a:cubicBezTo>
                          <a:pt x="638" y="38"/>
                          <a:pt x="639" y="37"/>
                          <a:pt x="639" y="36"/>
                        </a:cubicBezTo>
                        <a:cubicBezTo>
                          <a:pt x="635" y="36"/>
                          <a:pt x="635" y="36"/>
                          <a:pt x="635" y="36"/>
                        </a:cubicBezTo>
                        <a:cubicBezTo>
                          <a:pt x="632" y="36"/>
                          <a:pt x="632" y="36"/>
                          <a:pt x="632" y="36"/>
                        </a:cubicBezTo>
                        <a:cubicBezTo>
                          <a:pt x="635" y="36"/>
                          <a:pt x="635" y="36"/>
                          <a:pt x="635" y="36"/>
                        </a:cubicBezTo>
                        <a:cubicBezTo>
                          <a:pt x="639" y="36"/>
                          <a:pt x="639" y="36"/>
                          <a:pt x="639" y="36"/>
                        </a:cubicBezTo>
                        <a:cubicBezTo>
                          <a:pt x="639" y="36"/>
                          <a:pt x="639" y="36"/>
                          <a:pt x="639" y="36"/>
                        </a:cubicBezTo>
                        <a:cubicBezTo>
                          <a:pt x="639" y="34"/>
                          <a:pt x="638" y="33"/>
                          <a:pt x="638" y="32"/>
                        </a:cubicBezTo>
                        <a:cubicBezTo>
                          <a:pt x="636" y="30"/>
                          <a:pt x="634" y="28"/>
                          <a:pt x="632" y="27"/>
                        </a:cubicBezTo>
                        <a:cubicBezTo>
                          <a:pt x="627" y="24"/>
                          <a:pt x="621" y="22"/>
                          <a:pt x="612" y="20"/>
                        </a:cubicBezTo>
                        <a:cubicBezTo>
                          <a:pt x="582" y="13"/>
                          <a:pt x="525" y="7"/>
                          <a:pt x="452" y="2"/>
                        </a:cubicBezTo>
                        <a:cubicBezTo>
                          <a:pt x="440" y="2"/>
                          <a:pt x="426" y="1"/>
                          <a:pt x="413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4" name="AutoShape 154"/>
                  <p:cNvSpPr/>
                  <p:nvPr/>
                </p:nvSpPr>
                <p:spPr>
                  <a:xfrm>
                    <a:off x="-1450354" y="9214766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7"/>
                          <a:pt x="822" y="146"/>
                          <a:pt x="608" y="151"/>
                        </a:cubicBezTo>
                        <a:cubicBezTo>
                          <a:pt x="570" y="152"/>
                          <a:pt x="531" y="153"/>
                          <a:pt x="490" y="153"/>
                        </a:cubicBezTo>
                        <a:cubicBezTo>
                          <a:pt x="219" y="153"/>
                          <a:pt x="0" y="131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5" name="AutoShape 155"/>
                  <p:cNvSpPr/>
                  <p:nvPr/>
                </p:nvSpPr>
                <p:spPr>
                  <a:xfrm>
                    <a:off x="-1450354" y="9214766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1"/>
                          <a:pt x="219" y="153"/>
                          <a:pt x="490" y="153"/>
                        </a:cubicBezTo>
                        <a:cubicBezTo>
                          <a:pt x="761" y="153"/>
                          <a:pt x="981" y="131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6" name="AutoShape 156"/>
                  <p:cNvSpPr/>
                  <p:nvPr/>
                </p:nvSpPr>
                <p:spPr>
                  <a:xfrm>
                    <a:off x="-1200034" y="9220453"/>
                    <a:ext cx="1012658" cy="625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8" h="50">
                        <a:moveTo>
                          <a:pt x="787" y="0"/>
                        </a:moveTo>
                        <a:cubicBezTo>
                          <a:pt x="772" y="25"/>
                          <a:pt x="558" y="44"/>
                          <a:pt x="297" y="44"/>
                        </a:cubicBezTo>
                        <a:cubicBezTo>
                          <a:pt x="185" y="44"/>
                          <a:pt x="82" y="41"/>
                          <a:pt x="0" y="35"/>
                        </a:cubicBezTo>
                        <a:cubicBezTo>
                          <a:pt x="2" y="37"/>
                          <a:pt x="5" y="39"/>
                          <a:pt x="8" y="41"/>
                        </a:cubicBezTo>
                        <a:cubicBezTo>
                          <a:pt x="89" y="47"/>
                          <a:pt x="189" y="50"/>
                          <a:pt x="297" y="50"/>
                        </a:cubicBezTo>
                        <a:cubicBezTo>
                          <a:pt x="568" y="50"/>
                          <a:pt x="788" y="29"/>
                          <a:pt x="788" y="2"/>
                        </a:cubicBezTo>
                        <a:cubicBezTo>
                          <a:pt x="788" y="2"/>
                          <a:pt x="788" y="2"/>
                          <a:pt x="788" y="2"/>
                        </a:cubicBezTo>
                        <a:cubicBezTo>
                          <a:pt x="788" y="1"/>
                          <a:pt x="787" y="1"/>
                          <a:pt x="787" y="0"/>
                        </a:cubicBezTo>
                      </a:path>
                    </a:pathLst>
                  </a:custGeom>
                  <a:solidFill>
                    <a:srgbClr val="E5B76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7" name="AutoShape 157"/>
                  <p:cNvSpPr/>
                  <p:nvPr/>
                </p:nvSpPr>
                <p:spPr>
                  <a:xfrm>
                    <a:off x="-1450354" y="9152184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8" name="AutoShape 158"/>
                  <p:cNvSpPr/>
                  <p:nvPr/>
                </p:nvSpPr>
                <p:spPr>
                  <a:xfrm>
                    <a:off x="-1336572" y="9186319"/>
                    <a:ext cx="1086618" cy="796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4" h="60">
                        <a:moveTo>
                          <a:pt x="844" y="29"/>
                        </a:moveTo>
                        <a:cubicBezTo>
                          <a:pt x="828" y="31"/>
                          <a:pt x="811" y="32"/>
                          <a:pt x="793" y="34"/>
                        </a:cubicBezTo>
                        <a:cubicBezTo>
                          <a:pt x="761" y="38"/>
                          <a:pt x="717" y="42"/>
                          <a:pt x="663" y="46"/>
                        </a:cubicBezTo>
                        <a:cubicBezTo>
                          <a:pt x="590" y="50"/>
                          <a:pt x="500" y="52"/>
                          <a:pt x="403" y="52"/>
                        </a:cubicBezTo>
                        <a:cubicBezTo>
                          <a:pt x="281" y="52"/>
                          <a:pt x="170" y="48"/>
                          <a:pt x="90" y="42"/>
                        </a:cubicBezTo>
                        <a:cubicBezTo>
                          <a:pt x="86" y="42"/>
                          <a:pt x="82" y="41"/>
                          <a:pt x="77" y="41"/>
                        </a:cubicBezTo>
                        <a:cubicBezTo>
                          <a:pt x="82" y="44"/>
                          <a:pt x="87" y="47"/>
                          <a:pt x="92" y="50"/>
                        </a:cubicBezTo>
                        <a:cubicBezTo>
                          <a:pt x="108" y="51"/>
                          <a:pt x="125" y="53"/>
                          <a:pt x="143" y="54"/>
                        </a:cubicBezTo>
                        <a:cubicBezTo>
                          <a:pt x="216" y="58"/>
                          <a:pt x="306" y="60"/>
                          <a:pt x="403" y="60"/>
                        </a:cubicBezTo>
                        <a:cubicBezTo>
                          <a:pt x="526" y="60"/>
                          <a:pt x="637" y="56"/>
                          <a:pt x="717" y="50"/>
                        </a:cubicBezTo>
                        <a:cubicBezTo>
                          <a:pt x="757" y="47"/>
                          <a:pt x="790" y="43"/>
                          <a:pt x="812" y="38"/>
                        </a:cubicBezTo>
                        <a:cubicBezTo>
                          <a:pt x="824" y="36"/>
                          <a:pt x="833" y="34"/>
                          <a:pt x="839" y="31"/>
                        </a:cubicBezTo>
                        <a:cubicBezTo>
                          <a:pt x="841" y="31"/>
                          <a:pt x="842" y="30"/>
                          <a:pt x="844" y="29"/>
                        </a:cubicBezTo>
                        <a:moveTo>
                          <a:pt x="9" y="0"/>
                        </a:moveTo>
                        <a:cubicBezTo>
                          <a:pt x="6" y="0"/>
                          <a:pt x="3" y="1"/>
                          <a:pt x="0" y="1"/>
                        </a:cubicBezTo>
                        <a:cubicBezTo>
                          <a:pt x="5" y="3"/>
                          <a:pt x="9" y="5"/>
                          <a:pt x="14" y="7"/>
                        </a:cubicBezTo>
                        <a:cubicBezTo>
                          <a:pt x="16" y="7"/>
                          <a:pt x="18" y="7"/>
                          <a:pt x="20" y="6"/>
                        </a:cubicBezTo>
                        <a:cubicBezTo>
                          <a:pt x="17" y="5"/>
                          <a:pt x="15" y="4"/>
                          <a:pt x="14" y="3"/>
                        </a:cubicBezTo>
                        <a:cubicBezTo>
                          <a:pt x="14" y="3"/>
                          <a:pt x="14" y="3"/>
                          <a:pt x="14" y="3"/>
                        </a:cubicBezTo>
                        <a:cubicBezTo>
                          <a:pt x="14" y="3"/>
                          <a:pt x="13" y="3"/>
                          <a:pt x="13" y="3"/>
                        </a:cubicBezTo>
                        <a:cubicBezTo>
                          <a:pt x="12" y="2"/>
                          <a:pt x="10" y="1"/>
                          <a:pt x="9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59" name="AutoShape 159"/>
                  <p:cNvSpPr/>
                  <p:nvPr/>
                </p:nvSpPr>
                <p:spPr>
                  <a:xfrm>
                    <a:off x="-1330884" y="9044093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6"/>
                          <a:pt x="981" y="106"/>
                          <a:pt x="981" y="106"/>
                        </a:cubicBezTo>
                        <a:cubicBezTo>
                          <a:pt x="981" y="128"/>
                          <a:pt x="822" y="147"/>
                          <a:pt x="608" y="152"/>
                        </a:cubicBezTo>
                        <a:cubicBezTo>
                          <a:pt x="570" y="153"/>
                          <a:pt x="531" y="153"/>
                          <a:pt x="490" y="153"/>
                        </a:cubicBezTo>
                        <a:cubicBezTo>
                          <a:pt x="220" y="153"/>
                          <a:pt x="0" y="132"/>
                          <a:pt x="0" y="106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0" name="AutoShape 160"/>
                  <p:cNvSpPr/>
                  <p:nvPr/>
                </p:nvSpPr>
                <p:spPr>
                  <a:xfrm>
                    <a:off x="-1330884" y="9044093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6"/>
                          <a:pt x="0" y="106"/>
                          <a:pt x="0" y="106"/>
                        </a:cubicBezTo>
                        <a:cubicBezTo>
                          <a:pt x="0" y="132"/>
                          <a:pt x="220" y="153"/>
                          <a:pt x="490" y="153"/>
                        </a:cubicBezTo>
                        <a:cubicBezTo>
                          <a:pt x="761" y="153"/>
                          <a:pt x="981" y="132"/>
                          <a:pt x="981" y="106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1" name="AutoShape 161"/>
                  <p:cNvSpPr/>
                  <p:nvPr/>
                </p:nvSpPr>
                <p:spPr>
                  <a:xfrm>
                    <a:off x="-1330884" y="8992889"/>
                    <a:ext cx="1262978" cy="119473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2" name="AutoShape 162"/>
                  <p:cNvSpPr/>
                  <p:nvPr/>
                </p:nvSpPr>
                <p:spPr>
                  <a:xfrm>
                    <a:off x="-249958" y="8998580"/>
                    <a:ext cx="187741" cy="56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5" h="45">
                        <a:moveTo>
                          <a:pt x="145" y="37"/>
                        </a:moveTo>
                        <a:cubicBezTo>
                          <a:pt x="141" y="37"/>
                          <a:pt x="141" y="37"/>
                          <a:pt x="141" y="37"/>
                        </a:cubicBezTo>
                        <a:cubicBezTo>
                          <a:pt x="137" y="37"/>
                          <a:pt x="137" y="37"/>
                          <a:pt x="137" y="37"/>
                        </a:cubicBezTo>
                        <a:cubicBezTo>
                          <a:pt x="137" y="37"/>
                          <a:pt x="137" y="37"/>
                          <a:pt x="137" y="37"/>
                        </a:cubicBezTo>
                        <a:cubicBezTo>
                          <a:pt x="141" y="37"/>
                          <a:pt x="141" y="37"/>
                          <a:pt x="141" y="37"/>
                        </a:cubicBezTo>
                        <a:cubicBezTo>
                          <a:pt x="141" y="43"/>
                          <a:pt x="141" y="43"/>
                          <a:pt x="141" y="43"/>
                        </a:cubicBezTo>
                        <a:cubicBezTo>
                          <a:pt x="141" y="43"/>
                          <a:pt x="141" y="43"/>
                          <a:pt x="141" y="43"/>
                        </a:cubicBezTo>
                        <a:cubicBezTo>
                          <a:pt x="141" y="43"/>
                          <a:pt x="141" y="43"/>
                          <a:pt x="141" y="43"/>
                        </a:cubicBezTo>
                        <a:cubicBezTo>
                          <a:pt x="141" y="45"/>
                          <a:pt x="141" y="45"/>
                          <a:pt x="141" y="45"/>
                        </a:cubicBezTo>
                        <a:cubicBezTo>
                          <a:pt x="141" y="45"/>
                          <a:pt x="141" y="45"/>
                          <a:pt x="141" y="45"/>
                        </a:cubicBezTo>
                        <a:cubicBezTo>
                          <a:pt x="142" y="44"/>
                          <a:pt x="143" y="43"/>
                          <a:pt x="144" y="42"/>
                        </a:cubicBezTo>
                        <a:cubicBezTo>
                          <a:pt x="144" y="40"/>
                          <a:pt x="145" y="39"/>
                          <a:pt x="145" y="37"/>
                        </a:cubicBezTo>
                        <a:moveTo>
                          <a:pt x="145" y="37"/>
                        </a:moveTo>
                        <a:cubicBezTo>
                          <a:pt x="145" y="37"/>
                          <a:pt x="145" y="37"/>
                          <a:pt x="145" y="37"/>
                        </a:cubicBezTo>
                        <a:cubicBezTo>
                          <a:pt x="145" y="37"/>
                          <a:pt x="145" y="37"/>
                          <a:pt x="145" y="37"/>
                        </a:cubicBezTo>
                        <a:moveTo>
                          <a:pt x="0" y="0"/>
                        </a:move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43" y="12"/>
                          <a:pt x="77" y="17"/>
                          <a:pt x="101" y="23"/>
                        </a:cubicBezTo>
                        <a:cubicBezTo>
                          <a:pt x="114" y="25"/>
                          <a:pt x="123" y="28"/>
                          <a:pt x="129" y="31"/>
                        </a:cubicBezTo>
                        <a:cubicBezTo>
                          <a:pt x="132" y="33"/>
                          <a:pt x="134" y="34"/>
                          <a:pt x="135" y="35"/>
                        </a:cubicBezTo>
                        <a:cubicBezTo>
                          <a:pt x="136" y="36"/>
                          <a:pt x="136" y="36"/>
                          <a:pt x="137" y="36"/>
                        </a:cubicBezTo>
                        <a:cubicBezTo>
                          <a:pt x="137" y="37"/>
                          <a:pt x="137" y="37"/>
                          <a:pt x="137" y="37"/>
                        </a:cubicBezTo>
                        <a:cubicBezTo>
                          <a:pt x="141" y="37"/>
                          <a:pt x="141" y="37"/>
                          <a:pt x="141" y="37"/>
                        </a:cubicBezTo>
                        <a:cubicBezTo>
                          <a:pt x="145" y="37"/>
                          <a:pt x="145" y="37"/>
                          <a:pt x="145" y="37"/>
                        </a:cubicBezTo>
                        <a:cubicBezTo>
                          <a:pt x="145" y="37"/>
                          <a:pt x="145" y="37"/>
                          <a:pt x="145" y="37"/>
                        </a:cubicBezTo>
                        <a:cubicBezTo>
                          <a:pt x="145" y="36"/>
                          <a:pt x="144" y="34"/>
                          <a:pt x="144" y="33"/>
                        </a:cubicBezTo>
                        <a:cubicBezTo>
                          <a:pt x="142" y="30"/>
                          <a:pt x="140" y="28"/>
                          <a:pt x="138" y="27"/>
                        </a:cubicBezTo>
                        <a:cubicBezTo>
                          <a:pt x="132" y="23"/>
                          <a:pt x="125" y="21"/>
                          <a:pt x="116" y="18"/>
                        </a:cubicBezTo>
                        <a:cubicBezTo>
                          <a:pt x="99" y="13"/>
                          <a:pt x="75" y="9"/>
                          <a:pt x="45" y="5"/>
                        </a:cubicBezTo>
                        <a:cubicBezTo>
                          <a:pt x="31" y="3"/>
                          <a:pt x="16" y="1"/>
                          <a:pt x="0" y="0"/>
                        </a:cubicBezTo>
                      </a:path>
                    </a:pathLst>
                  </a:custGeom>
                  <a:solidFill>
                    <a:srgbClr val="FFFFFF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3" name="AutoShape 163"/>
                  <p:cNvSpPr/>
                  <p:nvPr/>
                </p:nvSpPr>
                <p:spPr>
                  <a:xfrm>
                    <a:off x="-73594" y="9044093"/>
                    <a:ext cx="5691" cy="11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" h="9">
                        <a:moveTo>
                          <a:pt x="4" y="6"/>
                        </a:moveTo>
                        <a:cubicBezTo>
                          <a:pt x="4" y="7"/>
                          <a:pt x="3" y="8"/>
                          <a:pt x="2" y="9"/>
                        </a:cubicBezTo>
                        <a:cubicBezTo>
                          <a:pt x="3" y="9"/>
                          <a:pt x="3" y="9"/>
                          <a:pt x="4" y="8"/>
                        </a:cubicBezTo>
                        <a:cubicBezTo>
                          <a:pt x="4" y="6"/>
                          <a:pt x="4" y="6"/>
                          <a:pt x="4" y="6"/>
                        </a:cubicBezTo>
                        <a:moveTo>
                          <a:pt x="4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3" y="2"/>
                          <a:pt x="4" y="4"/>
                          <a:pt x="4" y="6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</a:path>
                    </a:pathLst>
                  </a:custGeom>
                  <a:solidFill>
                    <a:srgbClr val="EDCC9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4" name="AutoShape 164"/>
                  <p:cNvSpPr/>
                  <p:nvPr/>
                </p:nvSpPr>
                <p:spPr>
                  <a:xfrm>
                    <a:off x="-1285372" y="9044093"/>
                    <a:ext cx="1217465" cy="68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6" h="52">
                        <a:moveTo>
                          <a:pt x="943" y="1"/>
                        </a:moveTo>
                        <a:cubicBezTo>
                          <a:pt x="943" y="1"/>
                          <a:pt x="943" y="1"/>
                          <a:pt x="943" y="1"/>
                        </a:cubicBezTo>
                        <a:cubicBezTo>
                          <a:pt x="943" y="2"/>
                          <a:pt x="943" y="2"/>
                          <a:pt x="943" y="2"/>
                        </a:cubicBezTo>
                        <a:cubicBezTo>
                          <a:pt x="942" y="2"/>
                          <a:pt x="941" y="4"/>
                          <a:pt x="939" y="5"/>
                        </a:cubicBezTo>
                        <a:cubicBezTo>
                          <a:pt x="935" y="7"/>
                          <a:pt x="929" y="10"/>
                          <a:pt x="919" y="13"/>
                        </a:cubicBezTo>
                        <a:cubicBezTo>
                          <a:pt x="903" y="17"/>
                          <a:pt x="880" y="22"/>
                          <a:pt x="850" y="26"/>
                        </a:cubicBezTo>
                        <a:cubicBezTo>
                          <a:pt x="761" y="37"/>
                          <a:pt x="618" y="45"/>
                          <a:pt x="456" y="45"/>
                        </a:cubicBezTo>
                        <a:cubicBezTo>
                          <a:pt x="321" y="45"/>
                          <a:pt x="199" y="40"/>
                          <a:pt x="110" y="31"/>
                        </a:cubicBezTo>
                        <a:cubicBezTo>
                          <a:pt x="102" y="30"/>
                          <a:pt x="94" y="29"/>
                          <a:pt x="87" y="29"/>
                        </a:cubicBezTo>
                        <a:cubicBezTo>
                          <a:pt x="56" y="27"/>
                          <a:pt x="27" y="25"/>
                          <a:pt x="0" y="23"/>
                        </a:cubicBezTo>
                        <a:cubicBezTo>
                          <a:pt x="16" y="27"/>
                          <a:pt x="37" y="30"/>
                          <a:pt x="62" y="34"/>
                        </a:cubicBezTo>
                        <a:cubicBezTo>
                          <a:pt x="152" y="45"/>
                          <a:pt x="295" y="53"/>
                          <a:pt x="456" y="53"/>
                        </a:cubicBezTo>
                        <a:cubicBezTo>
                          <a:pt x="592" y="53"/>
                          <a:pt x="715" y="48"/>
                          <a:pt x="804" y="39"/>
                        </a:cubicBezTo>
                        <a:cubicBezTo>
                          <a:pt x="848" y="35"/>
                          <a:pt x="884" y="29"/>
                          <a:pt x="909" y="24"/>
                        </a:cubicBezTo>
                        <a:cubicBezTo>
                          <a:pt x="922" y="21"/>
                          <a:pt x="932" y="18"/>
                          <a:pt x="939" y="14"/>
                        </a:cubicBezTo>
                        <a:cubicBezTo>
                          <a:pt x="941" y="13"/>
                          <a:pt x="944" y="12"/>
                          <a:pt x="945" y="10"/>
                        </a:cubicBezTo>
                        <a:cubicBezTo>
                          <a:pt x="946" y="9"/>
                          <a:pt x="947" y="8"/>
                          <a:pt x="947" y="7"/>
                        </a:cubicBezTo>
                        <a:cubicBezTo>
                          <a:pt x="947" y="7"/>
                          <a:pt x="947" y="7"/>
                          <a:pt x="947" y="7"/>
                        </a:cubicBezTo>
                        <a:cubicBezTo>
                          <a:pt x="947" y="7"/>
                          <a:pt x="947" y="7"/>
                          <a:pt x="947" y="7"/>
                        </a:cubicBezTo>
                        <a:cubicBezTo>
                          <a:pt x="947" y="5"/>
                          <a:pt x="946" y="3"/>
                          <a:pt x="943" y="1"/>
                        </a:cubicBezTo>
                        <a:cubicBezTo>
                          <a:pt x="943" y="1"/>
                          <a:pt x="943" y="1"/>
                          <a:pt x="943" y="1"/>
                        </a:cubicBezTo>
                        <a:moveTo>
                          <a:pt x="943" y="0"/>
                        </a:moveTo>
                        <a:cubicBezTo>
                          <a:pt x="943" y="1"/>
                          <a:pt x="943" y="1"/>
                          <a:pt x="943" y="1"/>
                        </a:cubicBezTo>
                        <a:cubicBezTo>
                          <a:pt x="943" y="1"/>
                          <a:pt x="943" y="1"/>
                          <a:pt x="943" y="1"/>
                        </a:cubicBezTo>
                        <a:cubicBezTo>
                          <a:pt x="943" y="1"/>
                          <a:pt x="943" y="1"/>
                          <a:pt x="943" y="1"/>
                        </a:cubicBezTo>
                        <a:cubicBezTo>
                          <a:pt x="943" y="1"/>
                          <a:pt x="943" y="1"/>
                          <a:pt x="943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5" name="AutoShape 165"/>
                  <p:cNvSpPr/>
                  <p:nvPr/>
                </p:nvSpPr>
                <p:spPr>
                  <a:xfrm>
                    <a:off x="-1268302" y="8998580"/>
                    <a:ext cx="1143509" cy="91026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6" name="AutoShape 166"/>
                  <p:cNvSpPr/>
                  <p:nvPr/>
                </p:nvSpPr>
                <p:spPr>
                  <a:xfrm>
                    <a:off x="-1512935" y="8890486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981" y="0"/>
                        </a:moveTo>
                        <a:cubicBezTo>
                          <a:pt x="981" y="105"/>
                          <a:pt x="981" y="105"/>
                          <a:pt x="981" y="105"/>
                        </a:cubicBezTo>
                        <a:cubicBezTo>
                          <a:pt x="981" y="128"/>
                          <a:pt x="822" y="147"/>
                          <a:pt x="608" y="152"/>
                        </a:cubicBezTo>
                        <a:cubicBezTo>
                          <a:pt x="570" y="153"/>
                          <a:pt x="531" y="153"/>
                          <a:pt x="490" y="153"/>
                        </a:cubicBezTo>
                        <a:cubicBezTo>
                          <a:pt x="219" y="153"/>
                          <a:pt x="0" y="132"/>
                          <a:pt x="0" y="10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</a:path>
                    </a:pathLst>
                  </a:custGeom>
                  <a:solidFill>
                    <a:srgbClr val="FEC866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7" name="AutoShape 167"/>
                  <p:cNvSpPr/>
                  <p:nvPr/>
                </p:nvSpPr>
                <p:spPr>
                  <a:xfrm>
                    <a:off x="-1512935" y="8890486"/>
                    <a:ext cx="1262978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153">
                        <a:moveTo>
                          <a:pt x="0" y="0"/>
                        </a:move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32"/>
                          <a:pt x="219" y="153"/>
                          <a:pt x="490" y="153"/>
                        </a:cubicBezTo>
                        <a:cubicBezTo>
                          <a:pt x="761" y="153"/>
                          <a:pt x="981" y="132"/>
                          <a:pt x="981" y="105"/>
                        </a:cubicBezTo>
                        <a:cubicBezTo>
                          <a:pt x="981" y="0"/>
                          <a:pt x="981" y="0"/>
                          <a:pt x="981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FA01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8" name="AutoShape 168"/>
                  <p:cNvSpPr/>
                  <p:nvPr/>
                </p:nvSpPr>
                <p:spPr>
                  <a:xfrm>
                    <a:off x="-1512935" y="8896177"/>
                    <a:ext cx="1262978" cy="625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1" h="50">
                        <a:moveTo>
                          <a:pt x="980" y="0"/>
                        </a:moveTo>
                        <a:cubicBezTo>
                          <a:pt x="965" y="25"/>
                          <a:pt x="751" y="45"/>
                          <a:pt x="490" y="45"/>
                        </a:cubicBezTo>
                        <a:cubicBezTo>
                          <a:pt x="229" y="45"/>
                          <a:pt x="15" y="25"/>
                          <a:pt x="1" y="0"/>
                        </a:cubicBez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29"/>
                          <a:pt x="219" y="50"/>
                          <a:pt x="490" y="50"/>
                        </a:cubicBezTo>
                        <a:cubicBezTo>
                          <a:pt x="761" y="50"/>
                          <a:pt x="981" y="29"/>
                          <a:pt x="981" y="3"/>
                        </a:cubicBezTo>
                        <a:cubicBezTo>
                          <a:pt x="981" y="3"/>
                          <a:pt x="981" y="3"/>
                          <a:pt x="981" y="3"/>
                        </a:cubicBezTo>
                        <a:cubicBezTo>
                          <a:pt x="981" y="2"/>
                          <a:pt x="980" y="1"/>
                          <a:pt x="980" y="0"/>
                        </a:cubicBezTo>
                      </a:path>
                    </a:pathLst>
                  </a:custGeom>
                  <a:solidFill>
                    <a:srgbClr val="E5B76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69" name="AutoShape 169"/>
                  <p:cNvSpPr/>
                  <p:nvPr/>
                </p:nvSpPr>
                <p:spPr>
                  <a:xfrm>
                    <a:off x="-1512935" y="8827907"/>
                    <a:ext cx="1262978" cy="125160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0" name="AutoShape 170"/>
                  <p:cNvSpPr/>
                  <p:nvPr/>
                </p:nvSpPr>
                <p:spPr>
                  <a:xfrm>
                    <a:off x="-1456045" y="8839286"/>
                    <a:ext cx="1149196" cy="1024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4" h="80">
                        <a:moveTo>
                          <a:pt x="894" y="40"/>
                        </a:moveTo>
                        <a:cubicBezTo>
                          <a:pt x="894" y="40"/>
                          <a:pt x="894" y="40"/>
                          <a:pt x="894" y="40"/>
                        </a:cubicBezTo>
                        <a:cubicBezTo>
                          <a:pt x="894" y="40"/>
                          <a:pt x="894" y="40"/>
                          <a:pt x="894" y="40"/>
                        </a:cubicBezTo>
                        <a:moveTo>
                          <a:pt x="8" y="40"/>
                        </a:moveTo>
                        <a:cubicBezTo>
                          <a:pt x="8" y="39"/>
                          <a:pt x="9" y="38"/>
                          <a:pt x="11" y="38"/>
                        </a:cubicBezTo>
                        <a:cubicBezTo>
                          <a:pt x="14" y="36"/>
                          <a:pt x="20" y="34"/>
                          <a:pt x="28" y="32"/>
                        </a:cubicBezTo>
                        <a:cubicBezTo>
                          <a:pt x="58" y="25"/>
                          <a:pt x="114" y="19"/>
                          <a:pt x="187" y="14"/>
                        </a:cubicBezTo>
                        <a:cubicBezTo>
                          <a:pt x="260" y="10"/>
                          <a:pt x="350" y="8"/>
                          <a:pt x="447" y="8"/>
                        </a:cubicBezTo>
                        <a:cubicBezTo>
                          <a:pt x="569" y="8"/>
                          <a:pt x="680" y="12"/>
                          <a:pt x="760" y="18"/>
                        </a:cubicBezTo>
                        <a:cubicBezTo>
                          <a:pt x="800" y="21"/>
                          <a:pt x="833" y="25"/>
                          <a:pt x="855" y="29"/>
                        </a:cubicBezTo>
                        <a:cubicBezTo>
                          <a:pt x="866" y="32"/>
                          <a:pt x="875" y="34"/>
                          <a:pt x="880" y="36"/>
                        </a:cubicBezTo>
                        <a:cubicBezTo>
                          <a:pt x="883" y="37"/>
                          <a:pt x="885" y="38"/>
                          <a:pt x="886" y="39"/>
                        </a:cubicBezTo>
                        <a:cubicBezTo>
                          <a:pt x="886" y="39"/>
                          <a:pt x="886" y="39"/>
                          <a:pt x="886" y="40"/>
                        </a:cubicBezTo>
                        <a:cubicBezTo>
                          <a:pt x="886" y="40"/>
                          <a:pt x="885" y="41"/>
                          <a:pt x="884" y="41"/>
                        </a:cubicBezTo>
                        <a:cubicBezTo>
                          <a:pt x="880" y="43"/>
                          <a:pt x="874" y="45"/>
                          <a:pt x="866" y="47"/>
                        </a:cubicBezTo>
                        <a:cubicBezTo>
                          <a:pt x="837" y="54"/>
                          <a:pt x="780" y="61"/>
                          <a:pt x="707" y="65"/>
                        </a:cubicBezTo>
                        <a:cubicBezTo>
                          <a:pt x="634" y="69"/>
                          <a:pt x="544" y="72"/>
                          <a:pt x="447" y="72"/>
                        </a:cubicBezTo>
                        <a:cubicBezTo>
                          <a:pt x="325" y="72"/>
                          <a:pt x="214" y="68"/>
                          <a:pt x="134" y="61"/>
                        </a:cubicBezTo>
                        <a:cubicBezTo>
                          <a:pt x="94" y="58"/>
                          <a:pt x="62" y="54"/>
                          <a:pt x="39" y="50"/>
                        </a:cubicBezTo>
                        <a:cubicBezTo>
                          <a:pt x="28" y="48"/>
                          <a:pt x="20" y="45"/>
                          <a:pt x="14" y="43"/>
                        </a:cubicBezTo>
                        <a:cubicBezTo>
                          <a:pt x="12" y="42"/>
                          <a:pt x="10" y="41"/>
                          <a:pt x="9" y="40"/>
                        </a:cubicBezTo>
                        <a:cubicBezTo>
                          <a:pt x="8" y="40"/>
                          <a:pt x="8" y="40"/>
                          <a:pt x="8" y="40"/>
                        </a:cubicBezTo>
                        <a:moveTo>
                          <a:pt x="447" y="0"/>
                        </a:moveTo>
                        <a:cubicBezTo>
                          <a:pt x="325" y="0"/>
                          <a:pt x="214" y="4"/>
                          <a:pt x="133" y="10"/>
                        </a:cubicBezTo>
                        <a:cubicBezTo>
                          <a:pt x="93" y="13"/>
                          <a:pt x="61" y="17"/>
                          <a:pt x="38" y="22"/>
                        </a:cubicBezTo>
                        <a:cubicBezTo>
                          <a:pt x="27" y="24"/>
                          <a:pt x="18" y="26"/>
                          <a:pt x="11" y="29"/>
                        </a:cubicBezTo>
                        <a:cubicBezTo>
                          <a:pt x="8" y="30"/>
                          <a:pt x="6" y="31"/>
                          <a:pt x="4" y="33"/>
                        </a:cubicBezTo>
                        <a:cubicBezTo>
                          <a:pt x="3" y="34"/>
                          <a:pt x="2" y="35"/>
                          <a:pt x="1" y="36"/>
                        </a:cubicBezTo>
                        <a:cubicBezTo>
                          <a:pt x="0" y="37"/>
                          <a:pt x="0" y="38"/>
                          <a:pt x="0" y="40"/>
                        </a:cubicBezTo>
                        <a:cubicBezTo>
                          <a:pt x="0" y="41"/>
                          <a:pt x="0" y="42"/>
                          <a:pt x="1" y="44"/>
                        </a:cubicBezTo>
                        <a:cubicBezTo>
                          <a:pt x="2" y="46"/>
                          <a:pt x="4" y="47"/>
                          <a:pt x="7" y="49"/>
                        </a:cubicBezTo>
                        <a:cubicBezTo>
                          <a:pt x="11" y="51"/>
                          <a:pt x="18" y="53"/>
                          <a:pt x="27" y="55"/>
                        </a:cubicBezTo>
                        <a:cubicBezTo>
                          <a:pt x="57" y="62"/>
                          <a:pt x="113" y="68"/>
                          <a:pt x="187" y="73"/>
                        </a:cubicBezTo>
                        <a:cubicBezTo>
                          <a:pt x="260" y="77"/>
                          <a:pt x="350" y="80"/>
                          <a:pt x="447" y="80"/>
                        </a:cubicBezTo>
                        <a:cubicBezTo>
                          <a:pt x="570" y="80"/>
                          <a:pt x="681" y="76"/>
                          <a:pt x="761" y="69"/>
                        </a:cubicBezTo>
                        <a:cubicBezTo>
                          <a:pt x="801" y="66"/>
                          <a:pt x="834" y="62"/>
                          <a:pt x="856" y="58"/>
                        </a:cubicBezTo>
                        <a:cubicBezTo>
                          <a:pt x="868" y="55"/>
                          <a:pt x="877" y="53"/>
                          <a:pt x="883" y="51"/>
                        </a:cubicBezTo>
                        <a:cubicBezTo>
                          <a:pt x="886" y="49"/>
                          <a:pt x="889" y="48"/>
                          <a:pt x="891" y="46"/>
                        </a:cubicBezTo>
                        <a:cubicBezTo>
                          <a:pt x="892" y="46"/>
                          <a:pt x="893" y="45"/>
                          <a:pt x="893" y="44"/>
                        </a:cubicBezTo>
                        <a:cubicBezTo>
                          <a:pt x="894" y="42"/>
                          <a:pt x="894" y="41"/>
                          <a:pt x="894" y="40"/>
                        </a:cubicBezTo>
                        <a:cubicBezTo>
                          <a:pt x="890" y="40"/>
                          <a:pt x="890" y="40"/>
                          <a:pt x="890" y="40"/>
                        </a:cubicBezTo>
                        <a:cubicBezTo>
                          <a:pt x="887" y="40"/>
                          <a:pt x="887" y="40"/>
                          <a:pt x="887" y="40"/>
                        </a:cubicBezTo>
                        <a:cubicBezTo>
                          <a:pt x="887" y="40"/>
                          <a:pt x="887" y="40"/>
                          <a:pt x="887" y="40"/>
                        </a:cubicBezTo>
                        <a:cubicBezTo>
                          <a:pt x="890" y="40"/>
                          <a:pt x="890" y="40"/>
                          <a:pt x="890" y="40"/>
                        </a:cubicBezTo>
                        <a:cubicBezTo>
                          <a:pt x="894" y="40"/>
                          <a:pt x="894" y="40"/>
                          <a:pt x="894" y="40"/>
                        </a:cubicBezTo>
                        <a:cubicBezTo>
                          <a:pt x="894" y="40"/>
                          <a:pt x="894" y="40"/>
                          <a:pt x="894" y="40"/>
                        </a:cubicBezTo>
                        <a:cubicBezTo>
                          <a:pt x="894" y="38"/>
                          <a:pt x="894" y="37"/>
                          <a:pt x="893" y="36"/>
                        </a:cubicBezTo>
                        <a:cubicBezTo>
                          <a:pt x="892" y="33"/>
                          <a:pt x="890" y="32"/>
                          <a:pt x="887" y="31"/>
                        </a:cubicBezTo>
                        <a:cubicBezTo>
                          <a:pt x="883" y="28"/>
                          <a:pt x="876" y="26"/>
                          <a:pt x="868" y="24"/>
                        </a:cubicBezTo>
                        <a:cubicBezTo>
                          <a:pt x="837" y="17"/>
                          <a:pt x="781" y="11"/>
                          <a:pt x="708" y="6"/>
                        </a:cubicBezTo>
                        <a:cubicBezTo>
                          <a:pt x="635" y="2"/>
                          <a:pt x="544" y="0"/>
                          <a:pt x="447" y="0"/>
                        </a:cubicBezTo>
                      </a:path>
                    </a:pathLst>
                  </a:custGeom>
                  <a:solidFill>
                    <a:srgbClr val="FDD78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1" name="AutoShape 171"/>
                  <p:cNvSpPr/>
                  <p:nvPr/>
                </p:nvSpPr>
                <p:spPr>
                  <a:xfrm>
                    <a:off x="-2212691" y="9721093"/>
                    <a:ext cx="1280047" cy="7338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3" h="571">
                        <a:moveTo>
                          <a:pt x="686" y="0"/>
                        </a:moveTo>
                        <a:cubicBezTo>
                          <a:pt x="673" y="9"/>
                          <a:pt x="660" y="18"/>
                          <a:pt x="647" y="27"/>
                        </a:cubicBezTo>
                        <a:cubicBezTo>
                          <a:pt x="587" y="68"/>
                          <a:pt x="523" y="102"/>
                          <a:pt x="457" y="130"/>
                        </a:cubicBezTo>
                        <a:cubicBezTo>
                          <a:pt x="390" y="159"/>
                          <a:pt x="319" y="181"/>
                          <a:pt x="247" y="195"/>
                        </a:cubicBezTo>
                        <a:cubicBezTo>
                          <a:pt x="181" y="209"/>
                          <a:pt x="112" y="217"/>
                          <a:pt x="44" y="218"/>
                        </a:cubicBezTo>
                        <a:cubicBezTo>
                          <a:pt x="44" y="218"/>
                          <a:pt x="44" y="218"/>
                          <a:pt x="44" y="218"/>
                        </a:cubicBezTo>
                        <a:cubicBezTo>
                          <a:pt x="36" y="218"/>
                          <a:pt x="28" y="219"/>
                          <a:pt x="21" y="219"/>
                        </a:cubicBezTo>
                        <a:cubicBezTo>
                          <a:pt x="14" y="219"/>
                          <a:pt x="7" y="218"/>
                          <a:pt x="0" y="218"/>
                        </a:cubicBezTo>
                        <a:cubicBezTo>
                          <a:pt x="67" y="423"/>
                          <a:pt x="259" y="571"/>
                          <a:pt x="486" y="571"/>
                        </a:cubicBezTo>
                        <a:cubicBezTo>
                          <a:pt x="746" y="571"/>
                          <a:pt x="961" y="376"/>
                          <a:pt x="993" y="125"/>
                        </a:cubicBezTo>
                        <a:cubicBezTo>
                          <a:pt x="878" y="120"/>
                          <a:pt x="784" y="111"/>
                          <a:pt x="732" y="100"/>
                        </a:cubicBezTo>
                        <a:cubicBezTo>
                          <a:pt x="711" y="96"/>
                          <a:pt x="696" y="91"/>
                          <a:pt x="690" y="86"/>
                        </a:cubicBezTo>
                        <a:cubicBezTo>
                          <a:pt x="687" y="84"/>
                          <a:pt x="686" y="82"/>
                          <a:pt x="686" y="80"/>
                        </a:cubicBezTo>
                        <a:cubicBezTo>
                          <a:pt x="686" y="0"/>
                          <a:pt x="686" y="0"/>
                          <a:pt x="686" y="0"/>
                        </a:cubicBezTo>
                      </a:path>
                    </a:pathLst>
                  </a:custGeom>
                  <a:solidFill>
                    <a:srgbClr val="E2E0E0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2" name="AutoShape 172"/>
                  <p:cNvSpPr/>
                  <p:nvPr/>
                </p:nvSpPr>
                <p:spPr>
                  <a:xfrm>
                    <a:off x="-2161492" y="9140806"/>
                    <a:ext cx="1001280" cy="7452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5" h="580">
                        <a:moveTo>
                          <a:pt x="444" y="0"/>
                        </a:moveTo>
                        <a:cubicBezTo>
                          <a:pt x="382" y="0"/>
                          <a:pt x="322" y="11"/>
                          <a:pt x="266" y="31"/>
                        </a:cubicBezTo>
                        <a:cubicBezTo>
                          <a:pt x="290" y="74"/>
                          <a:pt x="290" y="74"/>
                          <a:pt x="290" y="74"/>
                        </a:cubicBezTo>
                        <a:cubicBezTo>
                          <a:pt x="251" y="97"/>
                          <a:pt x="251" y="97"/>
                          <a:pt x="251" y="97"/>
                        </a:cubicBezTo>
                        <a:cubicBezTo>
                          <a:pt x="223" y="50"/>
                          <a:pt x="223" y="50"/>
                          <a:pt x="223" y="50"/>
                        </a:cubicBezTo>
                        <a:cubicBezTo>
                          <a:pt x="130" y="95"/>
                          <a:pt x="52" y="167"/>
                          <a:pt x="0" y="257"/>
                        </a:cubicBezTo>
                        <a:cubicBezTo>
                          <a:pt x="0" y="283"/>
                          <a:pt x="0" y="283"/>
                          <a:pt x="0" y="283"/>
                        </a:cubicBezTo>
                        <a:cubicBezTo>
                          <a:pt x="14" y="284"/>
                          <a:pt x="25" y="295"/>
                          <a:pt x="25" y="309"/>
                        </a:cubicBezTo>
                        <a:cubicBezTo>
                          <a:pt x="25" y="465"/>
                          <a:pt x="25" y="465"/>
                          <a:pt x="25" y="465"/>
                        </a:cubicBezTo>
                        <a:cubicBezTo>
                          <a:pt x="25" y="479"/>
                          <a:pt x="14" y="491"/>
                          <a:pt x="0" y="491"/>
                        </a:cubicBezTo>
                        <a:cubicBezTo>
                          <a:pt x="0" y="491"/>
                          <a:pt x="0" y="491"/>
                          <a:pt x="0" y="491"/>
                        </a:cubicBezTo>
                        <a:cubicBezTo>
                          <a:pt x="0" y="491"/>
                          <a:pt x="0" y="491"/>
                          <a:pt x="0" y="491"/>
                        </a:cubicBezTo>
                        <a:cubicBezTo>
                          <a:pt x="0" y="580"/>
                          <a:pt x="0" y="580"/>
                          <a:pt x="0" y="580"/>
                        </a:cubicBezTo>
                        <a:cubicBezTo>
                          <a:pt x="224" y="575"/>
                          <a:pt x="430" y="500"/>
                          <a:pt x="597" y="374"/>
                        </a:cubicBezTo>
                        <a:cubicBezTo>
                          <a:pt x="597" y="302"/>
                          <a:pt x="597" y="302"/>
                          <a:pt x="597" y="302"/>
                        </a:cubicBezTo>
                        <a:cubicBezTo>
                          <a:pt x="597" y="302"/>
                          <a:pt x="597" y="302"/>
                          <a:pt x="597" y="302"/>
                        </a:cubicBezTo>
                        <a:cubicBezTo>
                          <a:pt x="597" y="290"/>
                          <a:pt x="641" y="279"/>
                          <a:pt x="714" y="271"/>
                        </a:cubicBezTo>
                        <a:cubicBezTo>
                          <a:pt x="735" y="249"/>
                          <a:pt x="756" y="227"/>
                          <a:pt x="775" y="203"/>
                        </a:cubicBezTo>
                        <a:cubicBezTo>
                          <a:pt x="729" y="200"/>
                          <a:pt x="688" y="197"/>
                          <a:pt x="654" y="192"/>
                        </a:cubicBezTo>
                        <a:cubicBezTo>
                          <a:pt x="654" y="199"/>
                          <a:pt x="651" y="206"/>
                          <a:pt x="646" y="212"/>
                        </a:cubicBezTo>
                        <a:cubicBezTo>
                          <a:pt x="641" y="217"/>
                          <a:pt x="634" y="219"/>
                          <a:pt x="627" y="219"/>
                        </a:cubicBezTo>
                        <a:cubicBezTo>
                          <a:pt x="621" y="219"/>
                          <a:pt x="614" y="217"/>
                          <a:pt x="609" y="212"/>
                        </a:cubicBezTo>
                        <a:cubicBezTo>
                          <a:pt x="575" y="178"/>
                          <a:pt x="575" y="178"/>
                          <a:pt x="575" y="178"/>
                        </a:cubicBezTo>
                        <a:cubicBezTo>
                          <a:pt x="575" y="178"/>
                          <a:pt x="575" y="178"/>
                          <a:pt x="574" y="178"/>
                        </a:cubicBezTo>
                        <a:cubicBezTo>
                          <a:pt x="565" y="175"/>
                          <a:pt x="558" y="172"/>
                          <a:pt x="554" y="170"/>
                        </a:cubicBezTo>
                        <a:cubicBezTo>
                          <a:pt x="554" y="170"/>
                          <a:pt x="554" y="170"/>
                          <a:pt x="554" y="169"/>
                        </a:cubicBezTo>
                        <a:cubicBezTo>
                          <a:pt x="554" y="169"/>
                          <a:pt x="554" y="169"/>
                          <a:pt x="554" y="169"/>
                        </a:cubicBezTo>
                        <a:cubicBezTo>
                          <a:pt x="551" y="167"/>
                          <a:pt x="550" y="165"/>
                          <a:pt x="550" y="163"/>
                        </a:cubicBezTo>
                        <a:cubicBezTo>
                          <a:pt x="550" y="153"/>
                          <a:pt x="550" y="153"/>
                          <a:pt x="550" y="153"/>
                        </a:cubicBezTo>
                        <a:cubicBezTo>
                          <a:pt x="499" y="102"/>
                          <a:pt x="499" y="102"/>
                          <a:pt x="499" y="102"/>
                        </a:cubicBezTo>
                        <a:cubicBezTo>
                          <a:pt x="489" y="92"/>
                          <a:pt x="489" y="75"/>
                          <a:pt x="499" y="65"/>
                        </a:cubicBezTo>
                        <a:cubicBezTo>
                          <a:pt x="504" y="60"/>
                          <a:pt x="511" y="57"/>
                          <a:pt x="517" y="57"/>
                        </a:cubicBezTo>
                        <a:cubicBezTo>
                          <a:pt x="524" y="57"/>
                          <a:pt x="531" y="60"/>
                          <a:pt x="536" y="65"/>
                        </a:cubicBezTo>
                        <a:cubicBezTo>
                          <a:pt x="550" y="79"/>
                          <a:pt x="550" y="79"/>
                          <a:pt x="550" y="79"/>
                        </a:cubicBezTo>
                        <a:cubicBezTo>
                          <a:pt x="550" y="58"/>
                          <a:pt x="550" y="58"/>
                          <a:pt x="550" y="58"/>
                        </a:cubicBezTo>
                        <a:cubicBezTo>
                          <a:pt x="550" y="58"/>
                          <a:pt x="550" y="58"/>
                          <a:pt x="550" y="58"/>
                        </a:cubicBezTo>
                        <a:cubicBezTo>
                          <a:pt x="550" y="48"/>
                          <a:pt x="577" y="40"/>
                          <a:pt x="625" y="32"/>
                        </a:cubicBezTo>
                        <a:cubicBezTo>
                          <a:pt x="569" y="11"/>
                          <a:pt x="508" y="0"/>
                          <a:pt x="444" y="0"/>
                        </a:cubicBezTo>
                      </a:path>
                    </a:pathLst>
                  </a:custGeom>
                  <a:solidFill>
                    <a:srgbClr val="CECDCD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3" name="AutoShape 173"/>
                  <p:cNvSpPr/>
                  <p:nvPr/>
                </p:nvSpPr>
                <p:spPr>
                  <a:xfrm>
                    <a:off x="-2161492" y="9402504"/>
                    <a:ext cx="1058171" cy="6030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0" h="467">
                        <a:moveTo>
                          <a:pt x="598" y="171"/>
                        </a:moveTo>
                        <a:cubicBezTo>
                          <a:pt x="431" y="297"/>
                          <a:pt x="225" y="372"/>
                          <a:pt x="1" y="377"/>
                        </a:cubicBezTo>
                        <a:cubicBezTo>
                          <a:pt x="1" y="377"/>
                          <a:pt x="1" y="377"/>
                          <a:pt x="1" y="377"/>
                        </a:cubicBezTo>
                        <a:cubicBezTo>
                          <a:pt x="0" y="377"/>
                          <a:pt x="0" y="377"/>
                          <a:pt x="0" y="377"/>
                        </a:cubicBezTo>
                        <a:cubicBezTo>
                          <a:pt x="1" y="377"/>
                          <a:pt x="2" y="377"/>
                          <a:pt x="3" y="377"/>
                        </a:cubicBezTo>
                        <a:cubicBezTo>
                          <a:pt x="3" y="467"/>
                          <a:pt x="3" y="467"/>
                          <a:pt x="3" y="467"/>
                        </a:cubicBezTo>
                        <a:cubicBezTo>
                          <a:pt x="71" y="466"/>
                          <a:pt x="140" y="458"/>
                          <a:pt x="206" y="444"/>
                        </a:cubicBezTo>
                        <a:cubicBezTo>
                          <a:pt x="278" y="430"/>
                          <a:pt x="349" y="408"/>
                          <a:pt x="416" y="379"/>
                        </a:cubicBezTo>
                        <a:cubicBezTo>
                          <a:pt x="482" y="351"/>
                          <a:pt x="546" y="317"/>
                          <a:pt x="606" y="276"/>
                        </a:cubicBezTo>
                        <a:cubicBezTo>
                          <a:pt x="619" y="267"/>
                          <a:pt x="632" y="258"/>
                          <a:pt x="645" y="249"/>
                        </a:cubicBezTo>
                        <a:cubicBezTo>
                          <a:pt x="645" y="225"/>
                          <a:pt x="645" y="225"/>
                          <a:pt x="645" y="225"/>
                        </a:cubicBezTo>
                        <a:cubicBezTo>
                          <a:pt x="645" y="225"/>
                          <a:pt x="644" y="225"/>
                          <a:pt x="644" y="225"/>
                        </a:cubicBezTo>
                        <a:cubicBezTo>
                          <a:pt x="623" y="220"/>
                          <a:pt x="608" y="215"/>
                          <a:pt x="602" y="210"/>
                        </a:cubicBezTo>
                        <a:cubicBezTo>
                          <a:pt x="599" y="208"/>
                          <a:pt x="598" y="206"/>
                          <a:pt x="598" y="204"/>
                        </a:cubicBezTo>
                        <a:cubicBezTo>
                          <a:pt x="598" y="171"/>
                          <a:pt x="598" y="171"/>
                          <a:pt x="598" y="171"/>
                        </a:cubicBezTo>
                        <a:moveTo>
                          <a:pt x="776" y="0"/>
                        </a:moveTo>
                        <a:cubicBezTo>
                          <a:pt x="757" y="24"/>
                          <a:pt x="736" y="46"/>
                          <a:pt x="715" y="68"/>
                        </a:cubicBezTo>
                        <a:cubicBezTo>
                          <a:pt x="746" y="65"/>
                          <a:pt x="781" y="62"/>
                          <a:pt x="820" y="59"/>
                        </a:cubicBezTo>
                        <a:cubicBezTo>
                          <a:pt x="820" y="3"/>
                          <a:pt x="820" y="3"/>
                          <a:pt x="820" y="3"/>
                        </a:cubicBezTo>
                        <a:cubicBezTo>
                          <a:pt x="805" y="2"/>
                          <a:pt x="790" y="1"/>
                          <a:pt x="776" y="0"/>
                        </a:cubicBezTo>
                      </a:path>
                    </a:pathLst>
                  </a:custGeom>
                  <a:solidFill>
                    <a:srgbClr val="2E353C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4" name="AutoShape 174"/>
                  <p:cNvSpPr/>
                  <p:nvPr/>
                </p:nvSpPr>
                <p:spPr>
                  <a:xfrm>
                    <a:off x="-1871347" y="9180631"/>
                    <a:ext cx="85338" cy="853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" h="66">
                        <a:moveTo>
                          <a:pt x="43" y="0"/>
                        </a:moveTo>
                        <a:cubicBezTo>
                          <a:pt x="29" y="6"/>
                          <a:pt x="14" y="12"/>
                          <a:pt x="0" y="19"/>
                        </a:cubicBezTo>
                        <a:cubicBezTo>
                          <a:pt x="28" y="66"/>
                          <a:pt x="28" y="66"/>
                          <a:pt x="28" y="66"/>
                        </a:cubicBezTo>
                        <a:cubicBezTo>
                          <a:pt x="67" y="43"/>
                          <a:pt x="67" y="43"/>
                          <a:pt x="67" y="43"/>
                        </a:cubicBezTo>
                        <a:cubicBezTo>
                          <a:pt x="43" y="0"/>
                          <a:pt x="43" y="0"/>
                          <a:pt x="43" y="0"/>
                        </a:cubicBezTo>
                      </a:path>
                    </a:pathLst>
                  </a:custGeom>
                  <a:solidFill>
                    <a:srgbClr val="D77B53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5" name="AutoShape 175"/>
                  <p:cNvSpPr/>
                  <p:nvPr/>
                </p:nvSpPr>
                <p:spPr>
                  <a:xfrm>
                    <a:off x="-1530001" y="9214766"/>
                    <a:ext cx="210498" cy="2104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" h="162">
                        <a:moveTo>
                          <a:pt x="86" y="121"/>
                        </a:moveTo>
                        <a:cubicBezTo>
                          <a:pt x="120" y="155"/>
                          <a:pt x="120" y="155"/>
                          <a:pt x="120" y="155"/>
                        </a:cubicBezTo>
                        <a:cubicBezTo>
                          <a:pt x="125" y="160"/>
                          <a:pt x="132" y="162"/>
                          <a:pt x="138" y="162"/>
                        </a:cubicBezTo>
                        <a:cubicBezTo>
                          <a:pt x="145" y="162"/>
                          <a:pt x="152" y="160"/>
                          <a:pt x="157" y="155"/>
                        </a:cubicBezTo>
                        <a:cubicBezTo>
                          <a:pt x="162" y="149"/>
                          <a:pt x="165" y="142"/>
                          <a:pt x="165" y="135"/>
                        </a:cubicBezTo>
                        <a:cubicBezTo>
                          <a:pt x="131" y="131"/>
                          <a:pt x="104" y="126"/>
                          <a:pt x="86" y="121"/>
                        </a:cubicBezTo>
                        <a:moveTo>
                          <a:pt x="28" y="0"/>
                        </a:moveTo>
                        <a:cubicBezTo>
                          <a:pt x="22" y="0"/>
                          <a:pt x="15" y="3"/>
                          <a:pt x="10" y="8"/>
                        </a:cubicBezTo>
                        <a:cubicBezTo>
                          <a:pt x="0" y="18"/>
                          <a:pt x="0" y="35"/>
                          <a:pt x="10" y="45"/>
                        </a:cubicBezTo>
                        <a:cubicBezTo>
                          <a:pt x="61" y="96"/>
                          <a:pt x="61" y="96"/>
                          <a:pt x="61" y="96"/>
                        </a:cubicBezTo>
                        <a:cubicBezTo>
                          <a:pt x="61" y="22"/>
                          <a:pt x="61" y="22"/>
                          <a:pt x="61" y="22"/>
                        </a:cubicBezTo>
                        <a:cubicBezTo>
                          <a:pt x="47" y="8"/>
                          <a:pt x="47" y="8"/>
                          <a:pt x="47" y="8"/>
                        </a:cubicBezTo>
                        <a:cubicBezTo>
                          <a:pt x="42" y="3"/>
                          <a:pt x="35" y="0"/>
                          <a:pt x="28" y="0"/>
                        </a:cubicBezTo>
                      </a:path>
                    </a:pathLst>
                  </a:custGeom>
                  <a:solidFill>
                    <a:srgbClr val="2E353C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6" name="AutoShape 176"/>
                  <p:cNvSpPr/>
                  <p:nvPr/>
                </p:nvSpPr>
                <p:spPr>
                  <a:xfrm>
                    <a:off x="-2161492" y="9504908"/>
                    <a:ext cx="34134" cy="2673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" h="208">
                        <a:moveTo>
                          <a:pt x="0" y="0"/>
                        </a:move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208"/>
                          <a:pt x="0" y="208"/>
                          <a:pt x="0" y="208"/>
                        </a:cubicBezTo>
                        <a:cubicBezTo>
                          <a:pt x="14" y="208"/>
                          <a:pt x="25" y="196"/>
                          <a:pt x="25" y="182"/>
                        </a:cubicBezTo>
                        <a:cubicBezTo>
                          <a:pt x="25" y="26"/>
                          <a:pt x="25" y="26"/>
                          <a:pt x="25" y="26"/>
                        </a:cubicBezTo>
                        <a:cubicBezTo>
                          <a:pt x="25" y="12"/>
                          <a:pt x="14" y="1"/>
                          <a:pt x="0" y="0"/>
                        </a:cubicBezTo>
                      </a:path>
                    </a:pathLst>
                  </a:custGeom>
                  <a:solidFill>
                    <a:srgbClr val="2E353C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7" name="AutoShape 177"/>
                  <p:cNvSpPr/>
                  <p:nvPr/>
                </p:nvSpPr>
                <p:spPr>
                  <a:xfrm>
                    <a:off x="-2246826" y="9470773"/>
                    <a:ext cx="85338" cy="4153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7" h="323">
                        <a:moveTo>
                          <a:pt x="38" y="59"/>
                        </a:moveTo>
                        <a:cubicBezTo>
                          <a:pt x="13" y="119"/>
                          <a:pt x="0" y="185"/>
                          <a:pt x="0" y="254"/>
                        </a:cubicBezTo>
                        <a:cubicBezTo>
                          <a:pt x="0" y="277"/>
                          <a:pt x="1" y="300"/>
                          <a:pt x="4" y="322"/>
                        </a:cubicBezTo>
                        <a:cubicBezTo>
                          <a:pt x="9" y="323"/>
                          <a:pt x="14" y="323"/>
                          <a:pt x="19" y="323"/>
                        </a:cubicBezTo>
                        <a:cubicBezTo>
                          <a:pt x="28" y="323"/>
                          <a:pt x="37" y="323"/>
                          <a:pt x="46" y="323"/>
                        </a:cubicBezTo>
                        <a:cubicBezTo>
                          <a:pt x="51" y="323"/>
                          <a:pt x="55" y="323"/>
                          <a:pt x="60" y="323"/>
                        </a:cubicBezTo>
                        <a:cubicBezTo>
                          <a:pt x="62" y="323"/>
                          <a:pt x="63" y="323"/>
                          <a:pt x="64" y="323"/>
                        </a:cubicBezTo>
                        <a:cubicBezTo>
                          <a:pt x="65" y="323"/>
                          <a:pt x="65" y="323"/>
                          <a:pt x="66" y="323"/>
                        </a:cubicBezTo>
                        <a:cubicBezTo>
                          <a:pt x="66" y="323"/>
                          <a:pt x="66" y="323"/>
                          <a:pt x="66" y="323"/>
                        </a:cubicBezTo>
                        <a:cubicBezTo>
                          <a:pt x="67" y="323"/>
                          <a:pt x="67" y="323"/>
                          <a:pt x="67" y="323"/>
                        </a:cubicBezTo>
                        <a:cubicBezTo>
                          <a:pt x="67" y="323"/>
                          <a:pt x="67" y="323"/>
                          <a:pt x="67" y="323"/>
                        </a:cubicBezTo>
                        <a:cubicBezTo>
                          <a:pt x="67" y="234"/>
                          <a:pt x="67" y="234"/>
                          <a:pt x="67" y="234"/>
                        </a:cubicBezTo>
                        <a:cubicBezTo>
                          <a:pt x="67" y="234"/>
                          <a:pt x="67" y="234"/>
                          <a:pt x="67" y="234"/>
                        </a:cubicBezTo>
                        <a:cubicBezTo>
                          <a:pt x="67" y="234"/>
                          <a:pt x="66" y="233"/>
                          <a:pt x="65" y="233"/>
                        </a:cubicBezTo>
                        <a:cubicBezTo>
                          <a:pt x="65" y="233"/>
                          <a:pt x="65" y="233"/>
                          <a:pt x="65" y="233"/>
                        </a:cubicBezTo>
                        <a:cubicBezTo>
                          <a:pt x="50" y="233"/>
                          <a:pt x="39" y="222"/>
                          <a:pt x="39" y="208"/>
                        </a:cubicBezTo>
                        <a:cubicBezTo>
                          <a:pt x="38" y="59"/>
                          <a:pt x="38" y="59"/>
                          <a:pt x="38" y="59"/>
                        </a:cubicBezTo>
                        <a:moveTo>
                          <a:pt x="67" y="0"/>
                        </a:moveTo>
                        <a:cubicBezTo>
                          <a:pt x="62" y="10"/>
                          <a:pt x="56" y="20"/>
                          <a:pt x="51" y="30"/>
                        </a:cubicBezTo>
                        <a:cubicBezTo>
                          <a:pt x="55" y="28"/>
                          <a:pt x="59" y="27"/>
                          <a:pt x="64" y="27"/>
                        </a:cubicBezTo>
                        <a:cubicBezTo>
                          <a:pt x="65" y="27"/>
                          <a:pt x="67" y="27"/>
                          <a:pt x="67" y="27"/>
                        </a:cubicBezTo>
                        <a:cubicBezTo>
                          <a:pt x="67" y="26"/>
                          <a:pt x="67" y="26"/>
                          <a:pt x="67" y="26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</a:path>
                    </a:pathLst>
                  </a:custGeom>
                  <a:solidFill>
                    <a:srgbClr val="E3E0E0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8" name="AutoShape 178"/>
                  <p:cNvSpPr/>
                  <p:nvPr/>
                </p:nvSpPr>
                <p:spPr>
                  <a:xfrm>
                    <a:off x="-2241138" y="9886079"/>
                    <a:ext cx="85338" cy="1194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" h="92">
                        <a:moveTo>
                          <a:pt x="0" y="0"/>
                        </a:moveTo>
                        <a:cubicBezTo>
                          <a:pt x="4" y="32"/>
                          <a:pt x="11" y="62"/>
                          <a:pt x="21" y="91"/>
                        </a:cubicBezTo>
                        <a:cubicBezTo>
                          <a:pt x="28" y="91"/>
                          <a:pt x="35" y="92"/>
                          <a:pt x="42" y="92"/>
                        </a:cubicBezTo>
                        <a:cubicBezTo>
                          <a:pt x="49" y="92"/>
                          <a:pt x="57" y="91"/>
                          <a:pt x="65" y="91"/>
                        </a:cubicBezTo>
                        <a:cubicBezTo>
                          <a:pt x="65" y="91"/>
                          <a:pt x="65" y="91"/>
                          <a:pt x="65" y="91"/>
                        </a:cubicBezTo>
                        <a:cubicBezTo>
                          <a:pt x="65" y="1"/>
                          <a:pt x="65" y="1"/>
                          <a:pt x="65" y="1"/>
                        </a:cubicBezTo>
                        <a:cubicBezTo>
                          <a:pt x="64" y="1"/>
                          <a:pt x="63" y="1"/>
                          <a:pt x="62" y="1"/>
                        </a:cubicBezTo>
                        <a:cubicBezTo>
                          <a:pt x="62" y="1"/>
                          <a:pt x="62" y="1"/>
                          <a:pt x="62" y="1"/>
                        </a:cubicBezTo>
                        <a:cubicBezTo>
                          <a:pt x="61" y="1"/>
                          <a:pt x="61" y="1"/>
                          <a:pt x="60" y="1"/>
                        </a:cubicBezTo>
                        <a:cubicBezTo>
                          <a:pt x="59" y="1"/>
                          <a:pt x="58" y="1"/>
                          <a:pt x="56" y="1"/>
                        </a:cubicBezTo>
                        <a:cubicBezTo>
                          <a:pt x="51" y="1"/>
                          <a:pt x="47" y="1"/>
                          <a:pt x="42" y="1"/>
                        </a:cubicBezTo>
                        <a:cubicBezTo>
                          <a:pt x="33" y="1"/>
                          <a:pt x="24" y="1"/>
                          <a:pt x="15" y="1"/>
                        </a:cubicBezTo>
                        <a:cubicBezTo>
                          <a:pt x="10" y="1"/>
                          <a:pt x="5" y="1"/>
                          <a:pt x="0" y="0"/>
                        </a:cubicBezTo>
                      </a:path>
                    </a:pathLst>
                  </a:custGeom>
                  <a:solidFill>
                    <a:srgbClr val="575E6E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79" name="AutoShape 179"/>
                  <p:cNvSpPr/>
                  <p:nvPr/>
                </p:nvSpPr>
                <p:spPr>
                  <a:xfrm>
                    <a:off x="-2195627" y="9504908"/>
                    <a:ext cx="34134" cy="2673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" h="206">
                        <a:moveTo>
                          <a:pt x="26" y="0"/>
                        </a:moveTo>
                        <a:cubicBezTo>
                          <a:pt x="21" y="0"/>
                          <a:pt x="17" y="1"/>
                          <a:pt x="13" y="3"/>
                        </a:cubicBezTo>
                        <a:cubicBezTo>
                          <a:pt x="9" y="12"/>
                          <a:pt x="4" y="22"/>
                          <a:pt x="0" y="32"/>
                        </a:cubicBezTo>
                        <a:cubicBezTo>
                          <a:pt x="1" y="181"/>
                          <a:pt x="1" y="181"/>
                          <a:pt x="1" y="181"/>
                        </a:cubicBezTo>
                        <a:cubicBezTo>
                          <a:pt x="1" y="195"/>
                          <a:pt x="12" y="206"/>
                          <a:pt x="27" y="206"/>
                        </a:cubicBezTo>
                        <a:cubicBezTo>
                          <a:pt x="27" y="206"/>
                          <a:pt x="27" y="206"/>
                          <a:pt x="27" y="206"/>
                        </a:cubicBezTo>
                        <a:cubicBezTo>
                          <a:pt x="28" y="206"/>
                          <a:pt x="29" y="207"/>
                          <a:pt x="29" y="207"/>
                        </a:cubicBezTo>
                        <a:cubicBezTo>
                          <a:pt x="29" y="207"/>
                          <a:pt x="29" y="207"/>
                          <a:pt x="29" y="207"/>
                        </a:cubicBezTo>
                        <a:cubicBezTo>
                          <a:pt x="29" y="207"/>
                          <a:pt x="29" y="207"/>
                          <a:pt x="29" y="207"/>
                        </a:cubicBezTo>
                        <a:cubicBezTo>
                          <a:pt x="29" y="207"/>
                          <a:pt x="29" y="207"/>
                          <a:pt x="29" y="207"/>
                        </a:cubicBezTo>
                        <a:cubicBezTo>
                          <a:pt x="29" y="0"/>
                          <a:pt x="29" y="0"/>
                          <a:pt x="29" y="0"/>
                        </a:cubicBezTo>
                        <a:cubicBezTo>
                          <a:pt x="29" y="0"/>
                          <a:pt x="29" y="0"/>
                          <a:pt x="29" y="0"/>
                        </a:cubicBezTo>
                        <a:cubicBezTo>
                          <a:pt x="29" y="0"/>
                          <a:pt x="27" y="0"/>
                          <a:pt x="26" y="0"/>
                        </a:cubicBezTo>
                      </a:path>
                    </a:pathLst>
                  </a:custGeom>
                  <a:solidFill>
                    <a:srgbClr val="575E6E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0" name="AutoShape 180"/>
                  <p:cNvSpPr/>
                  <p:nvPr/>
                </p:nvSpPr>
                <p:spPr>
                  <a:xfrm>
                    <a:off x="-1325194" y="9834875"/>
                    <a:ext cx="56891" cy="17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14">
                        <a:moveTo>
                          <a:pt x="0" y="0"/>
                        </a:moveTo>
                        <a:cubicBezTo>
                          <a:pt x="6" y="5"/>
                          <a:pt x="21" y="10"/>
                          <a:pt x="42" y="14"/>
                        </a:cubicBezTo>
                        <a:cubicBezTo>
                          <a:pt x="21" y="10"/>
                          <a:pt x="6" y="5"/>
                          <a:pt x="0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1" name="AutoShape 181"/>
                  <p:cNvSpPr/>
                  <p:nvPr/>
                </p:nvSpPr>
                <p:spPr>
                  <a:xfrm>
                    <a:off x="-1330884" y="9692649"/>
                    <a:ext cx="403927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2" h="149">
                        <a:moveTo>
                          <a:pt x="0" y="0"/>
                        </a:move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104"/>
                          <a:pt x="0" y="104"/>
                          <a:pt x="0" y="104"/>
                        </a:cubicBezTo>
                        <a:cubicBezTo>
                          <a:pt x="0" y="106"/>
                          <a:pt x="1" y="108"/>
                          <a:pt x="4" y="110"/>
                        </a:cubicBezTo>
                        <a:cubicBezTo>
                          <a:pt x="10" y="115"/>
                          <a:pt x="25" y="120"/>
                          <a:pt x="46" y="124"/>
                        </a:cubicBezTo>
                        <a:cubicBezTo>
                          <a:pt x="98" y="135"/>
                          <a:pt x="192" y="144"/>
                          <a:pt x="307" y="149"/>
                        </a:cubicBezTo>
                        <a:cubicBezTo>
                          <a:pt x="310" y="127"/>
                          <a:pt x="312" y="105"/>
                          <a:pt x="312" y="83"/>
                        </a:cubicBezTo>
                        <a:cubicBezTo>
                          <a:pt x="312" y="72"/>
                          <a:pt x="311" y="60"/>
                          <a:pt x="310" y="49"/>
                        </a:cubicBezTo>
                        <a:cubicBezTo>
                          <a:pt x="129" y="42"/>
                          <a:pt x="0" y="25"/>
                          <a:pt x="0" y="5"/>
                        </a:cubicBezTo>
                        <a:cubicBezTo>
                          <a:pt x="0" y="4"/>
                          <a:pt x="0" y="3"/>
                          <a:pt x="1" y="2"/>
                        </a:cubicBezTo>
                        <a:cubicBezTo>
                          <a:pt x="0" y="1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CEA05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2" name="AutoShape 182"/>
                  <p:cNvSpPr/>
                  <p:nvPr/>
                </p:nvSpPr>
                <p:spPr>
                  <a:xfrm>
                    <a:off x="-1330884" y="9692649"/>
                    <a:ext cx="398236" cy="625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0" h="47">
                        <a:moveTo>
                          <a:pt x="1" y="0"/>
                        </a:move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23"/>
                          <a:pt x="129" y="40"/>
                          <a:pt x="310" y="47"/>
                        </a:cubicBezTo>
                        <a:cubicBezTo>
                          <a:pt x="310" y="45"/>
                          <a:pt x="310" y="43"/>
                          <a:pt x="310" y="41"/>
                        </a:cubicBezTo>
                        <a:cubicBezTo>
                          <a:pt x="137" y="35"/>
                          <a:pt x="12" y="19"/>
                          <a:pt x="1" y="0"/>
                        </a:cubicBezTo>
                      </a:path>
                    </a:pathLst>
                  </a:custGeom>
                  <a:solidFill>
                    <a:srgbClr val="E1AD3A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3" name="AutoShape 183"/>
                  <p:cNvSpPr/>
                  <p:nvPr/>
                </p:nvSpPr>
                <p:spPr>
                  <a:xfrm>
                    <a:off x="-1330884" y="9692649"/>
                    <a:ext cx="398236" cy="56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0" h="43">
                        <a:moveTo>
                          <a:pt x="193" y="20"/>
                        </a:moveTo>
                        <a:cubicBezTo>
                          <a:pt x="227" y="23"/>
                          <a:pt x="266" y="25"/>
                          <a:pt x="308" y="27"/>
                        </a:cubicBezTo>
                        <a:cubicBezTo>
                          <a:pt x="308" y="26"/>
                          <a:pt x="308" y="26"/>
                          <a:pt x="308" y="25"/>
                        </a:cubicBezTo>
                        <a:cubicBezTo>
                          <a:pt x="268" y="24"/>
                          <a:pt x="229" y="22"/>
                          <a:pt x="193" y="20"/>
                        </a:cubicBezTo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1" y="2"/>
                        </a:cubicBezTo>
                        <a:cubicBezTo>
                          <a:pt x="12" y="21"/>
                          <a:pt x="137" y="37"/>
                          <a:pt x="310" y="43"/>
                        </a:cubicBezTo>
                        <a:cubicBezTo>
                          <a:pt x="310" y="40"/>
                          <a:pt x="310" y="38"/>
                          <a:pt x="309" y="35"/>
                        </a:cubicBezTo>
                        <a:cubicBezTo>
                          <a:pt x="281" y="34"/>
                          <a:pt x="254" y="32"/>
                          <a:pt x="230" y="31"/>
                        </a:cubicBezTo>
                        <a:cubicBezTo>
                          <a:pt x="157" y="26"/>
                          <a:pt x="100" y="20"/>
                          <a:pt x="70" y="13"/>
                        </a:cubicBezTo>
                        <a:cubicBezTo>
                          <a:pt x="63" y="12"/>
                          <a:pt x="58" y="10"/>
                          <a:pt x="54" y="8"/>
                        </a:cubicBezTo>
                        <a:cubicBezTo>
                          <a:pt x="33" y="6"/>
                          <a:pt x="15" y="3"/>
                          <a:pt x="0" y="0"/>
                        </a:cubicBezTo>
                      </a:path>
                    </a:pathLst>
                  </a:custGeom>
                  <a:solidFill>
                    <a:srgbClr val="E1AD3A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4" name="AutoShape 184"/>
                  <p:cNvSpPr/>
                  <p:nvPr/>
                </p:nvSpPr>
                <p:spPr>
                  <a:xfrm>
                    <a:off x="-1262616" y="9704028"/>
                    <a:ext cx="329968" cy="341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" h="27">
                        <a:moveTo>
                          <a:pt x="0" y="0"/>
                        </a:moveTo>
                        <a:cubicBezTo>
                          <a:pt x="4" y="2"/>
                          <a:pt x="9" y="4"/>
                          <a:pt x="16" y="5"/>
                        </a:cubicBezTo>
                        <a:cubicBezTo>
                          <a:pt x="46" y="12"/>
                          <a:pt x="103" y="18"/>
                          <a:pt x="176" y="23"/>
                        </a:cubicBezTo>
                        <a:cubicBezTo>
                          <a:pt x="200" y="24"/>
                          <a:pt x="227" y="26"/>
                          <a:pt x="255" y="27"/>
                        </a:cubicBezTo>
                        <a:cubicBezTo>
                          <a:pt x="255" y="24"/>
                          <a:pt x="255" y="21"/>
                          <a:pt x="254" y="19"/>
                        </a:cubicBezTo>
                        <a:cubicBezTo>
                          <a:pt x="212" y="17"/>
                          <a:pt x="173" y="15"/>
                          <a:pt x="139" y="12"/>
                        </a:cubicBezTo>
                        <a:cubicBezTo>
                          <a:pt x="85" y="9"/>
                          <a:pt x="38" y="5"/>
                          <a:pt x="0" y="0"/>
                        </a:cubicBezTo>
                      </a:path>
                    </a:pathLst>
                  </a:custGeom>
                  <a:solidFill>
                    <a:srgbClr val="E3C28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5" name="AutoShape 185"/>
                  <p:cNvSpPr/>
                  <p:nvPr/>
                </p:nvSpPr>
                <p:spPr>
                  <a:xfrm>
                    <a:off x="-1387775" y="9675580"/>
                    <a:ext cx="56891" cy="170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" h="15">
                        <a:moveTo>
                          <a:pt x="0" y="0"/>
                        </a:moveTo>
                        <a:cubicBezTo>
                          <a:pt x="6" y="5"/>
                          <a:pt x="21" y="10"/>
                          <a:pt x="42" y="15"/>
                        </a:cubicBezTo>
                        <a:cubicBezTo>
                          <a:pt x="21" y="10"/>
                          <a:pt x="6" y="5"/>
                          <a:pt x="0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6" name="AutoShape 186"/>
                  <p:cNvSpPr/>
                  <p:nvPr/>
                </p:nvSpPr>
                <p:spPr>
                  <a:xfrm>
                    <a:off x="-1387775" y="9527665"/>
                    <a:ext cx="455127" cy="1991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5" h="151"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72"/>
                          <a:pt x="0" y="72"/>
                          <a:pt x="0" y="72"/>
                        </a:cubicBez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07"/>
                          <a:pt x="1" y="109"/>
                          <a:pt x="4" y="111"/>
                        </a:cubicBezTo>
                        <a:cubicBezTo>
                          <a:pt x="10" y="116"/>
                          <a:pt x="25" y="121"/>
                          <a:pt x="46" y="126"/>
                        </a:cubicBezTo>
                        <a:cubicBezTo>
                          <a:pt x="46" y="126"/>
                          <a:pt x="47" y="126"/>
                          <a:pt x="47" y="126"/>
                        </a:cubicBezTo>
                        <a:cubicBezTo>
                          <a:pt x="47" y="126"/>
                          <a:pt x="47" y="126"/>
                          <a:pt x="47" y="126"/>
                        </a:cubicBezTo>
                        <a:cubicBezTo>
                          <a:pt x="62" y="129"/>
                          <a:pt x="80" y="132"/>
                          <a:pt x="101" y="134"/>
                        </a:cubicBezTo>
                        <a:cubicBezTo>
                          <a:pt x="139" y="139"/>
                          <a:pt x="186" y="143"/>
                          <a:pt x="240" y="146"/>
                        </a:cubicBezTo>
                        <a:cubicBezTo>
                          <a:pt x="276" y="148"/>
                          <a:pt x="315" y="150"/>
                          <a:pt x="355" y="151"/>
                        </a:cubicBezTo>
                        <a:cubicBezTo>
                          <a:pt x="351" y="117"/>
                          <a:pt x="344" y="83"/>
                          <a:pt x="334" y="51"/>
                        </a:cubicBezTo>
                        <a:cubicBezTo>
                          <a:pt x="140" y="44"/>
                          <a:pt x="0" y="27"/>
                          <a:pt x="0" y="6"/>
                        </a:cubicBezTo>
                        <a:cubicBezTo>
                          <a:pt x="0" y="5"/>
                          <a:pt x="0" y="4"/>
                          <a:pt x="1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CEA05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7" name="AutoShape 187"/>
                  <p:cNvSpPr/>
                  <p:nvPr/>
                </p:nvSpPr>
                <p:spPr>
                  <a:xfrm>
                    <a:off x="-1387775" y="9533355"/>
                    <a:ext cx="426684" cy="625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" h="48">
                        <a:moveTo>
                          <a:pt x="1" y="0"/>
                        </a:moveTo>
                        <a:cubicBezTo>
                          <a:pt x="0" y="1"/>
                          <a:pt x="0" y="2"/>
                          <a:pt x="0" y="3"/>
                        </a:cubicBezTo>
                        <a:cubicBezTo>
                          <a:pt x="0" y="24"/>
                          <a:pt x="140" y="41"/>
                          <a:pt x="334" y="48"/>
                        </a:cubicBezTo>
                        <a:cubicBezTo>
                          <a:pt x="333" y="46"/>
                          <a:pt x="332" y="44"/>
                          <a:pt x="332" y="42"/>
                        </a:cubicBezTo>
                        <a:cubicBezTo>
                          <a:pt x="147" y="36"/>
                          <a:pt x="12" y="20"/>
                          <a:pt x="1" y="0"/>
                        </a:cubicBezTo>
                      </a:path>
                    </a:pathLst>
                  </a:custGeom>
                  <a:solidFill>
                    <a:srgbClr val="CFA667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8" name="AutoShape 188"/>
                  <p:cNvSpPr/>
                  <p:nvPr/>
                </p:nvSpPr>
                <p:spPr>
                  <a:xfrm>
                    <a:off x="-1387775" y="9476464"/>
                    <a:ext cx="426684" cy="1137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" h="85">
                        <a:moveTo>
                          <a:pt x="222" y="0"/>
                        </a:moveTo>
                        <a:cubicBezTo>
                          <a:pt x="183" y="3"/>
                          <a:pt x="148" y="6"/>
                          <a:pt x="117" y="9"/>
                        </a:cubicBezTo>
                        <a:cubicBezTo>
                          <a:pt x="44" y="17"/>
                          <a:pt x="0" y="28"/>
                          <a:pt x="0" y="40"/>
                        </a:cubicBezTo>
                        <a:cubicBezTo>
                          <a:pt x="0" y="40"/>
                          <a:pt x="0" y="40"/>
                          <a:pt x="0" y="40"/>
                        </a:cubicBezTo>
                        <a:cubicBezTo>
                          <a:pt x="0" y="41"/>
                          <a:pt x="0" y="42"/>
                          <a:pt x="1" y="43"/>
                        </a:cubicBezTo>
                        <a:cubicBezTo>
                          <a:pt x="12" y="63"/>
                          <a:pt x="147" y="79"/>
                          <a:pt x="332" y="85"/>
                        </a:cubicBezTo>
                        <a:cubicBezTo>
                          <a:pt x="330" y="81"/>
                          <a:pt x="329" y="77"/>
                          <a:pt x="327" y="72"/>
                        </a:cubicBezTo>
                        <a:cubicBezTo>
                          <a:pt x="163" y="67"/>
                          <a:pt x="47" y="54"/>
                          <a:pt x="47" y="39"/>
                        </a:cubicBezTo>
                        <a:cubicBezTo>
                          <a:pt x="47" y="27"/>
                          <a:pt x="116" y="16"/>
                          <a:pt x="222" y="10"/>
                        </a:cubicBezTo>
                        <a:cubicBezTo>
                          <a:pt x="222" y="0"/>
                          <a:pt x="222" y="0"/>
                          <a:pt x="222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89" name="AutoShape 189"/>
                  <p:cNvSpPr/>
                  <p:nvPr/>
                </p:nvSpPr>
                <p:spPr>
                  <a:xfrm>
                    <a:off x="-1330884" y="9493530"/>
                    <a:ext cx="364102" cy="796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" h="62">
                        <a:moveTo>
                          <a:pt x="175" y="0"/>
                        </a:moveTo>
                        <a:cubicBezTo>
                          <a:pt x="69" y="6"/>
                          <a:pt x="0" y="17"/>
                          <a:pt x="0" y="29"/>
                        </a:cubicBezTo>
                        <a:cubicBezTo>
                          <a:pt x="0" y="44"/>
                          <a:pt x="116" y="57"/>
                          <a:pt x="280" y="62"/>
                        </a:cubicBezTo>
                        <a:cubicBezTo>
                          <a:pt x="277" y="54"/>
                          <a:pt x="274" y="45"/>
                          <a:pt x="270" y="37"/>
                        </a:cubicBezTo>
                        <a:cubicBezTo>
                          <a:pt x="237" y="32"/>
                          <a:pt x="212" y="27"/>
                          <a:pt x="196" y="22"/>
                        </a:cubicBezTo>
                        <a:cubicBezTo>
                          <a:pt x="196" y="22"/>
                          <a:pt x="196" y="22"/>
                          <a:pt x="196" y="22"/>
                        </a:cubicBezTo>
                        <a:cubicBezTo>
                          <a:pt x="196" y="22"/>
                          <a:pt x="196" y="22"/>
                          <a:pt x="196" y="22"/>
                        </a:cubicBezTo>
                        <a:cubicBezTo>
                          <a:pt x="190" y="20"/>
                          <a:pt x="185" y="18"/>
                          <a:pt x="182" y="16"/>
                        </a:cubicBezTo>
                        <a:cubicBezTo>
                          <a:pt x="182" y="16"/>
                          <a:pt x="182" y="16"/>
                          <a:pt x="182" y="16"/>
                        </a:cubicBezTo>
                        <a:cubicBezTo>
                          <a:pt x="182" y="16"/>
                          <a:pt x="182" y="16"/>
                          <a:pt x="182" y="16"/>
                        </a:cubicBezTo>
                        <a:cubicBezTo>
                          <a:pt x="182" y="16"/>
                          <a:pt x="182" y="16"/>
                          <a:pt x="182" y="16"/>
                        </a:cubicBezTo>
                        <a:cubicBezTo>
                          <a:pt x="182" y="16"/>
                          <a:pt x="182" y="16"/>
                          <a:pt x="182" y="16"/>
                        </a:cubicBezTo>
                        <a:cubicBezTo>
                          <a:pt x="177" y="14"/>
                          <a:pt x="175" y="11"/>
                          <a:pt x="175" y="8"/>
                        </a:cubicBezTo>
                        <a:cubicBezTo>
                          <a:pt x="175" y="0"/>
                          <a:pt x="175" y="0"/>
                          <a:pt x="175" y="0"/>
                        </a:cubicBezTo>
                      </a:path>
                    </a:pathLst>
                  </a:custGeom>
                  <a:solidFill>
                    <a:srgbClr val="E1AD3A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0" name="AutoShape 190"/>
                  <p:cNvSpPr/>
                  <p:nvPr/>
                </p:nvSpPr>
                <p:spPr>
                  <a:xfrm>
                    <a:off x="-1097630" y="9510599"/>
                    <a:ext cx="22756" cy="11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" h="6">
                        <a:moveTo>
                          <a:pt x="14" y="6"/>
                        </a:moveTo>
                        <a:cubicBezTo>
                          <a:pt x="14" y="6"/>
                          <a:pt x="14" y="6"/>
                          <a:pt x="14" y="6"/>
                        </a:cubicBezTo>
                        <a:cubicBezTo>
                          <a:pt x="14" y="6"/>
                          <a:pt x="14" y="6"/>
                          <a:pt x="14" y="6"/>
                        </a:cubicBezTo>
                        <a:moveTo>
                          <a:pt x="0" y="0"/>
                        </a:moveTo>
                        <a:cubicBezTo>
                          <a:pt x="3" y="2"/>
                          <a:pt x="8" y="4"/>
                          <a:pt x="14" y="6"/>
                        </a:cubicBezTo>
                        <a:cubicBezTo>
                          <a:pt x="8" y="4"/>
                          <a:pt x="3" y="2"/>
                          <a:pt x="0" y="0"/>
                        </a:cubicBezTo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1" name="AutoShape 191"/>
                  <p:cNvSpPr/>
                  <p:nvPr/>
                </p:nvSpPr>
                <p:spPr>
                  <a:xfrm>
                    <a:off x="-1103321" y="9408195"/>
                    <a:ext cx="119473" cy="1308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" h="103">
                        <a:moveTo>
                          <a:pt x="0" y="0"/>
                        </a:moveTo>
                        <a:cubicBezTo>
                          <a:pt x="0" y="56"/>
                          <a:pt x="0" y="56"/>
                          <a:pt x="0" y="56"/>
                        </a:cubicBezTo>
                        <a:cubicBezTo>
                          <a:pt x="0" y="66"/>
                          <a:pt x="0" y="66"/>
                          <a:pt x="0" y="66"/>
                        </a:cubicBezTo>
                        <a:cubicBezTo>
                          <a:pt x="0" y="74"/>
                          <a:pt x="0" y="74"/>
                          <a:pt x="0" y="74"/>
                        </a:cubicBezTo>
                        <a:cubicBezTo>
                          <a:pt x="0" y="77"/>
                          <a:pt x="2" y="80"/>
                          <a:pt x="7" y="82"/>
                        </a:cubicBezTo>
                        <a:cubicBezTo>
                          <a:pt x="7" y="82"/>
                          <a:pt x="7" y="82"/>
                          <a:pt x="7" y="82"/>
                        </a:cubicBezTo>
                        <a:cubicBezTo>
                          <a:pt x="7" y="82"/>
                          <a:pt x="7" y="82"/>
                          <a:pt x="7" y="82"/>
                        </a:cubicBezTo>
                        <a:cubicBezTo>
                          <a:pt x="7" y="82"/>
                          <a:pt x="7" y="82"/>
                          <a:pt x="7" y="82"/>
                        </a:cubicBezTo>
                        <a:cubicBezTo>
                          <a:pt x="7" y="82"/>
                          <a:pt x="7" y="82"/>
                          <a:pt x="7" y="82"/>
                        </a:cubicBezTo>
                        <a:cubicBezTo>
                          <a:pt x="10" y="84"/>
                          <a:pt x="15" y="86"/>
                          <a:pt x="21" y="88"/>
                        </a:cubicBezTo>
                        <a:cubicBezTo>
                          <a:pt x="21" y="88"/>
                          <a:pt x="21" y="88"/>
                          <a:pt x="21" y="88"/>
                        </a:cubicBezTo>
                        <a:cubicBezTo>
                          <a:pt x="21" y="88"/>
                          <a:pt x="21" y="88"/>
                          <a:pt x="21" y="88"/>
                        </a:cubicBezTo>
                        <a:cubicBezTo>
                          <a:pt x="37" y="93"/>
                          <a:pt x="62" y="98"/>
                          <a:pt x="95" y="103"/>
                        </a:cubicBezTo>
                        <a:cubicBezTo>
                          <a:pt x="79" y="66"/>
                          <a:pt x="60" y="33"/>
                          <a:pt x="37" y="1"/>
                        </a:cubicBezTo>
                        <a:cubicBezTo>
                          <a:pt x="24" y="1"/>
                          <a:pt x="12" y="0"/>
                          <a:pt x="0" y="0"/>
                        </a:cubicBezTo>
                      </a:path>
                    </a:pathLst>
                  </a:custGeom>
                  <a:solidFill>
                    <a:srgbClr val="CEA05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2" name="AutoShape 192"/>
                  <p:cNvSpPr/>
                  <p:nvPr/>
                </p:nvSpPr>
                <p:spPr>
                  <a:xfrm>
                    <a:off x="-1444667" y="9356991"/>
                    <a:ext cx="22756" cy="113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" h="9">
                        <a:moveTo>
                          <a:pt x="0" y="1"/>
                        </a:moveTo>
                        <a:cubicBezTo>
                          <a:pt x="4" y="3"/>
                          <a:pt x="11" y="6"/>
                          <a:pt x="20" y="9"/>
                        </a:cubicBezTo>
                        <a:cubicBezTo>
                          <a:pt x="11" y="6"/>
                          <a:pt x="4" y="3"/>
                          <a:pt x="0" y="1"/>
                        </a:cubicBezTo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E4B46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3" name="AutoShape 193"/>
                  <p:cNvSpPr/>
                  <p:nvPr/>
                </p:nvSpPr>
                <p:spPr>
                  <a:xfrm>
                    <a:off x="-1450354" y="9214766"/>
                    <a:ext cx="392549" cy="1934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6" h="149">
                        <a:moveTo>
                          <a:pt x="0" y="0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1"/>
                          <a:pt x="0" y="21"/>
                          <a:pt x="0" y="21"/>
                        </a:cubicBezTo>
                        <a:cubicBezTo>
                          <a:pt x="0" y="95"/>
                          <a:pt x="0" y="95"/>
                          <a:pt x="0" y="95"/>
                        </a:cubicBezTo>
                        <a:cubicBezTo>
                          <a:pt x="0" y="105"/>
                          <a:pt x="0" y="105"/>
                          <a:pt x="0" y="105"/>
                        </a:cubicBezTo>
                        <a:cubicBezTo>
                          <a:pt x="0" y="107"/>
                          <a:pt x="1" y="109"/>
                          <a:pt x="4" y="111"/>
                        </a:cubicBezTo>
                        <a:cubicBezTo>
                          <a:pt x="4" y="111"/>
                          <a:pt x="4" y="111"/>
                          <a:pt x="4" y="111"/>
                        </a:cubicBezTo>
                        <a:cubicBezTo>
                          <a:pt x="4" y="112"/>
                          <a:pt x="4" y="112"/>
                          <a:pt x="4" y="112"/>
                        </a:cubicBezTo>
                        <a:cubicBezTo>
                          <a:pt x="8" y="114"/>
                          <a:pt x="15" y="117"/>
                          <a:pt x="24" y="120"/>
                        </a:cubicBezTo>
                        <a:cubicBezTo>
                          <a:pt x="25" y="120"/>
                          <a:pt x="25" y="120"/>
                          <a:pt x="25" y="120"/>
                        </a:cubicBezTo>
                        <a:cubicBezTo>
                          <a:pt x="43" y="125"/>
                          <a:pt x="70" y="130"/>
                          <a:pt x="104" y="134"/>
                        </a:cubicBezTo>
                        <a:cubicBezTo>
                          <a:pt x="138" y="139"/>
                          <a:pt x="179" y="142"/>
                          <a:pt x="225" y="145"/>
                        </a:cubicBezTo>
                        <a:cubicBezTo>
                          <a:pt x="239" y="146"/>
                          <a:pt x="254" y="147"/>
                          <a:pt x="269" y="148"/>
                        </a:cubicBezTo>
                        <a:cubicBezTo>
                          <a:pt x="281" y="148"/>
                          <a:pt x="293" y="149"/>
                          <a:pt x="306" y="149"/>
                        </a:cubicBezTo>
                        <a:cubicBezTo>
                          <a:pt x="276" y="109"/>
                          <a:pt x="241" y="74"/>
                          <a:pt x="201" y="44"/>
                        </a:cubicBezTo>
                        <a:cubicBezTo>
                          <a:pt x="79" y="35"/>
                          <a:pt x="0" y="21"/>
                          <a:pt x="0" y="5"/>
                        </a:cubicBezTo>
                        <a:cubicBezTo>
                          <a:pt x="0" y="4"/>
                          <a:pt x="0" y="4"/>
                          <a:pt x="1" y="3"/>
                        </a:cubicBez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CEA058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4" name="AutoShape 194"/>
                  <p:cNvSpPr/>
                  <p:nvPr/>
                </p:nvSpPr>
                <p:spPr>
                  <a:xfrm>
                    <a:off x="-1450354" y="9220453"/>
                    <a:ext cx="256010" cy="512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" h="41">
                        <a:moveTo>
                          <a:pt x="1" y="0"/>
                        </a:move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0" y="18"/>
                          <a:pt x="79" y="32"/>
                          <a:pt x="201" y="41"/>
                        </a:cubicBezTo>
                        <a:cubicBezTo>
                          <a:pt x="198" y="39"/>
                          <a:pt x="195" y="37"/>
                          <a:pt x="193" y="35"/>
                        </a:cubicBezTo>
                        <a:cubicBezTo>
                          <a:pt x="83" y="27"/>
                          <a:pt x="9" y="14"/>
                          <a:pt x="1" y="0"/>
                        </a:cubicBezTo>
                      </a:path>
                    </a:pathLst>
                  </a:custGeom>
                  <a:solidFill>
                    <a:srgbClr val="CFA667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5" name="AutoShape 195"/>
                  <p:cNvSpPr/>
                  <p:nvPr/>
                </p:nvSpPr>
                <p:spPr>
                  <a:xfrm>
                    <a:off x="-1450354" y="9180631"/>
                    <a:ext cx="250320" cy="853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3" h="64">
                        <a:moveTo>
                          <a:pt x="101" y="11"/>
                        </a:moveTo>
                        <a:cubicBezTo>
                          <a:pt x="89" y="13"/>
                          <a:pt x="79" y="15"/>
                          <a:pt x="72" y="17"/>
                        </a:cubicBezTo>
                        <a:cubicBezTo>
                          <a:pt x="63" y="19"/>
                          <a:pt x="57" y="21"/>
                          <a:pt x="54" y="23"/>
                        </a:cubicBezTo>
                        <a:cubicBezTo>
                          <a:pt x="52" y="23"/>
                          <a:pt x="51" y="24"/>
                          <a:pt x="51" y="24"/>
                        </a:cubicBezTo>
                        <a:cubicBezTo>
                          <a:pt x="51" y="25"/>
                          <a:pt x="51" y="25"/>
                          <a:pt x="52" y="25"/>
                        </a:cubicBezTo>
                        <a:cubicBezTo>
                          <a:pt x="53" y="26"/>
                          <a:pt x="55" y="27"/>
                          <a:pt x="57" y="28"/>
                        </a:cubicBezTo>
                        <a:cubicBezTo>
                          <a:pt x="63" y="30"/>
                          <a:pt x="71" y="32"/>
                          <a:pt x="82" y="35"/>
                        </a:cubicBezTo>
                        <a:cubicBezTo>
                          <a:pt x="102" y="38"/>
                          <a:pt x="130" y="42"/>
                          <a:pt x="164" y="45"/>
                        </a:cubicBezTo>
                        <a:cubicBezTo>
                          <a:pt x="144" y="32"/>
                          <a:pt x="123" y="21"/>
                          <a:pt x="101" y="11"/>
                        </a:cubicBezTo>
                        <a:moveTo>
                          <a:pt x="75" y="0"/>
                        </a:moveTo>
                        <a:cubicBezTo>
                          <a:pt x="27" y="8"/>
                          <a:pt x="0" y="16"/>
                          <a:pt x="0" y="26"/>
                        </a:cubicBezTo>
                        <a:cubicBezTo>
                          <a:pt x="0" y="26"/>
                          <a:pt x="0" y="26"/>
                          <a:pt x="0" y="26"/>
                        </a:cubicBezTo>
                        <a:cubicBezTo>
                          <a:pt x="0" y="27"/>
                          <a:pt x="0" y="28"/>
                          <a:pt x="1" y="29"/>
                        </a:cubicBezTo>
                        <a:cubicBezTo>
                          <a:pt x="9" y="43"/>
                          <a:pt x="83" y="56"/>
                          <a:pt x="193" y="64"/>
                        </a:cubicBezTo>
                        <a:cubicBezTo>
                          <a:pt x="188" y="60"/>
                          <a:pt x="183" y="57"/>
                          <a:pt x="179" y="54"/>
                        </a:cubicBezTo>
                        <a:cubicBezTo>
                          <a:pt x="130" y="50"/>
                          <a:pt x="93" y="45"/>
                          <a:pt x="70" y="40"/>
                        </a:cubicBezTo>
                        <a:cubicBezTo>
                          <a:pt x="61" y="38"/>
                          <a:pt x="54" y="36"/>
                          <a:pt x="50" y="33"/>
                        </a:cubicBezTo>
                        <a:cubicBezTo>
                          <a:pt x="47" y="32"/>
                          <a:pt x="45" y="31"/>
                          <a:pt x="44" y="28"/>
                        </a:cubicBezTo>
                        <a:cubicBezTo>
                          <a:pt x="43" y="27"/>
                          <a:pt x="43" y="26"/>
                          <a:pt x="43" y="24"/>
                        </a:cubicBezTo>
                        <a:cubicBezTo>
                          <a:pt x="43" y="23"/>
                          <a:pt x="43" y="22"/>
                          <a:pt x="44" y="20"/>
                        </a:cubicBezTo>
                        <a:cubicBezTo>
                          <a:pt x="45" y="19"/>
                          <a:pt x="46" y="18"/>
                          <a:pt x="47" y="18"/>
                        </a:cubicBezTo>
                        <a:cubicBezTo>
                          <a:pt x="49" y="16"/>
                          <a:pt x="51" y="15"/>
                          <a:pt x="54" y="13"/>
                        </a:cubicBezTo>
                        <a:cubicBezTo>
                          <a:pt x="61" y="11"/>
                          <a:pt x="70" y="9"/>
                          <a:pt x="81" y="6"/>
                        </a:cubicBezTo>
                        <a:cubicBezTo>
                          <a:pt x="83" y="6"/>
                          <a:pt x="85" y="6"/>
                          <a:pt x="87" y="5"/>
                        </a:cubicBezTo>
                        <a:cubicBezTo>
                          <a:pt x="83" y="4"/>
                          <a:pt x="79" y="2"/>
                          <a:pt x="75" y="0"/>
                        </a:cubicBezTo>
                      </a:path>
                    </a:pathLst>
                  </a:custGeom>
                  <a:solidFill>
                    <a:srgbClr val="E1AD3A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6" name="AutoShape 196"/>
                  <p:cNvSpPr/>
                  <p:nvPr/>
                </p:nvSpPr>
                <p:spPr>
                  <a:xfrm>
                    <a:off x="-1393463" y="9186319"/>
                    <a:ext cx="170672" cy="682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6" h="49">
                        <a:moveTo>
                          <a:pt x="44" y="0"/>
                        </a:moveTo>
                        <a:cubicBezTo>
                          <a:pt x="42" y="1"/>
                          <a:pt x="40" y="1"/>
                          <a:pt x="38" y="1"/>
                        </a:cubicBezTo>
                        <a:cubicBezTo>
                          <a:pt x="27" y="4"/>
                          <a:pt x="18" y="6"/>
                          <a:pt x="11" y="8"/>
                        </a:cubicBezTo>
                        <a:cubicBezTo>
                          <a:pt x="8" y="10"/>
                          <a:pt x="6" y="11"/>
                          <a:pt x="4" y="13"/>
                        </a:cubicBezTo>
                        <a:cubicBezTo>
                          <a:pt x="3" y="13"/>
                          <a:pt x="2" y="14"/>
                          <a:pt x="1" y="15"/>
                        </a:cubicBezTo>
                        <a:cubicBezTo>
                          <a:pt x="0" y="17"/>
                          <a:pt x="0" y="18"/>
                          <a:pt x="0" y="19"/>
                        </a:cubicBezTo>
                        <a:cubicBezTo>
                          <a:pt x="0" y="21"/>
                          <a:pt x="0" y="22"/>
                          <a:pt x="1" y="23"/>
                        </a:cubicBezTo>
                        <a:cubicBezTo>
                          <a:pt x="2" y="26"/>
                          <a:pt x="4" y="27"/>
                          <a:pt x="7" y="28"/>
                        </a:cubicBezTo>
                        <a:cubicBezTo>
                          <a:pt x="11" y="31"/>
                          <a:pt x="18" y="33"/>
                          <a:pt x="27" y="35"/>
                        </a:cubicBezTo>
                        <a:cubicBezTo>
                          <a:pt x="50" y="40"/>
                          <a:pt x="87" y="45"/>
                          <a:pt x="136" y="49"/>
                        </a:cubicBezTo>
                        <a:cubicBezTo>
                          <a:pt x="131" y="46"/>
                          <a:pt x="126" y="43"/>
                          <a:pt x="121" y="40"/>
                        </a:cubicBezTo>
                        <a:cubicBezTo>
                          <a:pt x="87" y="37"/>
                          <a:pt x="59" y="33"/>
                          <a:pt x="39" y="30"/>
                        </a:cubicBezTo>
                        <a:cubicBezTo>
                          <a:pt x="28" y="27"/>
                          <a:pt x="20" y="25"/>
                          <a:pt x="14" y="23"/>
                        </a:cubicBezTo>
                        <a:cubicBezTo>
                          <a:pt x="12" y="22"/>
                          <a:pt x="10" y="21"/>
                          <a:pt x="9" y="20"/>
                        </a:cubicBezTo>
                        <a:cubicBezTo>
                          <a:pt x="8" y="20"/>
                          <a:pt x="8" y="20"/>
                          <a:pt x="8" y="19"/>
                        </a:cubicBezTo>
                        <a:cubicBezTo>
                          <a:pt x="8" y="19"/>
                          <a:pt x="9" y="18"/>
                          <a:pt x="11" y="18"/>
                        </a:cubicBezTo>
                        <a:cubicBezTo>
                          <a:pt x="14" y="16"/>
                          <a:pt x="20" y="14"/>
                          <a:pt x="29" y="12"/>
                        </a:cubicBezTo>
                        <a:cubicBezTo>
                          <a:pt x="36" y="10"/>
                          <a:pt x="46" y="8"/>
                          <a:pt x="58" y="6"/>
                        </a:cubicBezTo>
                        <a:cubicBezTo>
                          <a:pt x="53" y="4"/>
                          <a:pt x="49" y="2"/>
                          <a:pt x="44" y="0"/>
                        </a:cubicBezTo>
                      </a:path>
                    </a:pathLst>
                  </a:custGeom>
                  <a:solidFill>
                    <a:srgbClr val="E3C281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7" name="AutoShape 197"/>
                  <p:cNvSpPr/>
                  <p:nvPr/>
                </p:nvSpPr>
                <p:spPr>
                  <a:xfrm>
                    <a:off x="-2269582" y="9140806"/>
                    <a:ext cx="1319869" cy="1314182"/>
                  </a:xfrm>
                  <a:prstGeom prst="ellipse">
                    <a:avLst/>
                  </a:prstGeom>
                  <a:solidFill>
                    <a:srgbClr val="E2AF5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8" name="AutoShape 198"/>
                  <p:cNvSpPr/>
                  <p:nvPr/>
                </p:nvSpPr>
                <p:spPr>
                  <a:xfrm>
                    <a:off x="-2332164" y="9157875"/>
                    <a:ext cx="1319869" cy="1314182"/>
                  </a:xfrm>
                  <a:prstGeom prst="ellipse">
                    <a:avLst/>
                  </a:pr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199" name="AutoShape 199"/>
                  <p:cNvSpPr/>
                  <p:nvPr/>
                </p:nvSpPr>
                <p:spPr>
                  <a:xfrm>
                    <a:off x="-2292338" y="9192009"/>
                    <a:ext cx="1245912" cy="1251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970">
                        <a:moveTo>
                          <a:pt x="485" y="0"/>
                        </a:moveTo>
                        <a:cubicBezTo>
                          <a:pt x="217" y="0"/>
                          <a:pt x="0" y="217"/>
                          <a:pt x="0" y="485"/>
                        </a:cubicBezTo>
                        <a:cubicBezTo>
                          <a:pt x="0" y="753"/>
                          <a:pt x="217" y="970"/>
                          <a:pt x="485" y="970"/>
                        </a:cubicBezTo>
                        <a:cubicBezTo>
                          <a:pt x="753" y="970"/>
                          <a:pt x="970" y="753"/>
                          <a:pt x="970" y="485"/>
                        </a:cubicBezTo>
                        <a:cubicBezTo>
                          <a:pt x="970" y="217"/>
                          <a:pt x="753" y="0"/>
                          <a:pt x="485" y="0"/>
                        </a:cubicBezTo>
                        <a:close/>
                        <a:moveTo>
                          <a:pt x="485" y="952"/>
                        </a:moveTo>
                        <a:cubicBezTo>
                          <a:pt x="227" y="952"/>
                          <a:pt x="17" y="743"/>
                          <a:pt x="17" y="485"/>
                        </a:cubicBezTo>
                        <a:cubicBezTo>
                          <a:pt x="17" y="227"/>
                          <a:pt x="227" y="18"/>
                          <a:pt x="485" y="18"/>
                        </a:cubicBezTo>
                        <a:cubicBezTo>
                          <a:pt x="743" y="18"/>
                          <a:pt x="952" y="227"/>
                          <a:pt x="952" y="485"/>
                        </a:cubicBezTo>
                        <a:cubicBezTo>
                          <a:pt x="952" y="743"/>
                          <a:pt x="743" y="952"/>
                          <a:pt x="485" y="952"/>
                        </a:cubicBezTo>
                        <a:close/>
                      </a:path>
                    </a:pathLst>
                  </a:custGeom>
                  <a:solidFill>
                    <a:srgbClr val="FDEE99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200" name="AutoShape 200"/>
                  <p:cNvSpPr/>
                  <p:nvPr/>
                </p:nvSpPr>
                <p:spPr>
                  <a:xfrm>
                    <a:off x="-2121667" y="9368370"/>
                    <a:ext cx="898876" cy="898876"/>
                  </a:xfrm>
                  <a:prstGeom prst="ellipse">
                    <a:avLst/>
                  </a:prstGeom>
                  <a:solidFill>
                    <a:srgbClr val="E2AF5B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201" name="AutoShape 201"/>
                  <p:cNvSpPr/>
                  <p:nvPr/>
                </p:nvSpPr>
                <p:spPr>
                  <a:xfrm>
                    <a:off x="-2076154" y="9396817"/>
                    <a:ext cx="847676" cy="841985"/>
                  </a:xfrm>
                  <a:prstGeom prst="ellipse">
                    <a:avLst/>
                  </a:prstGeom>
                  <a:solidFill>
                    <a:srgbClr val="FDEE99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  <p:sp>
                <p:nvSpPr>
                  <p:cNvPr id="202" name="AutoShape 202"/>
                  <p:cNvSpPr/>
                  <p:nvPr/>
                </p:nvSpPr>
                <p:spPr>
                  <a:xfrm>
                    <a:off x="-1848591" y="9504908"/>
                    <a:ext cx="369793" cy="625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" h="486">
                        <a:moveTo>
                          <a:pt x="110" y="414"/>
                        </a:moveTo>
                        <a:cubicBezTo>
                          <a:pt x="72" y="411"/>
                          <a:pt x="35" y="400"/>
                          <a:pt x="0" y="383"/>
                        </a:cubicBezTo>
                        <a:cubicBezTo>
                          <a:pt x="4" y="296"/>
                          <a:pt x="4" y="296"/>
                          <a:pt x="4" y="296"/>
                        </a:cubicBezTo>
                        <a:cubicBezTo>
                          <a:pt x="24" y="307"/>
                          <a:pt x="46" y="317"/>
                          <a:pt x="69" y="325"/>
                        </a:cubicBezTo>
                        <a:cubicBezTo>
                          <a:pt x="93" y="333"/>
                          <a:pt x="114" y="337"/>
                          <a:pt x="132" y="338"/>
                        </a:cubicBezTo>
                        <a:cubicBezTo>
                          <a:pt x="147" y="339"/>
                          <a:pt x="158" y="337"/>
                          <a:pt x="165" y="334"/>
                        </a:cubicBezTo>
                        <a:cubicBezTo>
                          <a:pt x="172" y="331"/>
                          <a:pt x="176" y="325"/>
                          <a:pt x="176" y="317"/>
                        </a:cubicBezTo>
                        <a:cubicBezTo>
                          <a:pt x="176" y="311"/>
                          <a:pt x="174" y="306"/>
                          <a:pt x="169" y="301"/>
                        </a:cubicBezTo>
                        <a:cubicBezTo>
                          <a:pt x="165" y="297"/>
                          <a:pt x="156" y="292"/>
                          <a:pt x="145" y="287"/>
                        </a:cubicBezTo>
                        <a:cubicBezTo>
                          <a:pt x="133" y="281"/>
                          <a:pt x="118" y="274"/>
                          <a:pt x="98" y="266"/>
                        </a:cubicBezTo>
                        <a:cubicBezTo>
                          <a:pt x="77" y="257"/>
                          <a:pt x="59" y="247"/>
                          <a:pt x="46" y="236"/>
                        </a:cubicBezTo>
                        <a:cubicBezTo>
                          <a:pt x="32" y="225"/>
                          <a:pt x="23" y="213"/>
                          <a:pt x="17" y="200"/>
                        </a:cubicBezTo>
                        <a:cubicBezTo>
                          <a:pt x="12" y="187"/>
                          <a:pt x="9" y="171"/>
                          <a:pt x="10" y="152"/>
                        </a:cubicBezTo>
                        <a:cubicBezTo>
                          <a:pt x="11" y="123"/>
                          <a:pt x="22" y="101"/>
                          <a:pt x="41" y="85"/>
                        </a:cubicBezTo>
                        <a:cubicBezTo>
                          <a:pt x="61" y="70"/>
                          <a:pt x="89" y="61"/>
                          <a:pt x="126" y="59"/>
                        </a:cubicBezTo>
                        <a:cubicBezTo>
                          <a:pt x="129" y="0"/>
                          <a:pt x="129" y="0"/>
                          <a:pt x="129" y="0"/>
                        </a:cubicBezTo>
                        <a:cubicBezTo>
                          <a:pt x="183" y="3"/>
                          <a:pt x="183" y="3"/>
                          <a:pt x="183" y="3"/>
                        </a:cubicBezTo>
                        <a:cubicBezTo>
                          <a:pt x="181" y="61"/>
                          <a:pt x="181" y="61"/>
                          <a:pt x="181" y="61"/>
                        </a:cubicBezTo>
                        <a:cubicBezTo>
                          <a:pt x="216" y="64"/>
                          <a:pt x="251" y="74"/>
                          <a:pt x="285" y="91"/>
                        </a:cubicBezTo>
                        <a:cubicBezTo>
                          <a:pt x="251" y="165"/>
                          <a:pt x="251" y="165"/>
                          <a:pt x="251" y="165"/>
                        </a:cubicBezTo>
                        <a:cubicBezTo>
                          <a:pt x="215" y="147"/>
                          <a:pt x="182" y="137"/>
                          <a:pt x="152" y="136"/>
                        </a:cubicBezTo>
                        <a:cubicBezTo>
                          <a:pt x="138" y="135"/>
                          <a:pt x="128" y="136"/>
                          <a:pt x="123" y="140"/>
                        </a:cubicBezTo>
                        <a:cubicBezTo>
                          <a:pt x="117" y="143"/>
                          <a:pt x="114" y="148"/>
                          <a:pt x="113" y="154"/>
                        </a:cubicBezTo>
                        <a:cubicBezTo>
                          <a:pt x="113" y="160"/>
                          <a:pt x="115" y="165"/>
                          <a:pt x="119" y="169"/>
                        </a:cubicBezTo>
                        <a:cubicBezTo>
                          <a:pt x="123" y="173"/>
                          <a:pt x="130" y="177"/>
                          <a:pt x="140" y="183"/>
                        </a:cubicBezTo>
                        <a:cubicBezTo>
                          <a:pt x="150" y="188"/>
                          <a:pt x="164" y="194"/>
                          <a:pt x="181" y="201"/>
                        </a:cubicBezTo>
                        <a:cubicBezTo>
                          <a:pt x="218" y="215"/>
                          <a:pt x="243" y="231"/>
                          <a:pt x="258" y="249"/>
                        </a:cubicBezTo>
                        <a:cubicBezTo>
                          <a:pt x="274" y="266"/>
                          <a:pt x="281" y="288"/>
                          <a:pt x="280" y="314"/>
                        </a:cubicBezTo>
                        <a:cubicBezTo>
                          <a:pt x="278" y="343"/>
                          <a:pt x="268" y="367"/>
                          <a:pt x="248" y="385"/>
                        </a:cubicBezTo>
                        <a:cubicBezTo>
                          <a:pt x="229" y="402"/>
                          <a:pt x="201" y="412"/>
                          <a:pt x="165" y="415"/>
                        </a:cubicBezTo>
                        <a:cubicBezTo>
                          <a:pt x="162" y="486"/>
                          <a:pt x="162" y="486"/>
                          <a:pt x="162" y="486"/>
                        </a:cubicBezTo>
                        <a:cubicBezTo>
                          <a:pt x="107" y="483"/>
                          <a:pt x="107" y="483"/>
                          <a:pt x="107" y="483"/>
                        </a:cubicBezTo>
                        <a:lnTo>
                          <a:pt x="110" y="414"/>
                        </a:lnTo>
                        <a:close/>
                      </a:path>
                    </a:pathLst>
                  </a:custGeom>
                  <a:solidFill>
                    <a:srgbClr val="F9BF35">
                      <a:alpha val="100000"/>
                    </a:srgbClr>
                  </a:solidFill>
                  <a:ln>
                    <a:headEnd type="none"/>
                    <a:tailEnd type="none"/>
                  </a:ln>
                </p:spPr>
              </p:sp>
            </p:grpSp>
          </p:grpSp>
        </p:grpSp>
        <p:grpSp>
          <p:nvGrpSpPr>
            <p:cNvPr id="203" name="Group 203"/>
            <p:cNvGrpSpPr/>
            <p:nvPr/>
          </p:nvGrpSpPr>
          <p:grpSpPr>
            <a:xfrm rot="0">
              <a:off x="260348" y="5760629"/>
              <a:ext cx="1440008" cy="950142"/>
              <a:chOff x="-2332164" y="8827907"/>
              <a:chExt cx="2491821" cy="1644150"/>
            </a:xfrm>
          </p:grpSpPr>
          <p:sp>
            <p:nvSpPr>
              <p:cNvPr id="204" name="AutoShape 204"/>
              <p:cNvSpPr/>
              <p:nvPr/>
            </p:nvSpPr>
            <p:spPr>
              <a:xfrm>
                <a:off x="-1530001" y="9214766"/>
                <a:ext cx="216185" cy="210498"/>
              </a:xfrm>
              <a:custGeom>
                <a:avLst/>
                <a:gdLst/>
                <a:ahLst/>
                <a:cxnLst/>
                <a:rect l="l" t="t" r="r" b="b"/>
                <a:pathLst>
                  <a:path w="167" h="167">
                    <a:moveTo>
                      <a:pt x="10" y="10"/>
                    </a:moveTo>
                    <a:cubicBezTo>
                      <a:pt x="20" y="0"/>
                      <a:pt x="37" y="0"/>
                      <a:pt x="47" y="10"/>
                    </a:cubicBezTo>
                    <a:cubicBezTo>
                      <a:pt x="157" y="120"/>
                      <a:pt x="157" y="120"/>
                      <a:pt x="157" y="120"/>
                    </a:cubicBezTo>
                    <a:cubicBezTo>
                      <a:pt x="167" y="130"/>
                      <a:pt x="167" y="146"/>
                      <a:pt x="157" y="157"/>
                    </a:cubicBezTo>
                    <a:cubicBezTo>
                      <a:pt x="147" y="167"/>
                      <a:pt x="130" y="167"/>
                      <a:pt x="120" y="15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0" y="37"/>
                      <a:pt x="0" y="20"/>
                      <a:pt x="10" y="10"/>
                    </a:cubicBezTo>
                  </a:path>
                </a:pathLst>
              </a:custGeom>
              <a:solidFill>
                <a:srgbClr val="2E363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5" name="AutoShape 205"/>
              <p:cNvSpPr/>
              <p:nvPr/>
            </p:nvSpPr>
            <p:spPr>
              <a:xfrm>
                <a:off x="-2195627" y="9504908"/>
                <a:ext cx="68269" cy="267389"/>
              </a:xfrm>
              <a:custGeom>
                <a:avLst/>
                <a:gdLst/>
                <a:ahLst/>
                <a:cxnLst/>
                <a:rect l="l" t="t" r="r" b="b"/>
                <a:pathLst>
                  <a:path w="52" h="208">
                    <a:moveTo>
                      <a:pt x="27" y="0"/>
                    </a:moveTo>
                    <a:cubicBezTo>
                      <a:pt x="41" y="0"/>
                      <a:pt x="53" y="12"/>
                      <a:pt x="53" y="26"/>
                    </a:cubicBezTo>
                    <a:cubicBezTo>
                      <a:pt x="53" y="182"/>
                      <a:pt x="53" y="182"/>
                      <a:pt x="53" y="182"/>
                    </a:cubicBezTo>
                    <a:cubicBezTo>
                      <a:pt x="53" y="196"/>
                      <a:pt x="42" y="208"/>
                      <a:pt x="27" y="208"/>
                    </a:cubicBezTo>
                    <a:cubicBezTo>
                      <a:pt x="13" y="208"/>
                      <a:pt x="1" y="196"/>
                      <a:pt x="1" y="182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</a:path>
                </a:pathLst>
              </a:custGeom>
              <a:solidFill>
                <a:srgbClr val="2E363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6" name="AutoShape 206"/>
              <p:cNvSpPr/>
              <p:nvPr/>
            </p:nvSpPr>
            <p:spPr>
              <a:xfrm>
                <a:off x="-2195627" y="9504908"/>
                <a:ext cx="34134" cy="267389"/>
              </a:xfrm>
              <a:custGeom>
                <a:avLst/>
                <a:gdLst/>
                <a:ahLst/>
                <a:cxnLst/>
                <a:rect l="l" t="t" r="r" b="b"/>
                <a:pathLst>
                  <a:path w="28" h="208">
                    <a:moveTo>
                      <a:pt x="29" y="0"/>
                    </a:moveTo>
                    <a:cubicBezTo>
                      <a:pt x="29" y="207"/>
                      <a:pt x="29" y="207"/>
                      <a:pt x="29" y="207"/>
                    </a:cubicBezTo>
                    <a:cubicBezTo>
                      <a:pt x="29" y="208"/>
                      <a:pt x="28" y="206"/>
                      <a:pt x="27" y="206"/>
                    </a:cubicBezTo>
                    <a:cubicBezTo>
                      <a:pt x="27" y="206"/>
                      <a:pt x="27" y="206"/>
                      <a:pt x="27" y="206"/>
                    </a:cubicBezTo>
                    <a:cubicBezTo>
                      <a:pt x="12" y="206"/>
                      <a:pt x="1" y="195"/>
                      <a:pt x="1" y="181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11"/>
                      <a:pt x="11" y="0"/>
                      <a:pt x="26" y="0"/>
                    </a:cubicBezTo>
                    <a:cubicBezTo>
                      <a:pt x="27" y="0"/>
                      <a:pt x="29" y="0"/>
                      <a:pt x="29" y="0"/>
                    </a:cubicBezTo>
                  </a:path>
                </a:pathLst>
              </a:custGeom>
              <a:solidFill>
                <a:srgbClr val="5A6374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7" name="AutoShape 207"/>
              <p:cNvSpPr/>
              <p:nvPr/>
            </p:nvSpPr>
            <p:spPr>
              <a:xfrm>
                <a:off x="-1330884" y="9692649"/>
                <a:ext cx="1262978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8"/>
                      <a:pt x="822" y="146"/>
                      <a:pt x="608" y="152"/>
                    </a:cubicBezTo>
                    <a:cubicBezTo>
                      <a:pt x="570" y="153"/>
                      <a:pt x="531" y="153"/>
                      <a:pt x="490" y="153"/>
                    </a:cubicBezTo>
                    <a:cubicBezTo>
                      <a:pt x="220" y="153"/>
                      <a:pt x="0" y="132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8" name="AutoShape 208"/>
              <p:cNvSpPr/>
              <p:nvPr/>
            </p:nvSpPr>
            <p:spPr>
              <a:xfrm>
                <a:off x="-1330884" y="9692649"/>
                <a:ext cx="1262978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2"/>
                      <a:pt x="220" y="153"/>
                      <a:pt x="490" y="153"/>
                    </a:cubicBezTo>
                    <a:cubicBezTo>
                      <a:pt x="761" y="153"/>
                      <a:pt x="981" y="132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09" name="AutoShape 209"/>
              <p:cNvSpPr/>
              <p:nvPr/>
            </p:nvSpPr>
            <p:spPr>
              <a:xfrm>
                <a:off x="-1330884" y="9635759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0" name="AutoShape 210"/>
              <p:cNvSpPr/>
              <p:nvPr/>
            </p:nvSpPr>
            <p:spPr>
              <a:xfrm>
                <a:off x="-1330884" y="9630068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1" name="AutoShape 211"/>
              <p:cNvSpPr/>
              <p:nvPr/>
            </p:nvSpPr>
            <p:spPr>
              <a:xfrm>
                <a:off x="-932649" y="9675580"/>
                <a:ext cx="813542" cy="68269"/>
              </a:xfrm>
              <a:custGeom>
                <a:avLst/>
                <a:gdLst/>
                <a:ahLst/>
                <a:cxnLst/>
                <a:rect l="l" t="t" r="r" b="b"/>
                <a:pathLst>
                  <a:path w="630" h="51">
                    <a:moveTo>
                      <a:pt x="630" y="11"/>
                    </a:moveTo>
                    <a:cubicBezTo>
                      <a:pt x="630" y="11"/>
                      <a:pt x="630" y="11"/>
                      <a:pt x="630" y="11"/>
                    </a:cubicBezTo>
                    <a:cubicBezTo>
                      <a:pt x="630" y="11"/>
                      <a:pt x="630" y="11"/>
                      <a:pt x="630" y="11"/>
                    </a:cubicBezTo>
                    <a:moveTo>
                      <a:pt x="619" y="0"/>
                    </a:moveTo>
                    <a:cubicBezTo>
                      <a:pt x="617" y="2"/>
                      <a:pt x="613" y="3"/>
                      <a:pt x="609" y="5"/>
                    </a:cubicBezTo>
                    <a:cubicBezTo>
                      <a:pt x="611" y="6"/>
                      <a:pt x="613" y="6"/>
                      <a:pt x="615" y="7"/>
                    </a:cubicBezTo>
                    <a:cubicBezTo>
                      <a:pt x="618" y="8"/>
                      <a:pt x="620" y="9"/>
                      <a:pt x="621" y="10"/>
                    </a:cubicBezTo>
                    <a:cubicBezTo>
                      <a:pt x="621" y="10"/>
                      <a:pt x="621" y="10"/>
                      <a:pt x="622" y="11"/>
                    </a:cubicBezTo>
                    <a:cubicBezTo>
                      <a:pt x="621" y="11"/>
                      <a:pt x="620" y="12"/>
                      <a:pt x="619" y="12"/>
                    </a:cubicBezTo>
                    <a:cubicBezTo>
                      <a:pt x="616" y="14"/>
                      <a:pt x="609" y="16"/>
                      <a:pt x="601" y="18"/>
                    </a:cubicBezTo>
                    <a:cubicBezTo>
                      <a:pt x="572" y="25"/>
                      <a:pt x="516" y="32"/>
                      <a:pt x="443" y="36"/>
                    </a:cubicBezTo>
                    <a:cubicBezTo>
                      <a:pt x="370" y="40"/>
                      <a:pt x="280" y="43"/>
                      <a:pt x="182" y="43"/>
                    </a:cubicBezTo>
                    <a:cubicBezTo>
                      <a:pt x="118" y="43"/>
                      <a:pt x="56" y="42"/>
                      <a:pt x="0" y="40"/>
                    </a:cubicBezTo>
                    <a:cubicBezTo>
                      <a:pt x="1" y="42"/>
                      <a:pt x="1" y="45"/>
                      <a:pt x="1" y="48"/>
                    </a:cubicBezTo>
                    <a:cubicBezTo>
                      <a:pt x="57" y="50"/>
                      <a:pt x="118" y="51"/>
                      <a:pt x="182" y="51"/>
                    </a:cubicBezTo>
                    <a:cubicBezTo>
                      <a:pt x="305" y="51"/>
                      <a:pt x="416" y="47"/>
                      <a:pt x="496" y="40"/>
                    </a:cubicBezTo>
                    <a:cubicBezTo>
                      <a:pt x="536" y="37"/>
                      <a:pt x="569" y="33"/>
                      <a:pt x="592" y="29"/>
                    </a:cubicBezTo>
                    <a:cubicBezTo>
                      <a:pt x="603" y="26"/>
                      <a:pt x="612" y="24"/>
                      <a:pt x="618" y="22"/>
                    </a:cubicBezTo>
                    <a:cubicBezTo>
                      <a:pt x="621" y="20"/>
                      <a:pt x="624" y="19"/>
                      <a:pt x="626" y="17"/>
                    </a:cubicBezTo>
                    <a:cubicBezTo>
                      <a:pt x="627" y="17"/>
                      <a:pt x="628" y="16"/>
                      <a:pt x="629" y="15"/>
                    </a:cubicBezTo>
                    <a:cubicBezTo>
                      <a:pt x="629" y="13"/>
                      <a:pt x="630" y="12"/>
                      <a:pt x="630" y="11"/>
                    </a:cubicBezTo>
                    <a:cubicBezTo>
                      <a:pt x="626" y="11"/>
                      <a:pt x="626" y="11"/>
                      <a:pt x="626" y="11"/>
                    </a:cubicBezTo>
                    <a:cubicBezTo>
                      <a:pt x="623" y="11"/>
                      <a:pt x="623" y="11"/>
                      <a:pt x="623" y="11"/>
                    </a:cubicBezTo>
                    <a:cubicBezTo>
                      <a:pt x="626" y="11"/>
                      <a:pt x="626" y="11"/>
                      <a:pt x="626" y="11"/>
                    </a:cubicBezTo>
                    <a:cubicBezTo>
                      <a:pt x="630" y="11"/>
                      <a:pt x="630" y="11"/>
                      <a:pt x="630" y="11"/>
                    </a:cubicBezTo>
                    <a:cubicBezTo>
                      <a:pt x="630" y="11"/>
                      <a:pt x="630" y="11"/>
                      <a:pt x="630" y="11"/>
                    </a:cubicBezTo>
                    <a:cubicBezTo>
                      <a:pt x="630" y="9"/>
                      <a:pt x="629" y="8"/>
                      <a:pt x="629" y="7"/>
                    </a:cubicBezTo>
                    <a:cubicBezTo>
                      <a:pt x="627" y="4"/>
                      <a:pt x="625" y="3"/>
                      <a:pt x="623" y="2"/>
                    </a:cubicBezTo>
                    <a:cubicBezTo>
                      <a:pt x="622" y="1"/>
                      <a:pt x="621" y="1"/>
                      <a:pt x="619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2" name="AutoShape 212"/>
              <p:cNvSpPr/>
              <p:nvPr/>
            </p:nvSpPr>
            <p:spPr>
              <a:xfrm>
                <a:off x="-1387775" y="9527665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8"/>
                      <a:pt x="822" y="147"/>
                      <a:pt x="608" y="152"/>
                    </a:cubicBezTo>
                    <a:cubicBezTo>
                      <a:pt x="570" y="153"/>
                      <a:pt x="531" y="153"/>
                      <a:pt x="490" y="153"/>
                    </a:cubicBezTo>
                    <a:cubicBezTo>
                      <a:pt x="219" y="153"/>
                      <a:pt x="0" y="132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3" name="AutoShape 213"/>
              <p:cNvSpPr/>
              <p:nvPr/>
            </p:nvSpPr>
            <p:spPr>
              <a:xfrm>
                <a:off x="-1387775" y="9527665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2"/>
                      <a:pt x="219" y="153"/>
                      <a:pt x="490" y="153"/>
                    </a:cubicBezTo>
                    <a:cubicBezTo>
                      <a:pt x="761" y="153"/>
                      <a:pt x="981" y="132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4" name="AutoShape 214"/>
              <p:cNvSpPr/>
              <p:nvPr/>
            </p:nvSpPr>
            <p:spPr>
              <a:xfrm>
                <a:off x="-961092" y="9556111"/>
                <a:ext cx="807851" cy="39826"/>
              </a:xfrm>
              <a:custGeom>
                <a:avLst/>
                <a:gdLst/>
                <a:ahLst/>
                <a:cxnLst/>
                <a:rect l="l" t="t" r="r" b="b"/>
                <a:pathLst>
                  <a:path w="627" h="33">
                    <a:moveTo>
                      <a:pt x="627" y="0"/>
                    </a:moveTo>
                    <a:cubicBezTo>
                      <a:pt x="618" y="0"/>
                      <a:pt x="608" y="1"/>
                      <a:pt x="598" y="1"/>
                    </a:cubicBezTo>
                    <a:cubicBezTo>
                      <a:pt x="518" y="17"/>
                      <a:pt x="351" y="28"/>
                      <a:pt x="158" y="28"/>
                    </a:cubicBezTo>
                    <a:cubicBezTo>
                      <a:pt x="103" y="28"/>
                      <a:pt x="49" y="27"/>
                      <a:pt x="0" y="25"/>
                    </a:cubicBezTo>
                    <a:cubicBezTo>
                      <a:pt x="0" y="27"/>
                      <a:pt x="1" y="29"/>
                      <a:pt x="2" y="31"/>
                    </a:cubicBezTo>
                    <a:cubicBezTo>
                      <a:pt x="51" y="32"/>
                      <a:pt x="104" y="33"/>
                      <a:pt x="158" y="33"/>
                    </a:cubicBezTo>
                    <a:cubicBezTo>
                      <a:pt x="379" y="33"/>
                      <a:pt x="566" y="19"/>
                      <a:pt x="627" y="0"/>
                    </a:cubicBezTo>
                  </a:path>
                </a:pathLst>
              </a:custGeom>
              <a:solidFill>
                <a:srgbClr val="E5B76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5" name="AutoShape 215"/>
              <p:cNvSpPr/>
              <p:nvPr/>
            </p:nvSpPr>
            <p:spPr>
              <a:xfrm>
                <a:off x="-1387775" y="9470773"/>
                <a:ext cx="1262978" cy="119473"/>
              </a:xfrm>
              <a:prstGeom prst="ellipse">
                <a:avLst/>
              </a:pr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6" name="AutoShape 216"/>
              <p:cNvSpPr/>
              <p:nvPr/>
            </p:nvSpPr>
            <p:spPr>
              <a:xfrm>
                <a:off x="-1330884" y="9482151"/>
                <a:ext cx="1143509" cy="91026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7" name="AutoShape 217"/>
              <p:cNvSpPr/>
              <p:nvPr/>
            </p:nvSpPr>
            <p:spPr>
              <a:xfrm>
                <a:off x="-1103321" y="9368370"/>
                <a:ext cx="1262978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8"/>
                      <a:pt x="822" y="147"/>
                      <a:pt x="609" y="152"/>
                    </a:cubicBezTo>
                    <a:cubicBezTo>
                      <a:pt x="571" y="153"/>
                      <a:pt x="531" y="153"/>
                      <a:pt x="491" y="153"/>
                    </a:cubicBezTo>
                    <a:cubicBezTo>
                      <a:pt x="220" y="153"/>
                      <a:pt x="0" y="132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8" name="AutoShape 218"/>
              <p:cNvSpPr/>
              <p:nvPr/>
            </p:nvSpPr>
            <p:spPr>
              <a:xfrm>
                <a:off x="-1103321" y="9368370"/>
                <a:ext cx="1262978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2"/>
                      <a:pt x="220" y="153"/>
                      <a:pt x="491" y="153"/>
                    </a:cubicBezTo>
                    <a:cubicBezTo>
                      <a:pt x="761" y="153"/>
                      <a:pt x="981" y="132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19" name="AutoShape 219"/>
              <p:cNvSpPr/>
              <p:nvPr/>
            </p:nvSpPr>
            <p:spPr>
              <a:xfrm>
                <a:off x="-978160" y="9368370"/>
                <a:ext cx="1137817" cy="68269"/>
              </a:xfrm>
              <a:custGeom>
                <a:avLst/>
                <a:gdLst/>
                <a:ahLst/>
                <a:cxnLst/>
                <a:rect l="l" t="t" r="r" b="b"/>
                <a:pathLst>
                  <a:path w="882" h="50">
                    <a:moveTo>
                      <a:pt x="881" y="0"/>
                    </a:moveTo>
                    <a:cubicBezTo>
                      <a:pt x="866" y="25"/>
                      <a:pt x="653" y="45"/>
                      <a:pt x="392" y="45"/>
                    </a:cubicBezTo>
                    <a:cubicBezTo>
                      <a:pt x="265" y="45"/>
                      <a:pt x="150" y="40"/>
                      <a:pt x="63" y="32"/>
                    </a:cubicBezTo>
                    <a:cubicBezTo>
                      <a:pt x="41" y="32"/>
                      <a:pt x="20" y="32"/>
                      <a:pt x="0" y="31"/>
                    </a:cubicBezTo>
                    <a:cubicBezTo>
                      <a:pt x="89" y="43"/>
                      <a:pt x="231" y="50"/>
                      <a:pt x="392" y="50"/>
                    </a:cubicBezTo>
                    <a:cubicBezTo>
                      <a:pt x="662" y="50"/>
                      <a:pt x="882" y="29"/>
                      <a:pt x="882" y="3"/>
                    </a:cubicBezTo>
                    <a:cubicBezTo>
                      <a:pt x="882" y="3"/>
                      <a:pt x="882" y="3"/>
                      <a:pt x="882" y="3"/>
                    </a:cubicBezTo>
                    <a:cubicBezTo>
                      <a:pt x="882" y="2"/>
                      <a:pt x="882" y="1"/>
                      <a:pt x="881" y="0"/>
                    </a:cubicBezTo>
                  </a:path>
                </a:pathLst>
              </a:custGeom>
              <a:solidFill>
                <a:srgbClr val="E5B76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0" name="AutoShape 220"/>
              <p:cNvSpPr/>
              <p:nvPr/>
            </p:nvSpPr>
            <p:spPr>
              <a:xfrm>
                <a:off x="-1103321" y="9305792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1" name="AutoShape 221"/>
              <p:cNvSpPr/>
              <p:nvPr/>
            </p:nvSpPr>
            <p:spPr>
              <a:xfrm>
                <a:off x="-716463" y="9317170"/>
                <a:ext cx="819229" cy="102404"/>
              </a:xfrm>
              <a:custGeom>
                <a:avLst/>
                <a:gdLst/>
                <a:ahLst/>
                <a:cxnLst/>
                <a:rect l="l" t="t" r="r" b="b"/>
                <a:pathLst>
                  <a:path w="639" h="76">
                    <a:moveTo>
                      <a:pt x="639" y="36"/>
                    </a:moveTo>
                    <a:cubicBezTo>
                      <a:pt x="639" y="36"/>
                      <a:pt x="639" y="36"/>
                      <a:pt x="639" y="36"/>
                    </a:cubicBezTo>
                    <a:cubicBezTo>
                      <a:pt x="639" y="36"/>
                      <a:pt x="639" y="36"/>
                      <a:pt x="639" y="36"/>
                    </a:cubicBezTo>
                    <a:moveTo>
                      <a:pt x="413" y="0"/>
                    </a:moveTo>
                    <a:cubicBezTo>
                      <a:pt x="413" y="8"/>
                      <a:pt x="413" y="8"/>
                      <a:pt x="413" y="8"/>
                    </a:cubicBezTo>
                    <a:cubicBezTo>
                      <a:pt x="446" y="10"/>
                      <a:pt x="477" y="12"/>
                      <a:pt x="505" y="14"/>
                    </a:cubicBezTo>
                    <a:cubicBezTo>
                      <a:pt x="545" y="17"/>
                      <a:pt x="577" y="21"/>
                      <a:pt x="599" y="26"/>
                    </a:cubicBezTo>
                    <a:cubicBezTo>
                      <a:pt x="610" y="28"/>
                      <a:pt x="619" y="30"/>
                      <a:pt x="624" y="32"/>
                    </a:cubicBezTo>
                    <a:cubicBezTo>
                      <a:pt x="627" y="33"/>
                      <a:pt x="629" y="34"/>
                      <a:pt x="630" y="35"/>
                    </a:cubicBezTo>
                    <a:cubicBezTo>
                      <a:pt x="630" y="35"/>
                      <a:pt x="631" y="35"/>
                      <a:pt x="631" y="36"/>
                    </a:cubicBezTo>
                    <a:cubicBezTo>
                      <a:pt x="630" y="36"/>
                      <a:pt x="630" y="37"/>
                      <a:pt x="628" y="37"/>
                    </a:cubicBezTo>
                    <a:cubicBezTo>
                      <a:pt x="625" y="39"/>
                      <a:pt x="619" y="41"/>
                      <a:pt x="610" y="43"/>
                    </a:cubicBezTo>
                    <a:cubicBezTo>
                      <a:pt x="581" y="50"/>
                      <a:pt x="525" y="57"/>
                      <a:pt x="452" y="61"/>
                    </a:cubicBezTo>
                    <a:cubicBezTo>
                      <a:pt x="379" y="65"/>
                      <a:pt x="289" y="68"/>
                      <a:pt x="192" y="68"/>
                    </a:cubicBezTo>
                    <a:cubicBezTo>
                      <a:pt x="176" y="68"/>
                      <a:pt x="161" y="68"/>
                      <a:pt x="146" y="68"/>
                    </a:cubicBezTo>
                    <a:cubicBezTo>
                      <a:pt x="101" y="70"/>
                      <a:pt x="52" y="71"/>
                      <a:pt x="0" y="72"/>
                    </a:cubicBezTo>
                    <a:cubicBezTo>
                      <a:pt x="58" y="74"/>
                      <a:pt x="123" y="76"/>
                      <a:pt x="192" y="76"/>
                    </a:cubicBezTo>
                    <a:cubicBezTo>
                      <a:pt x="314" y="76"/>
                      <a:pt x="425" y="72"/>
                      <a:pt x="505" y="65"/>
                    </a:cubicBezTo>
                    <a:cubicBezTo>
                      <a:pt x="546" y="62"/>
                      <a:pt x="578" y="58"/>
                      <a:pt x="601" y="54"/>
                    </a:cubicBezTo>
                    <a:cubicBezTo>
                      <a:pt x="612" y="51"/>
                      <a:pt x="621" y="49"/>
                      <a:pt x="627" y="47"/>
                    </a:cubicBezTo>
                    <a:cubicBezTo>
                      <a:pt x="631" y="45"/>
                      <a:pt x="633" y="44"/>
                      <a:pt x="635" y="42"/>
                    </a:cubicBezTo>
                    <a:cubicBezTo>
                      <a:pt x="636" y="42"/>
                      <a:pt x="637" y="41"/>
                      <a:pt x="638" y="40"/>
                    </a:cubicBezTo>
                    <a:cubicBezTo>
                      <a:pt x="638" y="38"/>
                      <a:pt x="639" y="37"/>
                      <a:pt x="639" y="36"/>
                    </a:cubicBezTo>
                    <a:cubicBezTo>
                      <a:pt x="635" y="36"/>
                      <a:pt x="635" y="36"/>
                      <a:pt x="635" y="36"/>
                    </a:cubicBezTo>
                    <a:cubicBezTo>
                      <a:pt x="632" y="36"/>
                      <a:pt x="632" y="36"/>
                      <a:pt x="632" y="36"/>
                    </a:cubicBezTo>
                    <a:cubicBezTo>
                      <a:pt x="635" y="36"/>
                      <a:pt x="635" y="36"/>
                      <a:pt x="635" y="36"/>
                    </a:cubicBezTo>
                    <a:cubicBezTo>
                      <a:pt x="639" y="36"/>
                      <a:pt x="639" y="36"/>
                      <a:pt x="639" y="36"/>
                    </a:cubicBezTo>
                    <a:cubicBezTo>
                      <a:pt x="639" y="36"/>
                      <a:pt x="639" y="36"/>
                      <a:pt x="639" y="36"/>
                    </a:cubicBezTo>
                    <a:cubicBezTo>
                      <a:pt x="639" y="34"/>
                      <a:pt x="638" y="33"/>
                      <a:pt x="638" y="32"/>
                    </a:cubicBezTo>
                    <a:cubicBezTo>
                      <a:pt x="636" y="30"/>
                      <a:pt x="634" y="28"/>
                      <a:pt x="632" y="27"/>
                    </a:cubicBezTo>
                    <a:cubicBezTo>
                      <a:pt x="627" y="24"/>
                      <a:pt x="621" y="22"/>
                      <a:pt x="612" y="20"/>
                    </a:cubicBezTo>
                    <a:cubicBezTo>
                      <a:pt x="582" y="13"/>
                      <a:pt x="525" y="7"/>
                      <a:pt x="452" y="2"/>
                    </a:cubicBezTo>
                    <a:cubicBezTo>
                      <a:pt x="440" y="2"/>
                      <a:pt x="426" y="1"/>
                      <a:pt x="413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2" name="AutoShape 222"/>
              <p:cNvSpPr/>
              <p:nvPr/>
            </p:nvSpPr>
            <p:spPr>
              <a:xfrm>
                <a:off x="-1450354" y="9214766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7"/>
                      <a:pt x="822" y="146"/>
                      <a:pt x="608" y="151"/>
                    </a:cubicBezTo>
                    <a:cubicBezTo>
                      <a:pt x="570" y="152"/>
                      <a:pt x="531" y="153"/>
                      <a:pt x="490" y="153"/>
                    </a:cubicBezTo>
                    <a:cubicBezTo>
                      <a:pt x="219" y="153"/>
                      <a:pt x="0" y="131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3" name="AutoShape 223"/>
              <p:cNvSpPr/>
              <p:nvPr/>
            </p:nvSpPr>
            <p:spPr>
              <a:xfrm>
                <a:off x="-1450354" y="9214766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1"/>
                      <a:pt x="219" y="153"/>
                      <a:pt x="490" y="153"/>
                    </a:cubicBezTo>
                    <a:cubicBezTo>
                      <a:pt x="761" y="153"/>
                      <a:pt x="981" y="131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4" name="AutoShape 224"/>
              <p:cNvSpPr/>
              <p:nvPr/>
            </p:nvSpPr>
            <p:spPr>
              <a:xfrm>
                <a:off x="-1200034" y="9220453"/>
                <a:ext cx="1012658" cy="62582"/>
              </a:xfrm>
              <a:custGeom>
                <a:avLst/>
                <a:gdLst/>
                <a:ahLst/>
                <a:cxnLst/>
                <a:rect l="l" t="t" r="r" b="b"/>
                <a:pathLst>
                  <a:path w="788" h="50">
                    <a:moveTo>
                      <a:pt x="787" y="0"/>
                    </a:moveTo>
                    <a:cubicBezTo>
                      <a:pt x="772" y="25"/>
                      <a:pt x="558" y="44"/>
                      <a:pt x="297" y="44"/>
                    </a:cubicBezTo>
                    <a:cubicBezTo>
                      <a:pt x="185" y="44"/>
                      <a:pt x="82" y="41"/>
                      <a:pt x="0" y="35"/>
                    </a:cubicBezTo>
                    <a:cubicBezTo>
                      <a:pt x="2" y="37"/>
                      <a:pt x="5" y="39"/>
                      <a:pt x="8" y="41"/>
                    </a:cubicBezTo>
                    <a:cubicBezTo>
                      <a:pt x="89" y="47"/>
                      <a:pt x="189" y="50"/>
                      <a:pt x="297" y="50"/>
                    </a:cubicBezTo>
                    <a:cubicBezTo>
                      <a:pt x="568" y="50"/>
                      <a:pt x="788" y="29"/>
                      <a:pt x="788" y="2"/>
                    </a:cubicBezTo>
                    <a:cubicBezTo>
                      <a:pt x="788" y="2"/>
                      <a:pt x="788" y="2"/>
                      <a:pt x="788" y="2"/>
                    </a:cubicBezTo>
                    <a:cubicBezTo>
                      <a:pt x="788" y="1"/>
                      <a:pt x="787" y="1"/>
                      <a:pt x="787" y="0"/>
                    </a:cubicBezTo>
                  </a:path>
                </a:pathLst>
              </a:custGeom>
              <a:solidFill>
                <a:srgbClr val="E5B76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5" name="AutoShape 225"/>
              <p:cNvSpPr/>
              <p:nvPr/>
            </p:nvSpPr>
            <p:spPr>
              <a:xfrm>
                <a:off x="-1450354" y="9152184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6" name="AutoShape 226"/>
              <p:cNvSpPr/>
              <p:nvPr/>
            </p:nvSpPr>
            <p:spPr>
              <a:xfrm>
                <a:off x="-1336572" y="9186319"/>
                <a:ext cx="1086618" cy="79648"/>
              </a:xfrm>
              <a:custGeom>
                <a:avLst/>
                <a:gdLst/>
                <a:ahLst/>
                <a:cxnLst/>
                <a:rect l="l" t="t" r="r" b="b"/>
                <a:pathLst>
                  <a:path w="844" h="60">
                    <a:moveTo>
                      <a:pt x="844" y="29"/>
                    </a:moveTo>
                    <a:cubicBezTo>
                      <a:pt x="828" y="31"/>
                      <a:pt x="811" y="32"/>
                      <a:pt x="793" y="34"/>
                    </a:cubicBezTo>
                    <a:cubicBezTo>
                      <a:pt x="761" y="38"/>
                      <a:pt x="717" y="42"/>
                      <a:pt x="663" y="46"/>
                    </a:cubicBezTo>
                    <a:cubicBezTo>
                      <a:pt x="590" y="50"/>
                      <a:pt x="500" y="52"/>
                      <a:pt x="403" y="52"/>
                    </a:cubicBezTo>
                    <a:cubicBezTo>
                      <a:pt x="281" y="52"/>
                      <a:pt x="170" y="48"/>
                      <a:pt x="90" y="42"/>
                    </a:cubicBezTo>
                    <a:cubicBezTo>
                      <a:pt x="86" y="42"/>
                      <a:pt x="82" y="41"/>
                      <a:pt x="77" y="41"/>
                    </a:cubicBezTo>
                    <a:cubicBezTo>
                      <a:pt x="82" y="44"/>
                      <a:pt x="87" y="47"/>
                      <a:pt x="92" y="50"/>
                    </a:cubicBezTo>
                    <a:cubicBezTo>
                      <a:pt x="108" y="51"/>
                      <a:pt x="125" y="53"/>
                      <a:pt x="143" y="54"/>
                    </a:cubicBezTo>
                    <a:cubicBezTo>
                      <a:pt x="216" y="58"/>
                      <a:pt x="306" y="60"/>
                      <a:pt x="403" y="60"/>
                    </a:cubicBezTo>
                    <a:cubicBezTo>
                      <a:pt x="526" y="60"/>
                      <a:pt x="637" y="56"/>
                      <a:pt x="717" y="50"/>
                    </a:cubicBezTo>
                    <a:cubicBezTo>
                      <a:pt x="757" y="47"/>
                      <a:pt x="790" y="43"/>
                      <a:pt x="812" y="38"/>
                    </a:cubicBezTo>
                    <a:cubicBezTo>
                      <a:pt x="824" y="36"/>
                      <a:pt x="833" y="34"/>
                      <a:pt x="839" y="31"/>
                    </a:cubicBezTo>
                    <a:cubicBezTo>
                      <a:pt x="841" y="31"/>
                      <a:pt x="842" y="30"/>
                      <a:pt x="844" y="29"/>
                    </a:cubicBezTo>
                    <a:moveTo>
                      <a:pt x="9" y="0"/>
                    </a:moveTo>
                    <a:cubicBezTo>
                      <a:pt x="6" y="0"/>
                      <a:pt x="3" y="1"/>
                      <a:pt x="0" y="1"/>
                    </a:cubicBezTo>
                    <a:cubicBezTo>
                      <a:pt x="5" y="3"/>
                      <a:pt x="9" y="5"/>
                      <a:pt x="14" y="7"/>
                    </a:cubicBezTo>
                    <a:cubicBezTo>
                      <a:pt x="16" y="7"/>
                      <a:pt x="18" y="7"/>
                      <a:pt x="20" y="6"/>
                    </a:cubicBezTo>
                    <a:cubicBezTo>
                      <a:pt x="17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4" y="3"/>
                      <a:pt x="13" y="3"/>
                      <a:pt x="13" y="3"/>
                    </a:cubicBezTo>
                    <a:cubicBezTo>
                      <a:pt x="12" y="2"/>
                      <a:pt x="10" y="1"/>
                      <a:pt x="9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7" name="AutoShape 227"/>
              <p:cNvSpPr/>
              <p:nvPr/>
            </p:nvSpPr>
            <p:spPr>
              <a:xfrm>
                <a:off x="-1330884" y="9044093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6"/>
                      <a:pt x="981" y="106"/>
                      <a:pt x="981" y="106"/>
                    </a:cubicBezTo>
                    <a:cubicBezTo>
                      <a:pt x="981" y="128"/>
                      <a:pt x="822" y="147"/>
                      <a:pt x="608" y="152"/>
                    </a:cubicBezTo>
                    <a:cubicBezTo>
                      <a:pt x="570" y="153"/>
                      <a:pt x="531" y="153"/>
                      <a:pt x="490" y="153"/>
                    </a:cubicBezTo>
                    <a:cubicBezTo>
                      <a:pt x="220" y="153"/>
                      <a:pt x="0" y="132"/>
                      <a:pt x="0" y="106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8" name="AutoShape 228"/>
              <p:cNvSpPr/>
              <p:nvPr/>
            </p:nvSpPr>
            <p:spPr>
              <a:xfrm>
                <a:off x="-1330884" y="9044093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32"/>
                      <a:pt x="220" y="153"/>
                      <a:pt x="490" y="153"/>
                    </a:cubicBezTo>
                    <a:cubicBezTo>
                      <a:pt x="761" y="153"/>
                      <a:pt x="981" y="132"/>
                      <a:pt x="981" y="106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29" name="AutoShape 229"/>
              <p:cNvSpPr/>
              <p:nvPr/>
            </p:nvSpPr>
            <p:spPr>
              <a:xfrm>
                <a:off x="-1330884" y="8992889"/>
                <a:ext cx="1262978" cy="119473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0" name="AutoShape 230"/>
              <p:cNvSpPr/>
              <p:nvPr/>
            </p:nvSpPr>
            <p:spPr>
              <a:xfrm>
                <a:off x="-249958" y="8998580"/>
                <a:ext cx="187741" cy="56891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5">
                    <a:moveTo>
                      <a:pt x="145" y="37"/>
                    </a:moveTo>
                    <a:cubicBezTo>
                      <a:pt x="141" y="37"/>
                      <a:pt x="141" y="37"/>
                      <a:pt x="141" y="37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141" y="37"/>
                      <a:pt x="141" y="37"/>
                      <a:pt x="141" y="37"/>
                    </a:cubicBezTo>
                    <a:cubicBezTo>
                      <a:pt x="141" y="43"/>
                      <a:pt x="141" y="43"/>
                      <a:pt x="141" y="43"/>
                    </a:cubicBezTo>
                    <a:cubicBezTo>
                      <a:pt x="141" y="43"/>
                      <a:pt x="141" y="43"/>
                      <a:pt x="141" y="43"/>
                    </a:cubicBezTo>
                    <a:cubicBezTo>
                      <a:pt x="141" y="43"/>
                      <a:pt x="141" y="43"/>
                      <a:pt x="141" y="43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1" y="45"/>
                      <a:pt x="141" y="45"/>
                      <a:pt x="141" y="45"/>
                    </a:cubicBezTo>
                    <a:cubicBezTo>
                      <a:pt x="142" y="44"/>
                      <a:pt x="143" y="43"/>
                      <a:pt x="144" y="42"/>
                    </a:cubicBezTo>
                    <a:cubicBezTo>
                      <a:pt x="144" y="40"/>
                      <a:pt x="145" y="39"/>
                      <a:pt x="145" y="37"/>
                    </a:cubicBezTo>
                    <a:moveTo>
                      <a:pt x="145" y="37"/>
                    </a:moveTo>
                    <a:cubicBezTo>
                      <a:pt x="145" y="37"/>
                      <a:pt x="145" y="37"/>
                      <a:pt x="145" y="37"/>
                    </a:cubicBezTo>
                    <a:cubicBezTo>
                      <a:pt x="145" y="37"/>
                      <a:pt x="145" y="37"/>
                      <a:pt x="145" y="37"/>
                    </a:cubicBezTo>
                    <a:moveTo>
                      <a:pt x="0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43" y="12"/>
                      <a:pt x="77" y="17"/>
                      <a:pt x="101" y="23"/>
                    </a:cubicBezTo>
                    <a:cubicBezTo>
                      <a:pt x="114" y="25"/>
                      <a:pt x="123" y="28"/>
                      <a:pt x="129" y="31"/>
                    </a:cubicBezTo>
                    <a:cubicBezTo>
                      <a:pt x="132" y="33"/>
                      <a:pt x="134" y="34"/>
                      <a:pt x="135" y="35"/>
                    </a:cubicBezTo>
                    <a:cubicBezTo>
                      <a:pt x="136" y="36"/>
                      <a:pt x="136" y="36"/>
                      <a:pt x="137" y="36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141" y="37"/>
                      <a:pt x="141" y="37"/>
                      <a:pt x="141" y="37"/>
                    </a:cubicBezTo>
                    <a:cubicBezTo>
                      <a:pt x="145" y="37"/>
                      <a:pt x="145" y="37"/>
                      <a:pt x="145" y="37"/>
                    </a:cubicBezTo>
                    <a:cubicBezTo>
                      <a:pt x="145" y="37"/>
                      <a:pt x="145" y="37"/>
                      <a:pt x="145" y="37"/>
                    </a:cubicBezTo>
                    <a:cubicBezTo>
                      <a:pt x="145" y="36"/>
                      <a:pt x="144" y="34"/>
                      <a:pt x="144" y="33"/>
                    </a:cubicBezTo>
                    <a:cubicBezTo>
                      <a:pt x="142" y="30"/>
                      <a:pt x="140" y="28"/>
                      <a:pt x="138" y="27"/>
                    </a:cubicBezTo>
                    <a:cubicBezTo>
                      <a:pt x="132" y="23"/>
                      <a:pt x="125" y="21"/>
                      <a:pt x="116" y="18"/>
                    </a:cubicBezTo>
                    <a:cubicBezTo>
                      <a:pt x="99" y="13"/>
                      <a:pt x="75" y="9"/>
                      <a:pt x="45" y="5"/>
                    </a:cubicBezTo>
                    <a:cubicBezTo>
                      <a:pt x="31" y="3"/>
                      <a:pt x="16" y="1"/>
                      <a:pt x="0" y="0"/>
                    </a:cubicBezTo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1" name="AutoShape 231"/>
              <p:cNvSpPr/>
              <p:nvPr/>
            </p:nvSpPr>
            <p:spPr>
              <a:xfrm>
                <a:off x="-73594" y="9044093"/>
                <a:ext cx="5691" cy="11378"/>
              </a:xfrm>
              <a:custGeom>
                <a:avLst/>
                <a:gdLst/>
                <a:ahLst/>
                <a:cxnLst/>
                <a:rect l="l" t="t" r="r" b="b"/>
                <a:pathLst>
                  <a:path w="4" h="9">
                    <a:moveTo>
                      <a:pt x="4" y="6"/>
                    </a:moveTo>
                    <a:cubicBezTo>
                      <a:pt x="4" y="7"/>
                      <a:pt x="3" y="8"/>
                      <a:pt x="2" y="9"/>
                    </a:cubicBezTo>
                    <a:cubicBezTo>
                      <a:pt x="3" y="9"/>
                      <a:pt x="3" y="9"/>
                      <a:pt x="4" y="8"/>
                    </a:cubicBezTo>
                    <a:cubicBezTo>
                      <a:pt x="4" y="6"/>
                      <a:pt x="4" y="6"/>
                      <a:pt x="4" y="6"/>
                    </a:cubicBezTo>
                    <a:moveTo>
                      <a:pt x="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2"/>
                      <a:pt x="4" y="4"/>
                      <a:pt x="4" y="6"/>
                    </a:cubicBezTo>
                    <a:cubicBezTo>
                      <a:pt x="4" y="0"/>
                      <a:pt x="4" y="0"/>
                      <a:pt x="4" y="0"/>
                    </a:cubicBezTo>
                  </a:path>
                </a:pathLst>
              </a:custGeom>
              <a:solidFill>
                <a:srgbClr val="EDCC9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2" name="AutoShape 232"/>
              <p:cNvSpPr/>
              <p:nvPr/>
            </p:nvSpPr>
            <p:spPr>
              <a:xfrm>
                <a:off x="-1285372" y="9044093"/>
                <a:ext cx="1217465" cy="68269"/>
              </a:xfrm>
              <a:custGeom>
                <a:avLst/>
                <a:gdLst/>
                <a:ahLst/>
                <a:cxnLst/>
                <a:rect l="l" t="t" r="r" b="b"/>
                <a:pathLst>
                  <a:path w="946" h="52">
                    <a:moveTo>
                      <a:pt x="943" y="1"/>
                    </a:moveTo>
                    <a:cubicBezTo>
                      <a:pt x="943" y="1"/>
                      <a:pt x="943" y="1"/>
                      <a:pt x="943" y="1"/>
                    </a:cubicBezTo>
                    <a:cubicBezTo>
                      <a:pt x="943" y="2"/>
                      <a:pt x="943" y="2"/>
                      <a:pt x="943" y="2"/>
                    </a:cubicBezTo>
                    <a:cubicBezTo>
                      <a:pt x="942" y="2"/>
                      <a:pt x="941" y="4"/>
                      <a:pt x="939" y="5"/>
                    </a:cubicBezTo>
                    <a:cubicBezTo>
                      <a:pt x="935" y="7"/>
                      <a:pt x="929" y="10"/>
                      <a:pt x="919" y="13"/>
                    </a:cubicBezTo>
                    <a:cubicBezTo>
                      <a:pt x="903" y="17"/>
                      <a:pt x="880" y="22"/>
                      <a:pt x="850" y="26"/>
                    </a:cubicBezTo>
                    <a:cubicBezTo>
                      <a:pt x="761" y="37"/>
                      <a:pt x="618" y="45"/>
                      <a:pt x="456" y="45"/>
                    </a:cubicBezTo>
                    <a:cubicBezTo>
                      <a:pt x="321" y="45"/>
                      <a:pt x="199" y="40"/>
                      <a:pt x="110" y="31"/>
                    </a:cubicBezTo>
                    <a:cubicBezTo>
                      <a:pt x="102" y="30"/>
                      <a:pt x="94" y="29"/>
                      <a:pt x="87" y="29"/>
                    </a:cubicBezTo>
                    <a:cubicBezTo>
                      <a:pt x="56" y="27"/>
                      <a:pt x="27" y="25"/>
                      <a:pt x="0" y="23"/>
                    </a:cubicBezTo>
                    <a:cubicBezTo>
                      <a:pt x="16" y="27"/>
                      <a:pt x="37" y="30"/>
                      <a:pt x="62" y="34"/>
                    </a:cubicBezTo>
                    <a:cubicBezTo>
                      <a:pt x="152" y="45"/>
                      <a:pt x="295" y="53"/>
                      <a:pt x="456" y="53"/>
                    </a:cubicBezTo>
                    <a:cubicBezTo>
                      <a:pt x="592" y="53"/>
                      <a:pt x="715" y="48"/>
                      <a:pt x="804" y="39"/>
                    </a:cubicBezTo>
                    <a:cubicBezTo>
                      <a:pt x="848" y="35"/>
                      <a:pt x="884" y="29"/>
                      <a:pt x="909" y="24"/>
                    </a:cubicBezTo>
                    <a:cubicBezTo>
                      <a:pt x="922" y="21"/>
                      <a:pt x="932" y="18"/>
                      <a:pt x="939" y="14"/>
                    </a:cubicBezTo>
                    <a:cubicBezTo>
                      <a:pt x="941" y="13"/>
                      <a:pt x="944" y="12"/>
                      <a:pt x="945" y="10"/>
                    </a:cubicBezTo>
                    <a:cubicBezTo>
                      <a:pt x="946" y="9"/>
                      <a:pt x="947" y="8"/>
                      <a:pt x="947" y="7"/>
                    </a:cubicBezTo>
                    <a:cubicBezTo>
                      <a:pt x="947" y="7"/>
                      <a:pt x="947" y="7"/>
                      <a:pt x="947" y="7"/>
                    </a:cubicBezTo>
                    <a:cubicBezTo>
                      <a:pt x="947" y="7"/>
                      <a:pt x="947" y="7"/>
                      <a:pt x="947" y="7"/>
                    </a:cubicBezTo>
                    <a:cubicBezTo>
                      <a:pt x="947" y="5"/>
                      <a:pt x="946" y="3"/>
                      <a:pt x="943" y="1"/>
                    </a:cubicBezTo>
                    <a:cubicBezTo>
                      <a:pt x="943" y="1"/>
                      <a:pt x="943" y="1"/>
                      <a:pt x="943" y="1"/>
                    </a:cubicBezTo>
                    <a:moveTo>
                      <a:pt x="943" y="0"/>
                    </a:moveTo>
                    <a:cubicBezTo>
                      <a:pt x="943" y="1"/>
                      <a:pt x="943" y="1"/>
                      <a:pt x="943" y="1"/>
                    </a:cubicBezTo>
                    <a:cubicBezTo>
                      <a:pt x="943" y="1"/>
                      <a:pt x="943" y="1"/>
                      <a:pt x="943" y="1"/>
                    </a:cubicBezTo>
                    <a:cubicBezTo>
                      <a:pt x="943" y="1"/>
                      <a:pt x="943" y="1"/>
                      <a:pt x="943" y="1"/>
                    </a:cubicBezTo>
                    <a:cubicBezTo>
                      <a:pt x="943" y="1"/>
                      <a:pt x="943" y="1"/>
                      <a:pt x="943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3" name="AutoShape 233"/>
              <p:cNvSpPr/>
              <p:nvPr/>
            </p:nvSpPr>
            <p:spPr>
              <a:xfrm>
                <a:off x="-1268302" y="8998580"/>
                <a:ext cx="1143509" cy="91026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4" name="AutoShape 234"/>
              <p:cNvSpPr/>
              <p:nvPr/>
            </p:nvSpPr>
            <p:spPr>
              <a:xfrm>
                <a:off x="-1512935" y="8890486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981" y="0"/>
                    </a:moveTo>
                    <a:cubicBezTo>
                      <a:pt x="981" y="105"/>
                      <a:pt x="981" y="105"/>
                      <a:pt x="981" y="105"/>
                    </a:cubicBezTo>
                    <a:cubicBezTo>
                      <a:pt x="981" y="128"/>
                      <a:pt x="822" y="147"/>
                      <a:pt x="608" y="152"/>
                    </a:cubicBezTo>
                    <a:cubicBezTo>
                      <a:pt x="570" y="153"/>
                      <a:pt x="531" y="153"/>
                      <a:pt x="490" y="153"/>
                    </a:cubicBezTo>
                    <a:cubicBezTo>
                      <a:pt x="219" y="153"/>
                      <a:pt x="0" y="132"/>
                      <a:pt x="0" y="10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81" y="0"/>
                      <a:pt x="981" y="0"/>
                      <a:pt x="981" y="0"/>
                    </a:cubicBezTo>
                  </a:path>
                </a:pathLst>
              </a:custGeom>
              <a:solidFill>
                <a:srgbClr val="FEC866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5" name="AutoShape 235"/>
              <p:cNvSpPr/>
              <p:nvPr/>
            </p:nvSpPr>
            <p:spPr>
              <a:xfrm>
                <a:off x="-1512935" y="8890486"/>
                <a:ext cx="1262978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981" h="153">
                    <a:moveTo>
                      <a:pt x="0" y="0"/>
                    </a:move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32"/>
                      <a:pt x="219" y="153"/>
                      <a:pt x="490" y="153"/>
                    </a:cubicBezTo>
                    <a:cubicBezTo>
                      <a:pt x="761" y="153"/>
                      <a:pt x="981" y="132"/>
                      <a:pt x="981" y="105"/>
                    </a:cubicBezTo>
                    <a:cubicBezTo>
                      <a:pt x="981" y="0"/>
                      <a:pt x="981" y="0"/>
                      <a:pt x="981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FA01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6" name="AutoShape 236"/>
              <p:cNvSpPr/>
              <p:nvPr/>
            </p:nvSpPr>
            <p:spPr>
              <a:xfrm>
                <a:off x="-1512935" y="8896177"/>
                <a:ext cx="1262978" cy="62582"/>
              </a:xfrm>
              <a:custGeom>
                <a:avLst/>
                <a:gdLst/>
                <a:ahLst/>
                <a:cxnLst/>
                <a:rect l="l" t="t" r="r" b="b"/>
                <a:pathLst>
                  <a:path w="981" h="50">
                    <a:moveTo>
                      <a:pt x="980" y="0"/>
                    </a:moveTo>
                    <a:cubicBezTo>
                      <a:pt x="965" y="25"/>
                      <a:pt x="751" y="45"/>
                      <a:pt x="490" y="45"/>
                    </a:cubicBezTo>
                    <a:cubicBezTo>
                      <a:pt x="229" y="45"/>
                      <a:pt x="15" y="25"/>
                      <a:pt x="1" y="0"/>
                    </a:cubicBezTo>
                    <a:cubicBezTo>
                      <a:pt x="0" y="1"/>
                      <a:pt x="0" y="2"/>
                      <a:pt x="0" y="3"/>
                    </a:cubicBezTo>
                    <a:cubicBezTo>
                      <a:pt x="0" y="29"/>
                      <a:pt x="219" y="50"/>
                      <a:pt x="490" y="50"/>
                    </a:cubicBezTo>
                    <a:cubicBezTo>
                      <a:pt x="761" y="50"/>
                      <a:pt x="981" y="29"/>
                      <a:pt x="981" y="3"/>
                    </a:cubicBezTo>
                    <a:cubicBezTo>
                      <a:pt x="981" y="3"/>
                      <a:pt x="981" y="3"/>
                      <a:pt x="981" y="3"/>
                    </a:cubicBezTo>
                    <a:cubicBezTo>
                      <a:pt x="981" y="2"/>
                      <a:pt x="980" y="1"/>
                      <a:pt x="980" y="0"/>
                    </a:cubicBezTo>
                  </a:path>
                </a:pathLst>
              </a:custGeom>
              <a:solidFill>
                <a:srgbClr val="E5B76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7" name="AutoShape 237"/>
              <p:cNvSpPr/>
              <p:nvPr/>
            </p:nvSpPr>
            <p:spPr>
              <a:xfrm>
                <a:off x="-1512935" y="8827907"/>
                <a:ext cx="1262978" cy="125160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8" name="AutoShape 238"/>
              <p:cNvSpPr/>
              <p:nvPr/>
            </p:nvSpPr>
            <p:spPr>
              <a:xfrm>
                <a:off x="-1456045" y="8839286"/>
                <a:ext cx="1149196" cy="102404"/>
              </a:xfrm>
              <a:custGeom>
                <a:avLst/>
                <a:gdLst/>
                <a:ahLst/>
                <a:cxnLst/>
                <a:rect l="l" t="t" r="r" b="b"/>
                <a:pathLst>
                  <a:path w="894" h="80">
                    <a:moveTo>
                      <a:pt x="894" y="40"/>
                    </a:moveTo>
                    <a:cubicBezTo>
                      <a:pt x="894" y="40"/>
                      <a:pt x="894" y="40"/>
                      <a:pt x="894" y="40"/>
                    </a:cubicBezTo>
                    <a:cubicBezTo>
                      <a:pt x="894" y="40"/>
                      <a:pt x="894" y="40"/>
                      <a:pt x="894" y="40"/>
                    </a:cubicBezTo>
                    <a:moveTo>
                      <a:pt x="8" y="40"/>
                    </a:moveTo>
                    <a:cubicBezTo>
                      <a:pt x="8" y="39"/>
                      <a:pt x="9" y="38"/>
                      <a:pt x="11" y="38"/>
                    </a:cubicBezTo>
                    <a:cubicBezTo>
                      <a:pt x="14" y="36"/>
                      <a:pt x="20" y="34"/>
                      <a:pt x="28" y="32"/>
                    </a:cubicBezTo>
                    <a:cubicBezTo>
                      <a:pt x="58" y="25"/>
                      <a:pt x="114" y="19"/>
                      <a:pt x="187" y="14"/>
                    </a:cubicBezTo>
                    <a:cubicBezTo>
                      <a:pt x="260" y="10"/>
                      <a:pt x="350" y="8"/>
                      <a:pt x="447" y="8"/>
                    </a:cubicBezTo>
                    <a:cubicBezTo>
                      <a:pt x="569" y="8"/>
                      <a:pt x="680" y="12"/>
                      <a:pt x="760" y="18"/>
                    </a:cubicBezTo>
                    <a:cubicBezTo>
                      <a:pt x="800" y="21"/>
                      <a:pt x="833" y="25"/>
                      <a:pt x="855" y="29"/>
                    </a:cubicBezTo>
                    <a:cubicBezTo>
                      <a:pt x="866" y="32"/>
                      <a:pt x="875" y="34"/>
                      <a:pt x="880" y="36"/>
                    </a:cubicBezTo>
                    <a:cubicBezTo>
                      <a:pt x="883" y="37"/>
                      <a:pt x="885" y="38"/>
                      <a:pt x="886" y="39"/>
                    </a:cubicBezTo>
                    <a:cubicBezTo>
                      <a:pt x="886" y="39"/>
                      <a:pt x="886" y="39"/>
                      <a:pt x="886" y="40"/>
                    </a:cubicBezTo>
                    <a:cubicBezTo>
                      <a:pt x="886" y="40"/>
                      <a:pt x="885" y="41"/>
                      <a:pt x="884" y="41"/>
                    </a:cubicBezTo>
                    <a:cubicBezTo>
                      <a:pt x="880" y="43"/>
                      <a:pt x="874" y="45"/>
                      <a:pt x="866" y="47"/>
                    </a:cubicBezTo>
                    <a:cubicBezTo>
                      <a:pt x="837" y="54"/>
                      <a:pt x="780" y="61"/>
                      <a:pt x="707" y="65"/>
                    </a:cubicBezTo>
                    <a:cubicBezTo>
                      <a:pt x="634" y="69"/>
                      <a:pt x="544" y="72"/>
                      <a:pt x="447" y="72"/>
                    </a:cubicBezTo>
                    <a:cubicBezTo>
                      <a:pt x="325" y="72"/>
                      <a:pt x="214" y="68"/>
                      <a:pt x="134" y="61"/>
                    </a:cubicBezTo>
                    <a:cubicBezTo>
                      <a:pt x="94" y="58"/>
                      <a:pt x="62" y="54"/>
                      <a:pt x="39" y="50"/>
                    </a:cubicBezTo>
                    <a:cubicBezTo>
                      <a:pt x="28" y="48"/>
                      <a:pt x="20" y="45"/>
                      <a:pt x="14" y="43"/>
                    </a:cubicBezTo>
                    <a:cubicBezTo>
                      <a:pt x="12" y="42"/>
                      <a:pt x="10" y="41"/>
                      <a:pt x="9" y="40"/>
                    </a:cubicBezTo>
                    <a:cubicBezTo>
                      <a:pt x="8" y="40"/>
                      <a:pt x="8" y="40"/>
                      <a:pt x="8" y="40"/>
                    </a:cubicBezTo>
                    <a:moveTo>
                      <a:pt x="447" y="0"/>
                    </a:moveTo>
                    <a:cubicBezTo>
                      <a:pt x="325" y="0"/>
                      <a:pt x="214" y="4"/>
                      <a:pt x="133" y="10"/>
                    </a:cubicBezTo>
                    <a:cubicBezTo>
                      <a:pt x="93" y="13"/>
                      <a:pt x="61" y="17"/>
                      <a:pt x="38" y="22"/>
                    </a:cubicBezTo>
                    <a:cubicBezTo>
                      <a:pt x="27" y="24"/>
                      <a:pt x="18" y="26"/>
                      <a:pt x="11" y="29"/>
                    </a:cubicBezTo>
                    <a:cubicBezTo>
                      <a:pt x="8" y="30"/>
                      <a:pt x="6" y="31"/>
                      <a:pt x="4" y="33"/>
                    </a:cubicBezTo>
                    <a:cubicBezTo>
                      <a:pt x="3" y="34"/>
                      <a:pt x="2" y="35"/>
                      <a:pt x="1" y="36"/>
                    </a:cubicBezTo>
                    <a:cubicBezTo>
                      <a:pt x="0" y="37"/>
                      <a:pt x="0" y="38"/>
                      <a:pt x="0" y="40"/>
                    </a:cubicBezTo>
                    <a:cubicBezTo>
                      <a:pt x="0" y="41"/>
                      <a:pt x="0" y="42"/>
                      <a:pt x="1" y="44"/>
                    </a:cubicBezTo>
                    <a:cubicBezTo>
                      <a:pt x="2" y="46"/>
                      <a:pt x="4" y="47"/>
                      <a:pt x="7" y="49"/>
                    </a:cubicBezTo>
                    <a:cubicBezTo>
                      <a:pt x="11" y="51"/>
                      <a:pt x="18" y="53"/>
                      <a:pt x="27" y="55"/>
                    </a:cubicBezTo>
                    <a:cubicBezTo>
                      <a:pt x="57" y="62"/>
                      <a:pt x="113" y="68"/>
                      <a:pt x="187" y="73"/>
                    </a:cubicBezTo>
                    <a:cubicBezTo>
                      <a:pt x="260" y="77"/>
                      <a:pt x="350" y="80"/>
                      <a:pt x="447" y="80"/>
                    </a:cubicBezTo>
                    <a:cubicBezTo>
                      <a:pt x="570" y="80"/>
                      <a:pt x="681" y="76"/>
                      <a:pt x="761" y="69"/>
                    </a:cubicBezTo>
                    <a:cubicBezTo>
                      <a:pt x="801" y="66"/>
                      <a:pt x="834" y="62"/>
                      <a:pt x="856" y="58"/>
                    </a:cubicBezTo>
                    <a:cubicBezTo>
                      <a:pt x="868" y="55"/>
                      <a:pt x="877" y="53"/>
                      <a:pt x="883" y="51"/>
                    </a:cubicBezTo>
                    <a:cubicBezTo>
                      <a:pt x="886" y="49"/>
                      <a:pt x="889" y="48"/>
                      <a:pt x="891" y="46"/>
                    </a:cubicBezTo>
                    <a:cubicBezTo>
                      <a:pt x="892" y="46"/>
                      <a:pt x="893" y="45"/>
                      <a:pt x="893" y="44"/>
                    </a:cubicBezTo>
                    <a:cubicBezTo>
                      <a:pt x="894" y="42"/>
                      <a:pt x="894" y="41"/>
                      <a:pt x="894" y="40"/>
                    </a:cubicBezTo>
                    <a:cubicBezTo>
                      <a:pt x="890" y="40"/>
                      <a:pt x="890" y="40"/>
                      <a:pt x="890" y="40"/>
                    </a:cubicBezTo>
                    <a:cubicBezTo>
                      <a:pt x="887" y="40"/>
                      <a:pt x="887" y="40"/>
                      <a:pt x="887" y="40"/>
                    </a:cubicBezTo>
                    <a:cubicBezTo>
                      <a:pt x="887" y="40"/>
                      <a:pt x="887" y="40"/>
                      <a:pt x="887" y="40"/>
                    </a:cubicBezTo>
                    <a:cubicBezTo>
                      <a:pt x="890" y="40"/>
                      <a:pt x="890" y="40"/>
                      <a:pt x="890" y="40"/>
                    </a:cubicBezTo>
                    <a:cubicBezTo>
                      <a:pt x="894" y="40"/>
                      <a:pt x="894" y="40"/>
                      <a:pt x="894" y="40"/>
                    </a:cubicBezTo>
                    <a:cubicBezTo>
                      <a:pt x="894" y="40"/>
                      <a:pt x="894" y="40"/>
                      <a:pt x="894" y="40"/>
                    </a:cubicBezTo>
                    <a:cubicBezTo>
                      <a:pt x="894" y="38"/>
                      <a:pt x="894" y="37"/>
                      <a:pt x="893" y="36"/>
                    </a:cubicBezTo>
                    <a:cubicBezTo>
                      <a:pt x="892" y="33"/>
                      <a:pt x="890" y="32"/>
                      <a:pt x="887" y="31"/>
                    </a:cubicBezTo>
                    <a:cubicBezTo>
                      <a:pt x="883" y="28"/>
                      <a:pt x="876" y="26"/>
                      <a:pt x="868" y="24"/>
                    </a:cubicBezTo>
                    <a:cubicBezTo>
                      <a:pt x="837" y="17"/>
                      <a:pt x="781" y="11"/>
                      <a:pt x="708" y="6"/>
                    </a:cubicBezTo>
                    <a:cubicBezTo>
                      <a:pt x="635" y="2"/>
                      <a:pt x="544" y="0"/>
                      <a:pt x="447" y="0"/>
                    </a:cubicBezTo>
                  </a:path>
                </a:pathLst>
              </a:custGeom>
              <a:solidFill>
                <a:srgbClr val="FDD78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39" name="AutoShape 239"/>
              <p:cNvSpPr/>
              <p:nvPr/>
            </p:nvSpPr>
            <p:spPr>
              <a:xfrm>
                <a:off x="-2212691" y="9721093"/>
                <a:ext cx="1280047" cy="73389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571">
                    <a:moveTo>
                      <a:pt x="686" y="0"/>
                    </a:moveTo>
                    <a:cubicBezTo>
                      <a:pt x="673" y="9"/>
                      <a:pt x="660" y="18"/>
                      <a:pt x="647" y="27"/>
                    </a:cubicBezTo>
                    <a:cubicBezTo>
                      <a:pt x="587" y="68"/>
                      <a:pt x="523" y="102"/>
                      <a:pt x="457" y="130"/>
                    </a:cubicBezTo>
                    <a:cubicBezTo>
                      <a:pt x="390" y="159"/>
                      <a:pt x="319" y="181"/>
                      <a:pt x="247" y="195"/>
                    </a:cubicBezTo>
                    <a:cubicBezTo>
                      <a:pt x="181" y="209"/>
                      <a:pt x="112" y="217"/>
                      <a:pt x="44" y="218"/>
                    </a:cubicBezTo>
                    <a:cubicBezTo>
                      <a:pt x="44" y="218"/>
                      <a:pt x="44" y="218"/>
                      <a:pt x="44" y="218"/>
                    </a:cubicBezTo>
                    <a:cubicBezTo>
                      <a:pt x="36" y="218"/>
                      <a:pt x="28" y="219"/>
                      <a:pt x="21" y="219"/>
                    </a:cubicBezTo>
                    <a:cubicBezTo>
                      <a:pt x="14" y="219"/>
                      <a:pt x="7" y="218"/>
                      <a:pt x="0" y="218"/>
                    </a:cubicBezTo>
                    <a:cubicBezTo>
                      <a:pt x="67" y="423"/>
                      <a:pt x="259" y="571"/>
                      <a:pt x="486" y="571"/>
                    </a:cubicBezTo>
                    <a:cubicBezTo>
                      <a:pt x="746" y="571"/>
                      <a:pt x="961" y="376"/>
                      <a:pt x="993" y="125"/>
                    </a:cubicBezTo>
                    <a:cubicBezTo>
                      <a:pt x="878" y="120"/>
                      <a:pt x="784" y="111"/>
                      <a:pt x="732" y="100"/>
                    </a:cubicBezTo>
                    <a:cubicBezTo>
                      <a:pt x="711" y="96"/>
                      <a:pt x="696" y="91"/>
                      <a:pt x="690" y="86"/>
                    </a:cubicBezTo>
                    <a:cubicBezTo>
                      <a:pt x="687" y="84"/>
                      <a:pt x="686" y="82"/>
                      <a:pt x="686" y="80"/>
                    </a:cubicBezTo>
                    <a:cubicBezTo>
                      <a:pt x="686" y="0"/>
                      <a:pt x="686" y="0"/>
                      <a:pt x="686" y="0"/>
                    </a:cubicBezTo>
                  </a:path>
                </a:pathLst>
              </a:custGeom>
              <a:solidFill>
                <a:srgbClr val="E2E0E0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0" name="AutoShape 240"/>
              <p:cNvSpPr/>
              <p:nvPr/>
            </p:nvSpPr>
            <p:spPr>
              <a:xfrm>
                <a:off x="-2161492" y="9140806"/>
                <a:ext cx="1001280" cy="745273"/>
              </a:xfrm>
              <a:custGeom>
                <a:avLst/>
                <a:gdLst/>
                <a:ahLst/>
                <a:cxnLst/>
                <a:rect l="l" t="t" r="r" b="b"/>
                <a:pathLst>
                  <a:path w="775" h="580">
                    <a:moveTo>
                      <a:pt x="444" y="0"/>
                    </a:moveTo>
                    <a:cubicBezTo>
                      <a:pt x="382" y="0"/>
                      <a:pt x="322" y="11"/>
                      <a:pt x="266" y="31"/>
                    </a:cubicBezTo>
                    <a:cubicBezTo>
                      <a:pt x="290" y="74"/>
                      <a:pt x="290" y="74"/>
                      <a:pt x="290" y="74"/>
                    </a:cubicBezTo>
                    <a:cubicBezTo>
                      <a:pt x="251" y="97"/>
                      <a:pt x="251" y="97"/>
                      <a:pt x="251" y="97"/>
                    </a:cubicBezTo>
                    <a:cubicBezTo>
                      <a:pt x="223" y="50"/>
                      <a:pt x="223" y="50"/>
                      <a:pt x="223" y="50"/>
                    </a:cubicBezTo>
                    <a:cubicBezTo>
                      <a:pt x="130" y="95"/>
                      <a:pt x="52" y="167"/>
                      <a:pt x="0" y="257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14" y="284"/>
                      <a:pt x="25" y="295"/>
                      <a:pt x="25" y="309"/>
                    </a:cubicBezTo>
                    <a:cubicBezTo>
                      <a:pt x="25" y="465"/>
                      <a:pt x="25" y="465"/>
                      <a:pt x="25" y="465"/>
                    </a:cubicBezTo>
                    <a:cubicBezTo>
                      <a:pt x="25" y="479"/>
                      <a:pt x="14" y="491"/>
                      <a:pt x="0" y="491"/>
                    </a:cubicBezTo>
                    <a:cubicBezTo>
                      <a:pt x="0" y="491"/>
                      <a:pt x="0" y="491"/>
                      <a:pt x="0" y="491"/>
                    </a:cubicBezTo>
                    <a:cubicBezTo>
                      <a:pt x="0" y="491"/>
                      <a:pt x="0" y="491"/>
                      <a:pt x="0" y="491"/>
                    </a:cubicBezTo>
                    <a:cubicBezTo>
                      <a:pt x="0" y="580"/>
                      <a:pt x="0" y="580"/>
                      <a:pt x="0" y="580"/>
                    </a:cubicBezTo>
                    <a:cubicBezTo>
                      <a:pt x="224" y="575"/>
                      <a:pt x="430" y="500"/>
                      <a:pt x="597" y="374"/>
                    </a:cubicBezTo>
                    <a:cubicBezTo>
                      <a:pt x="597" y="302"/>
                      <a:pt x="597" y="302"/>
                      <a:pt x="597" y="302"/>
                    </a:cubicBezTo>
                    <a:cubicBezTo>
                      <a:pt x="597" y="302"/>
                      <a:pt x="597" y="302"/>
                      <a:pt x="597" y="302"/>
                    </a:cubicBezTo>
                    <a:cubicBezTo>
                      <a:pt x="597" y="290"/>
                      <a:pt x="641" y="279"/>
                      <a:pt x="714" y="271"/>
                    </a:cubicBezTo>
                    <a:cubicBezTo>
                      <a:pt x="735" y="249"/>
                      <a:pt x="756" y="227"/>
                      <a:pt x="775" y="203"/>
                    </a:cubicBezTo>
                    <a:cubicBezTo>
                      <a:pt x="729" y="200"/>
                      <a:pt x="688" y="197"/>
                      <a:pt x="654" y="192"/>
                    </a:cubicBezTo>
                    <a:cubicBezTo>
                      <a:pt x="654" y="199"/>
                      <a:pt x="651" y="206"/>
                      <a:pt x="646" y="212"/>
                    </a:cubicBezTo>
                    <a:cubicBezTo>
                      <a:pt x="641" y="217"/>
                      <a:pt x="634" y="219"/>
                      <a:pt x="627" y="219"/>
                    </a:cubicBezTo>
                    <a:cubicBezTo>
                      <a:pt x="621" y="219"/>
                      <a:pt x="614" y="217"/>
                      <a:pt x="609" y="212"/>
                    </a:cubicBezTo>
                    <a:cubicBezTo>
                      <a:pt x="575" y="178"/>
                      <a:pt x="575" y="178"/>
                      <a:pt x="575" y="178"/>
                    </a:cubicBezTo>
                    <a:cubicBezTo>
                      <a:pt x="575" y="178"/>
                      <a:pt x="575" y="178"/>
                      <a:pt x="574" y="178"/>
                    </a:cubicBezTo>
                    <a:cubicBezTo>
                      <a:pt x="565" y="175"/>
                      <a:pt x="558" y="172"/>
                      <a:pt x="554" y="170"/>
                    </a:cubicBezTo>
                    <a:cubicBezTo>
                      <a:pt x="554" y="170"/>
                      <a:pt x="554" y="170"/>
                      <a:pt x="554" y="169"/>
                    </a:cubicBezTo>
                    <a:cubicBezTo>
                      <a:pt x="554" y="169"/>
                      <a:pt x="554" y="169"/>
                      <a:pt x="554" y="169"/>
                    </a:cubicBezTo>
                    <a:cubicBezTo>
                      <a:pt x="551" y="167"/>
                      <a:pt x="550" y="165"/>
                      <a:pt x="550" y="163"/>
                    </a:cubicBezTo>
                    <a:cubicBezTo>
                      <a:pt x="550" y="153"/>
                      <a:pt x="550" y="153"/>
                      <a:pt x="550" y="153"/>
                    </a:cubicBezTo>
                    <a:cubicBezTo>
                      <a:pt x="499" y="102"/>
                      <a:pt x="499" y="102"/>
                      <a:pt x="499" y="102"/>
                    </a:cubicBezTo>
                    <a:cubicBezTo>
                      <a:pt x="489" y="92"/>
                      <a:pt x="489" y="75"/>
                      <a:pt x="499" y="65"/>
                    </a:cubicBezTo>
                    <a:cubicBezTo>
                      <a:pt x="504" y="60"/>
                      <a:pt x="511" y="57"/>
                      <a:pt x="517" y="57"/>
                    </a:cubicBezTo>
                    <a:cubicBezTo>
                      <a:pt x="524" y="57"/>
                      <a:pt x="531" y="60"/>
                      <a:pt x="536" y="65"/>
                    </a:cubicBezTo>
                    <a:cubicBezTo>
                      <a:pt x="550" y="79"/>
                      <a:pt x="550" y="79"/>
                      <a:pt x="550" y="79"/>
                    </a:cubicBezTo>
                    <a:cubicBezTo>
                      <a:pt x="550" y="58"/>
                      <a:pt x="550" y="58"/>
                      <a:pt x="550" y="58"/>
                    </a:cubicBezTo>
                    <a:cubicBezTo>
                      <a:pt x="550" y="58"/>
                      <a:pt x="550" y="58"/>
                      <a:pt x="550" y="58"/>
                    </a:cubicBezTo>
                    <a:cubicBezTo>
                      <a:pt x="550" y="48"/>
                      <a:pt x="577" y="40"/>
                      <a:pt x="625" y="32"/>
                    </a:cubicBezTo>
                    <a:cubicBezTo>
                      <a:pt x="569" y="11"/>
                      <a:pt x="508" y="0"/>
                      <a:pt x="444" y="0"/>
                    </a:cubicBezTo>
                  </a:path>
                </a:pathLst>
              </a:custGeom>
              <a:solidFill>
                <a:srgbClr val="CECDCD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1" name="AutoShape 241"/>
              <p:cNvSpPr/>
              <p:nvPr/>
            </p:nvSpPr>
            <p:spPr>
              <a:xfrm>
                <a:off x="-2161492" y="9402504"/>
                <a:ext cx="1058171" cy="603044"/>
              </a:xfrm>
              <a:custGeom>
                <a:avLst/>
                <a:gdLst/>
                <a:ahLst/>
                <a:cxnLst/>
                <a:rect l="l" t="t" r="r" b="b"/>
                <a:pathLst>
                  <a:path w="820" h="467">
                    <a:moveTo>
                      <a:pt x="598" y="171"/>
                    </a:moveTo>
                    <a:cubicBezTo>
                      <a:pt x="431" y="297"/>
                      <a:pt x="225" y="372"/>
                      <a:pt x="1" y="377"/>
                    </a:cubicBezTo>
                    <a:cubicBezTo>
                      <a:pt x="1" y="377"/>
                      <a:pt x="1" y="377"/>
                      <a:pt x="1" y="377"/>
                    </a:cubicBezTo>
                    <a:cubicBezTo>
                      <a:pt x="0" y="377"/>
                      <a:pt x="0" y="377"/>
                      <a:pt x="0" y="377"/>
                    </a:cubicBezTo>
                    <a:cubicBezTo>
                      <a:pt x="1" y="377"/>
                      <a:pt x="2" y="377"/>
                      <a:pt x="3" y="377"/>
                    </a:cubicBezTo>
                    <a:cubicBezTo>
                      <a:pt x="3" y="467"/>
                      <a:pt x="3" y="467"/>
                      <a:pt x="3" y="467"/>
                    </a:cubicBezTo>
                    <a:cubicBezTo>
                      <a:pt x="71" y="466"/>
                      <a:pt x="140" y="458"/>
                      <a:pt x="206" y="444"/>
                    </a:cubicBezTo>
                    <a:cubicBezTo>
                      <a:pt x="278" y="430"/>
                      <a:pt x="349" y="408"/>
                      <a:pt x="416" y="379"/>
                    </a:cubicBezTo>
                    <a:cubicBezTo>
                      <a:pt x="482" y="351"/>
                      <a:pt x="546" y="317"/>
                      <a:pt x="606" y="276"/>
                    </a:cubicBezTo>
                    <a:cubicBezTo>
                      <a:pt x="619" y="267"/>
                      <a:pt x="632" y="258"/>
                      <a:pt x="645" y="249"/>
                    </a:cubicBezTo>
                    <a:cubicBezTo>
                      <a:pt x="645" y="225"/>
                      <a:pt x="645" y="225"/>
                      <a:pt x="645" y="225"/>
                    </a:cubicBezTo>
                    <a:cubicBezTo>
                      <a:pt x="645" y="225"/>
                      <a:pt x="644" y="225"/>
                      <a:pt x="644" y="225"/>
                    </a:cubicBezTo>
                    <a:cubicBezTo>
                      <a:pt x="623" y="220"/>
                      <a:pt x="608" y="215"/>
                      <a:pt x="602" y="210"/>
                    </a:cubicBezTo>
                    <a:cubicBezTo>
                      <a:pt x="599" y="208"/>
                      <a:pt x="598" y="206"/>
                      <a:pt x="598" y="204"/>
                    </a:cubicBezTo>
                    <a:cubicBezTo>
                      <a:pt x="598" y="171"/>
                      <a:pt x="598" y="171"/>
                      <a:pt x="598" y="171"/>
                    </a:cubicBezTo>
                    <a:moveTo>
                      <a:pt x="776" y="0"/>
                    </a:moveTo>
                    <a:cubicBezTo>
                      <a:pt x="757" y="24"/>
                      <a:pt x="736" y="46"/>
                      <a:pt x="715" y="68"/>
                    </a:cubicBezTo>
                    <a:cubicBezTo>
                      <a:pt x="746" y="65"/>
                      <a:pt x="781" y="62"/>
                      <a:pt x="820" y="59"/>
                    </a:cubicBezTo>
                    <a:cubicBezTo>
                      <a:pt x="820" y="3"/>
                      <a:pt x="820" y="3"/>
                      <a:pt x="820" y="3"/>
                    </a:cubicBezTo>
                    <a:cubicBezTo>
                      <a:pt x="805" y="2"/>
                      <a:pt x="790" y="1"/>
                      <a:pt x="776" y="0"/>
                    </a:cubicBezTo>
                  </a:path>
                </a:pathLst>
              </a:custGeom>
              <a:solidFill>
                <a:srgbClr val="2E353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2" name="AutoShape 242"/>
              <p:cNvSpPr/>
              <p:nvPr/>
            </p:nvSpPr>
            <p:spPr>
              <a:xfrm>
                <a:off x="-1871347" y="9180631"/>
                <a:ext cx="85338" cy="85338"/>
              </a:xfrm>
              <a:custGeom>
                <a:avLst/>
                <a:gdLst/>
                <a:ahLst/>
                <a:cxnLst/>
                <a:rect l="l" t="t" r="r" b="b"/>
                <a:pathLst>
                  <a:path w="67" h="66">
                    <a:moveTo>
                      <a:pt x="43" y="0"/>
                    </a:moveTo>
                    <a:cubicBezTo>
                      <a:pt x="29" y="6"/>
                      <a:pt x="14" y="12"/>
                      <a:pt x="0" y="19"/>
                    </a:cubicBezTo>
                    <a:cubicBezTo>
                      <a:pt x="28" y="66"/>
                      <a:pt x="28" y="66"/>
                      <a:pt x="28" y="66"/>
                    </a:cubicBezTo>
                    <a:cubicBezTo>
                      <a:pt x="67" y="43"/>
                      <a:pt x="67" y="43"/>
                      <a:pt x="67" y="43"/>
                    </a:cubicBezTo>
                    <a:cubicBezTo>
                      <a:pt x="43" y="0"/>
                      <a:pt x="43" y="0"/>
                      <a:pt x="43" y="0"/>
                    </a:cubicBezTo>
                  </a:path>
                </a:pathLst>
              </a:custGeom>
              <a:solidFill>
                <a:srgbClr val="D77B53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3" name="AutoShape 243"/>
              <p:cNvSpPr/>
              <p:nvPr/>
            </p:nvSpPr>
            <p:spPr>
              <a:xfrm>
                <a:off x="-1530001" y="9214766"/>
                <a:ext cx="210498" cy="210498"/>
              </a:xfrm>
              <a:custGeom>
                <a:avLst/>
                <a:gdLst/>
                <a:ahLst/>
                <a:cxnLst/>
                <a:rect l="l" t="t" r="r" b="b"/>
                <a:pathLst>
                  <a:path w="165" h="162">
                    <a:moveTo>
                      <a:pt x="86" y="121"/>
                    </a:moveTo>
                    <a:cubicBezTo>
                      <a:pt x="120" y="155"/>
                      <a:pt x="120" y="155"/>
                      <a:pt x="120" y="155"/>
                    </a:cubicBezTo>
                    <a:cubicBezTo>
                      <a:pt x="125" y="160"/>
                      <a:pt x="132" y="162"/>
                      <a:pt x="138" y="162"/>
                    </a:cubicBezTo>
                    <a:cubicBezTo>
                      <a:pt x="145" y="162"/>
                      <a:pt x="152" y="160"/>
                      <a:pt x="157" y="155"/>
                    </a:cubicBezTo>
                    <a:cubicBezTo>
                      <a:pt x="162" y="149"/>
                      <a:pt x="165" y="142"/>
                      <a:pt x="165" y="135"/>
                    </a:cubicBezTo>
                    <a:cubicBezTo>
                      <a:pt x="131" y="131"/>
                      <a:pt x="104" y="126"/>
                      <a:pt x="86" y="121"/>
                    </a:cubicBezTo>
                    <a:moveTo>
                      <a:pt x="28" y="0"/>
                    </a:moveTo>
                    <a:cubicBezTo>
                      <a:pt x="22" y="0"/>
                      <a:pt x="15" y="3"/>
                      <a:pt x="10" y="8"/>
                    </a:cubicBezTo>
                    <a:cubicBezTo>
                      <a:pt x="0" y="18"/>
                      <a:pt x="0" y="35"/>
                      <a:pt x="10" y="45"/>
                    </a:cubicBezTo>
                    <a:cubicBezTo>
                      <a:pt x="61" y="96"/>
                      <a:pt x="61" y="96"/>
                      <a:pt x="61" y="96"/>
                    </a:cubicBezTo>
                    <a:cubicBezTo>
                      <a:pt x="61" y="22"/>
                      <a:pt x="61" y="22"/>
                      <a:pt x="61" y="22"/>
                    </a:cubicBezTo>
                    <a:cubicBezTo>
                      <a:pt x="47" y="8"/>
                      <a:pt x="47" y="8"/>
                      <a:pt x="47" y="8"/>
                    </a:cubicBezTo>
                    <a:cubicBezTo>
                      <a:pt x="42" y="3"/>
                      <a:pt x="35" y="0"/>
                      <a:pt x="28" y="0"/>
                    </a:cubicBezTo>
                  </a:path>
                </a:pathLst>
              </a:custGeom>
              <a:solidFill>
                <a:srgbClr val="2E353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4" name="AutoShape 244"/>
              <p:cNvSpPr/>
              <p:nvPr/>
            </p:nvSpPr>
            <p:spPr>
              <a:xfrm>
                <a:off x="-2161492" y="9504908"/>
                <a:ext cx="34134" cy="267389"/>
              </a:xfrm>
              <a:custGeom>
                <a:avLst/>
                <a:gdLst/>
                <a:ahLst/>
                <a:cxnLst/>
                <a:rect l="l" t="t" r="r" b="b"/>
                <a:pathLst>
                  <a:path w="25" h="208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08"/>
                      <a:pt x="0" y="208"/>
                      <a:pt x="0" y="208"/>
                    </a:cubicBezTo>
                    <a:cubicBezTo>
                      <a:pt x="14" y="208"/>
                      <a:pt x="25" y="196"/>
                      <a:pt x="25" y="182"/>
                    </a:cubicBez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12"/>
                      <a:pt x="14" y="1"/>
                      <a:pt x="0" y="0"/>
                    </a:cubicBezTo>
                  </a:path>
                </a:pathLst>
              </a:custGeom>
              <a:solidFill>
                <a:srgbClr val="2E353C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5" name="AutoShape 245"/>
              <p:cNvSpPr/>
              <p:nvPr/>
            </p:nvSpPr>
            <p:spPr>
              <a:xfrm>
                <a:off x="-2246826" y="9470773"/>
                <a:ext cx="85338" cy="415306"/>
              </a:xfrm>
              <a:custGeom>
                <a:avLst/>
                <a:gdLst/>
                <a:ahLst/>
                <a:cxnLst/>
                <a:rect l="l" t="t" r="r" b="b"/>
                <a:pathLst>
                  <a:path w="67" h="323">
                    <a:moveTo>
                      <a:pt x="38" y="59"/>
                    </a:moveTo>
                    <a:cubicBezTo>
                      <a:pt x="13" y="119"/>
                      <a:pt x="0" y="185"/>
                      <a:pt x="0" y="254"/>
                    </a:cubicBezTo>
                    <a:cubicBezTo>
                      <a:pt x="0" y="277"/>
                      <a:pt x="1" y="300"/>
                      <a:pt x="4" y="322"/>
                    </a:cubicBezTo>
                    <a:cubicBezTo>
                      <a:pt x="9" y="323"/>
                      <a:pt x="14" y="323"/>
                      <a:pt x="19" y="323"/>
                    </a:cubicBezTo>
                    <a:cubicBezTo>
                      <a:pt x="28" y="323"/>
                      <a:pt x="37" y="323"/>
                      <a:pt x="46" y="323"/>
                    </a:cubicBezTo>
                    <a:cubicBezTo>
                      <a:pt x="51" y="323"/>
                      <a:pt x="55" y="323"/>
                      <a:pt x="60" y="323"/>
                    </a:cubicBezTo>
                    <a:cubicBezTo>
                      <a:pt x="62" y="323"/>
                      <a:pt x="63" y="323"/>
                      <a:pt x="64" y="323"/>
                    </a:cubicBezTo>
                    <a:cubicBezTo>
                      <a:pt x="65" y="323"/>
                      <a:pt x="65" y="323"/>
                      <a:pt x="66" y="323"/>
                    </a:cubicBezTo>
                    <a:cubicBezTo>
                      <a:pt x="66" y="323"/>
                      <a:pt x="66" y="323"/>
                      <a:pt x="66" y="323"/>
                    </a:cubicBezTo>
                    <a:cubicBezTo>
                      <a:pt x="67" y="323"/>
                      <a:pt x="67" y="323"/>
                      <a:pt x="67" y="323"/>
                    </a:cubicBezTo>
                    <a:cubicBezTo>
                      <a:pt x="67" y="323"/>
                      <a:pt x="67" y="323"/>
                      <a:pt x="67" y="323"/>
                    </a:cubicBezTo>
                    <a:cubicBezTo>
                      <a:pt x="67" y="234"/>
                      <a:pt x="67" y="234"/>
                      <a:pt x="67" y="234"/>
                    </a:cubicBezTo>
                    <a:cubicBezTo>
                      <a:pt x="67" y="234"/>
                      <a:pt x="67" y="234"/>
                      <a:pt x="67" y="234"/>
                    </a:cubicBezTo>
                    <a:cubicBezTo>
                      <a:pt x="67" y="234"/>
                      <a:pt x="66" y="233"/>
                      <a:pt x="65" y="233"/>
                    </a:cubicBezTo>
                    <a:cubicBezTo>
                      <a:pt x="65" y="233"/>
                      <a:pt x="65" y="233"/>
                      <a:pt x="65" y="233"/>
                    </a:cubicBezTo>
                    <a:cubicBezTo>
                      <a:pt x="50" y="233"/>
                      <a:pt x="39" y="222"/>
                      <a:pt x="39" y="208"/>
                    </a:cubicBezTo>
                    <a:cubicBezTo>
                      <a:pt x="38" y="59"/>
                      <a:pt x="38" y="59"/>
                      <a:pt x="38" y="59"/>
                    </a:cubicBezTo>
                    <a:moveTo>
                      <a:pt x="67" y="0"/>
                    </a:moveTo>
                    <a:cubicBezTo>
                      <a:pt x="62" y="10"/>
                      <a:pt x="56" y="20"/>
                      <a:pt x="51" y="30"/>
                    </a:cubicBezTo>
                    <a:cubicBezTo>
                      <a:pt x="55" y="28"/>
                      <a:pt x="59" y="27"/>
                      <a:pt x="64" y="27"/>
                    </a:cubicBezTo>
                    <a:cubicBezTo>
                      <a:pt x="65" y="27"/>
                      <a:pt x="67" y="27"/>
                      <a:pt x="67" y="27"/>
                    </a:cubicBezTo>
                    <a:cubicBezTo>
                      <a:pt x="67" y="26"/>
                      <a:pt x="67" y="26"/>
                      <a:pt x="67" y="26"/>
                    </a:cubicBezTo>
                    <a:cubicBezTo>
                      <a:pt x="67" y="0"/>
                      <a:pt x="67" y="0"/>
                      <a:pt x="67" y="0"/>
                    </a:cubicBezTo>
                  </a:path>
                </a:pathLst>
              </a:custGeom>
              <a:solidFill>
                <a:srgbClr val="E3E0E0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6" name="AutoShape 246"/>
              <p:cNvSpPr/>
              <p:nvPr/>
            </p:nvSpPr>
            <p:spPr>
              <a:xfrm>
                <a:off x="-2241138" y="9886079"/>
                <a:ext cx="85338" cy="119473"/>
              </a:xfrm>
              <a:custGeom>
                <a:avLst/>
                <a:gdLst/>
                <a:ahLst/>
                <a:cxnLst/>
                <a:rect l="l" t="t" r="r" b="b"/>
                <a:pathLst>
                  <a:path w="65" h="92">
                    <a:moveTo>
                      <a:pt x="0" y="0"/>
                    </a:moveTo>
                    <a:cubicBezTo>
                      <a:pt x="4" y="32"/>
                      <a:pt x="11" y="62"/>
                      <a:pt x="21" y="91"/>
                    </a:cubicBezTo>
                    <a:cubicBezTo>
                      <a:pt x="28" y="91"/>
                      <a:pt x="35" y="92"/>
                      <a:pt x="42" y="92"/>
                    </a:cubicBezTo>
                    <a:cubicBezTo>
                      <a:pt x="49" y="92"/>
                      <a:pt x="57" y="91"/>
                      <a:pt x="65" y="91"/>
                    </a:cubicBezTo>
                    <a:cubicBezTo>
                      <a:pt x="65" y="91"/>
                      <a:pt x="65" y="91"/>
                      <a:pt x="65" y="91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64" y="1"/>
                      <a:pt x="63" y="1"/>
                      <a:pt x="62" y="1"/>
                    </a:cubicBezTo>
                    <a:cubicBezTo>
                      <a:pt x="62" y="1"/>
                      <a:pt x="62" y="1"/>
                      <a:pt x="62" y="1"/>
                    </a:cubicBezTo>
                    <a:cubicBezTo>
                      <a:pt x="61" y="1"/>
                      <a:pt x="61" y="1"/>
                      <a:pt x="60" y="1"/>
                    </a:cubicBezTo>
                    <a:cubicBezTo>
                      <a:pt x="59" y="1"/>
                      <a:pt x="58" y="1"/>
                      <a:pt x="56" y="1"/>
                    </a:cubicBezTo>
                    <a:cubicBezTo>
                      <a:pt x="51" y="1"/>
                      <a:pt x="47" y="1"/>
                      <a:pt x="42" y="1"/>
                    </a:cubicBezTo>
                    <a:cubicBezTo>
                      <a:pt x="33" y="1"/>
                      <a:pt x="24" y="1"/>
                      <a:pt x="15" y="1"/>
                    </a:cubicBezTo>
                    <a:cubicBezTo>
                      <a:pt x="10" y="1"/>
                      <a:pt x="5" y="1"/>
                      <a:pt x="0" y="0"/>
                    </a:cubicBezTo>
                  </a:path>
                </a:pathLst>
              </a:custGeom>
              <a:solidFill>
                <a:srgbClr val="575E6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7" name="AutoShape 247"/>
              <p:cNvSpPr/>
              <p:nvPr/>
            </p:nvSpPr>
            <p:spPr>
              <a:xfrm>
                <a:off x="-2195627" y="9504908"/>
                <a:ext cx="34134" cy="267389"/>
              </a:xfrm>
              <a:custGeom>
                <a:avLst/>
                <a:gdLst/>
                <a:ahLst/>
                <a:cxnLst/>
                <a:rect l="l" t="t" r="r" b="b"/>
                <a:pathLst>
                  <a:path w="28" h="206">
                    <a:moveTo>
                      <a:pt x="26" y="0"/>
                    </a:moveTo>
                    <a:cubicBezTo>
                      <a:pt x="21" y="0"/>
                      <a:pt x="17" y="1"/>
                      <a:pt x="13" y="3"/>
                    </a:cubicBezTo>
                    <a:cubicBezTo>
                      <a:pt x="9" y="12"/>
                      <a:pt x="4" y="22"/>
                      <a:pt x="0" y="32"/>
                    </a:cubicBezTo>
                    <a:cubicBezTo>
                      <a:pt x="1" y="181"/>
                      <a:pt x="1" y="181"/>
                      <a:pt x="1" y="181"/>
                    </a:cubicBezTo>
                    <a:cubicBezTo>
                      <a:pt x="1" y="195"/>
                      <a:pt x="12" y="206"/>
                      <a:pt x="27" y="206"/>
                    </a:cubicBezTo>
                    <a:cubicBezTo>
                      <a:pt x="27" y="206"/>
                      <a:pt x="27" y="206"/>
                      <a:pt x="27" y="206"/>
                    </a:cubicBezTo>
                    <a:cubicBezTo>
                      <a:pt x="28" y="206"/>
                      <a:pt x="29" y="207"/>
                      <a:pt x="29" y="207"/>
                    </a:cubicBezTo>
                    <a:cubicBezTo>
                      <a:pt x="29" y="207"/>
                      <a:pt x="29" y="207"/>
                      <a:pt x="29" y="207"/>
                    </a:cubicBezTo>
                    <a:cubicBezTo>
                      <a:pt x="29" y="207"/>
                      <a:pt x="29" y="207"/>
                      <a:pt x="29" y="207"/>
                    </a:cubicBezTo>
                    <a:cubicBezTo>
                      <a:pt x="29" y="207"/>
                      <a:pt x="29" y="207"/>
                      <a:pt x="29" y="207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29" y="0"/>
                      <a:pt x="27" y="0"/>
                      <a:pt x="26" y="0"/>
                    </a:cubicBezTo>
                  </a:path>
                </a:pathLst>
              </a:custGeom>
              <a:solidFill>
                <a:srgbClr val="575E6E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8" name="AutoShape 248"/>
              <p:cNvSpPr/>
              <p:nvPr/>
            </p:nvSpPr>
            <p:spPr>
              <a:xfrm>
                <a:off x="-1325194" y="9834875"/>
                <a:ext cx="56891" cy="17069"/>
              </a:xfrm>
              <a:custGeom>
                <a:avLst/>
                <a:gdLst/>
                <a:ahLst/>
                <a:cxnLst/>
                <a:rect l="l" t="t" r="r" b="b"/>
                <a:pathLst>
                  <a:path w="42" h="14">
                    <a:moveTo>
                      <a:pt x="0" y="0"/>
                    </a:moveTo>
                    <a:cubicBezTo>
                      <a:pt x="6" y="5"/>
                      <a:pt x="21" y="10"/>
                      <a:pt x="42" y="14"/>
                    </a:cubicBezTo>
                    <a:cubicBezTo>
                      <a:pt x="21" y="10"/>
                      <a:pt x="6" y="5"/>
                      <a:pt x="0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49" name="AutoShape 249"/>
              <p:cNvSpPr/>
              <p:nvPr/>
            </p:nvSpPr>
            <p:spPr>
              <a:xfrm>
                <a:off x="-1330884" y="9692649"/>
                <a:ext cx="403927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49">
                    <a:moveTo>
                      <a:pt x="0" y="0"/>
                    </a:moveTo>
                    <a:cubicBezTo>
                      <a:pt x="0" y="24"/>
                      <a:pt x="0" y="24"/>
                      <a:pt x="0" y="24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0" y="106"/>
                      <a:pt x="1" y="108"/>
                      <a:pt x="4" y="110"/>
                    </a:cubicBezTo>
                    <a:cubicBezTo>
                      <a:pt x="10" y="115"/>
                      <a:pt x="25" y="120"/>
                      <a:pt x="46" y="124"/>
                    </a:cubicBezTo>
                    <a:cubicBezTo>
                      <a:pt x="98" y="135"/>
                      <a:pt x="192" y="144"/>
                      <a:pt x="307" y="149"/>
                    </a:cubicBezTo>
                    <a:cubicBezTo>
                      <a:pt x="310" y="127"/>
                      <a:pt x="312" y="105"/>
                      <a:pt x="312" y="83"/>
                    </a:cubicBezTo>
                    <a:cubicBezTo>
                      <a:pt x="312" y="72"/>
                      <a:pt x="311" y="60"/>
                      <a:pt x="310" y="49"/>
                    </a:cubicBezTo>
                    <a:cubicBezTo>
                      <a:pt x="129" y="42"/>
                      <a:pt x="0" y="25"/>
                      <a:pt x="0" y="5"/>
                    </a:cubicBezTo>
                    <a:cubicBezTo>
                      <a:pt x="0" y="4"/>
                      <a:pt x="0" y="3"/>
                      <a:pt x="1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CEA05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0" name="AutoShape 250"/>
              <p:cNvSpPr/>
              <p:nvPr/>
            </p:nvSpPr>
            <p:spPr>
              <a:xfrm>
                <a:off x="-1330884" y="9692649"/>
                <a:ext cx="398236" cy="62582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7">
                    <a:moveTo>
                      <a:pt x="1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23"/>
                      <a:pt x="129" y="40"/>
                      <a:pt x="310" y="47"/>
                    </a:cubicBezTo>
                    <a:cubicBezTo>
                      <a:pt x="310" y="45"/>
                      <a:pt x="310" y="43"/>
                      <a:pt x="310" y="41"/>
                    </a:cubicBezTo>
                    <a:cubicBezTo>
                      <a:pt x="137" y="35"/>
                      <a:pt x="12" y="19"/>
                      <a:pt x="1" y="0"/>
                    </a:cubicBezTo>
                  </a:path>
                </a:pathLst>
              </a:custGeom>
              <a:solidFill>
                <a:srgbClr val="E1AD3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1" name="AutoShape 251"/>
              <p:cNvSpPr/>
              <p:nvPr/>
            </p:nvSpPr>
            <p:spPr>
              <a:xfrm>
                <a:off x="-1330884" y="9692649"/>
                <a:ext cx="398236" cy="56891"/>
              </a:xfrm>
              <a:custGeom>
                <a:avLst/>
                <a:gdLst/>
                <a:ahLst/>
                <a:cxnLst/>
                <a:rect l="l" t="t" r="r" b="b"/>
                <a:pathLst>
                  <a:path w="310" h="43">
                    <a:moveTo>
                      <a:pt x="193" y="20"/>
                    </a:moveTo>
                    <a:cubicBezTo>
                      <a:pt x="227" y="23"/>
                      <a:pt x="266" y="25"/>
                      <a:pt x="308" y="27"/>
                    </a:cubicBezTo>
                    <a:cubicBezTo>
                      <a:pt x="308" y="26"/>
                      <a:pt x="308" y="26"/>
                      <a:pt x="308" y="25"/>
                    </a:cubicBezTo>
                    <a:cubicBezTo>
                      <a:pt x="268" y="24"/>
                      <a:pt x="229" y="22"/>
                      <a:pt x="193" y="20"/>
                    </a:cubicBezTo>
                    <a:moveTo>
                      <a:pt x="0" y="0"/>
                    </a:moveTo>
                    <a:cubicBezTo>
                      <a:pt x="0" y="0"/>
                      <a:pt x="0" y="1"/>
                      <a:pt x="1" y="2"/>
                    </a:cubicBezTo>
                    <a:cubicBezTo>
                      <a:pt x="12" y="21"/>
                      <a:pt x="137" y="37"/>
                      <a:pt x="310" y="43"/>
                    </a:cubicBezTo>
                    <a:cubicBezTo>
                      <a:pt x="310" y="40"/>
                      <a:pt x="310" y="38"/>
                      <a:pt x="309" y="35"/>
                    </a:cubicBezTo>
                    <a:cubicBezTo>
                      <a:pt x="281" y="34"/>
                      <a:pt x="254" y="32"/>
                      <a:pt x="230" y="31"/>
                    </a:cubicBezTo>
                    <a:cubicBezTo>
                      <a:pt x="157" y="26"/>
                      <a:pt x="100" y="20"/>
                      <a:pt x="70" y="13"/>
                    </a:cubicBezTo>
                    <a:cubicBezTo>
                      <a:pt x="63" y="12"/>
                      <a:pt x="58" y="10"/>
                      <a:pt x="54" y="8"/>
                    </a:cubicBezTo>
                    <a:cubicBezTo>
                      <a:pt x="33" y="6"/>
                      <a:pt x="15" y="3"/>
                      <a:pt x="0" y="0"/>
                    </a:cubicBezTo>
                  </a:path>
                </a:pathLst>
              </a:custGeom>
              <a:solidFill>
                <a:srgbClr val="E1AD3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2" name="AutoShape 252"/>
              <p:cNvSpPr/>
              <p:nvPr/>
            </p:nvSpPr>
            <p:spPr>
              <a:xfrm>
                <a:off x="-1262616" y="9704028"/>
                <a:ext cx="329968" cy="34134"/>
              </a:xfrm>
              <a:custGeom>
                <a:avLst/>
                <a:gdLst/>
                <a:ahLst/>
                <a:cxnLst/>
                <a:rect l="l" t="t" r="r" b="b"/>
                <a:pathLst>
                  <a:path w="255" h="27">
                    <a:moveTo>
                      <a:pt x="0" y="0"/>
                    </a:moveTo>
                    <a:cubicBezTo>
                      <a:pt x="4" y="2"/>
                      <a:pt x="9" y="4"/>
                      <a:pt x="16" y="5"/>
                    </a:cubicBezTo>
                    <a:cubicBezTo>
                      <a:pt x="46" y="12"/>
                      <a:pt x="103" y="18"/>
                      <a:pt x="176" y="23"/>
                    </a:cubicBezTo>
                    <a:cubicBezTo>
                      <a:pt x="200" y="24"/>
                      <a:pt x="227" y="26"/>
                      <a:pt x="255" y="27"/>
                    </a:cubicBezTo>
                    <a:cubicBezTo>
                      <a:pt x="255" y="24"/>
                      <a:pt x="255" y="21"/>
                      <a:pt x="254" y="19"/>
                    </a:cubicBezTo>
                    <a:cubicBezTo>
                      <a:pt x="212" y="17"/>
                      <a:pt x="173" y="15"/>
                      <a:pt x="139" y="12"/>
                    </a:cubicBezTo>
                    <a:cubicBezTo>
                      <a:pt x="85" y="9"/>
                      <a:pt x="38" y="5"/>
                      <a:pt x="0" y="0"/>
                    </a:cubicBezTo>
                  </a:path>
                </a:pathLst>
              </a:custGeom>
              <a:solidFill>
                <a:srgbClr val="E3C28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3" name="AutoShape 253"/>
              <p:cNvSpPr/>
              <p:nvPr/>
            </p:nvSpPr>
            <p:spPr>
              <a:xfrm>
                <a:off x="-1387775" y="9675580"/>
                <a:ext cx="56891" cy="17069"/>
              </a:xfrm>
              <a:custGeom>
                <a:avLst/>
                <a:gdLst/>
                <a:ahLst/>
                <a:cxnLst/>
                <a:rect l="l" t="t" r="r" b="b"/>
                <a:pathLst>
                  <a:path w="42" h="15">
                    <a:moveTo>
                      <a:pt x="0" y="0"/>
                    </a:moveTo>
                    <a:cubicBezTo>
                      <a:pt x="6" y="5"/>
                      <a:pt x="21" y="10"/>
                      <a:pt x="42" y="15"/>
                    </a:cubicBezTo>
                    <a:cubicBezTo>
                      <a:pt x="21" y="10"/>
                      <a:pt x="6" y="5"/>
                      <a:pt x="0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4" name="AutoShape 254"/>
              <p:cNvSpPr/>
              <p:nvPr/>
            </p:nvSpPr>
            <p:spPr>
              <a:xfrm>
                <a:off x="-1387775" y="9527665"/>
                <a:ext cx="455127" cy="19912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15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7"/>
                      <a:pt x="1" y="109"/>
                      <a:pt x="4" y="111"/>
                    </a:cubicBezTo>
                    <a:cubicBezTo>
                      <a:pt x="10" y="116"/>
                      <a:pt x="25" y="121"/>
                      <a:pt x="46" y="126"/>
                    </a:cubicBezTo>
                    <a:cubicBezTo>
                      <a:pt x="46" y="126"/>
                      <a:pt x="47" y="126"/>
                      <a:pt x="47" y="126"/>
                    </a:cubicBezTo>
                    <a:cubicBezTo>
                      <a:pt x="47" y="126"/>
                      <a:pt x="47" y="126"/>
                      <a:pt x="47" y="126"/>
                    </a:cubicBezTo>
                    <a:cubicBezTo>
                      <a:pt x="62" y="129"/>
                      <a:pt x="80" y="132"/>
                      <a:pt x="101" y="134"/>
                    </a:cubicBezTo>
                    <a:cubicBezTo>
                      <a:pt x="139" y="139"/>
                      <a:pt x="186" y="143"/>
                      <a:pt x="240" y="146"/>
                    </a:cubicBezTo>
                    <a:cubicBezTo>
                      <a:pt x="276" y="148"/>
                      <a:pt x="315" y="150"/>
                      <a:pt x="355" y="151"/>
                    </a:cubicBezTo>
                    <a:cubicBezTo>
                      <a:pt x="351" y="117"/>
                      <a:pt x="344" y="83"/>
                      <a:pt x="334" y="51"/>
                    </a:cubicBezTo>
                    <a:cubicBezTo>
                      <a:pt x="140" y="44"/>
                      <a:pt x="0" y="27"/>
                      <a:pt x="0" y="6"/>
                    </a:cubicBezTo>
                    <a:cubicBezTo>
                      <a:pt x="0" y="5"/>
                      <a:pt x="0" y="4"/>
                      <a:pt x="1" y="3"/>
                    </a:cubicBez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CEA05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5" name="AutoShape 255"/>
              <p:cNvSpPr/>
              <p:nvPr/>
            </p:nvSpPr>
            <p:spPr>
              <a:xfrm>
                <a:off x="-1387775" y="9533355"/>
                <a:ext cx="426684" cy="6258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48">
                    <a:moveTo>
                      <a:pt x="1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24"/>
                      <a:pt x="140" y="41"/>
                      <a:pt x="334" y="48"/>
                    </a:cubicBezTo>
                    <a:cubicBezTo>
                      <a:pt x="333" y="46"/>
                      <a:pt x="332" y="44"/>
                      <a:pt x="332" y="42"/>
                    </a:cubicBezTo>
                    <a:cubicBezTo>
                      <a:pt x="147" y="36"/>
                      <a:pt x="12" y="20"/>
                      <a:pt x="1" y="0"/>
                    </a:cubicBezTo>
                  </a:path>
                </a:pathLst>
              </a:custGeom>
              <a:solidFill>
                <a:srgbClr val="CFA667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6" name="AutoShape 256"/>
              <p:cNvSpPr/>
              <p:nvPr/>
            </p:nvSpPr>
            <p:spPr>
              <a:xfrm>
                <a:off x="-1387775" y="9476464"/>
                <a:ext cx="426684" cy="113782"/>
              </a:xfrm>
              <a:custGeom>
                <a:avLst/>
                <a:gdLst/>
                <a:ahLst/>
                <a:cxnLst/>
                <a:rect l="l" t="t" r="r" b="b"/>
                <a:pathLst>
                  <a:path w="332" h="85">
                    <a:moveTo>
                      <a:pt x="222" y="0"/>
                    </a:moveTo>
                    <a:cubicBezTo>
                      <a:pt x="183" y="3"/>
                      <a:pt x="148" y="6"/>
                      <a:pt x="117" y="9"/>
                    </a:cubicBezTo>
                    <a:cubicBezTo>
                      <a:pt x="44" y="17"/>
                      <a:pt x="0" y="28"/>
                      <a:pt x="0" y="4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41"/>
                      <a:pt x="0" y="42"/>
                      <a:pt x="1" y="43"/>
                    </a:cubicBezTo>
                    <a:cubicBezTo>
                      <a:pt x="12" y="63"/>
                      <a:pt x="147" y="79"/>
                      <a:pt x="332" y="85"/>
                    </a:cubicBezTo>
                    <a:cubicBezTo>
                      <a:pt x="330" y="81"/>
                      <a:pt x="329" y="77"/>
                      <a:pt x="327" y="72"/>
                    </a:cubicBezTo>
                    <a:cubicBezTo>
                      <a:pt x="163" y="67"/>
                      <a:pt x="47" y="54"/>
                      <a:pt x="47" y="39"/>
                    </a:cubicBezTo>
                    <a:cubicBezTo>
                      <a:pt x="47" y="27"/>
                      <a:pt x="116" y="16"/>
                      <a:pt x="222" y="10"/>
                    </a:cubicBezTo>
                    <a:cubicBezTo>
                      <a:pt x="222" y="0"/>
                      <a:pt x="222" y="0"/>
                      <a:pt x="222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7" name="AutoShape 257"/>
              <p:cNvSpPr/>
              <p:nvPr/>
            </p:nvSpPr>
            <p:spPr>
              <a:xfrm>
                <a:off x="-1330884" y="9493530"/>
                <a:ext cx="364102" cy="79648"/>
              </a:xfrm>
              <a:custGeom>
                <a:avLst/>
                <a:gdLst/>
                <a:ahLst/>
                <a:cxnLst/>
                <a:rect l="l" t="t" r="r" b="b"/>
                <a:pathLst>
                  <a:path w="280" h="62">
                    <a:moveTo>
                      <a:pt x="175" y="0"/>
                    </a:moveTo>
                    <a:cubicBezTo>
                      <a:pt x="69" y="6"/>
                      <a:pt x="0" y="17"/>
                      <a:pt x="0" y="29"/>
                    </a:cubicBezTo>
                    <a:cubicBezTo>
                      <a:pt x="0" y="44"/>
                      <a:pt x="116" y="57"/>
                      <a:pt x="280" y="62"/>
                    </a:cubicBezTo>
                    <a:cubicBezTo>
                      <a:pt x="277" y="54"/>
                      <a:pt x="274" y="45"/>
                      <a:pt x="270" y="37"/>
                    </a:cubicBezTo>
                    <a:cubicBezTo>
                      <a:pt x="237" y="32"/>
                      <a:pt x="212" y="27"/>
                      <a:pt x="196" y="22"/>
                    </a:cubicBezTo>
                    <a:cubicBezTo>
                      <a:pt x="196" y="22"/>
                      <a:pt x="196" y="22"/>
                      <a:pt x="196" y="22"/>
                    </a:cubicBezTo>
                    <a:cubicBezTo>
                      <a:pt x="196" y="22"/>
                      <a:pt x="196" y="22"/>
                      <a:pt x="196" y="22"/>
                    </a:cubicBezTo>
                    <a:cubicBezTo>
                      <a:pt x="190" y="20"/>
                      <a:pt x="185" y="18"/>
                      <a:pt x="182" y="16"/>
                    </a:cubicBezTo>
                    <a:cubicBezTo>
                      <a:pt x="182" y="16"/>
                      <a:pt x="182" y="16"/>
                      <a:pt x="182" y="16"/>
                    </a:cubicBezTo>
                    <a:cubicBezTo>
                      <a:pt x="182" y="16"/>
                      <a:pt x="182" y="16"/>
                      <a:pt x="182" y="16"/>
                    </a:cubicBezTo>
                    <a:cubicBezTo>
                      <a:pt x="182" y="16"/>
                      <a:pt x="182" y="16"/>
                      <a:pt x="182" y="16"/>
                    </a:cubicBezTo>
                    <a:cubicBezTo>
                      <a:pt x="182" y="16"/>
                      <a:pt x="182" y="16"/>
                      <a:pt x="182" y="16"/>
                    </a:cubicBezTo>
                    <a:cubicBezTo>
                      <a:pt x="177" y="14"/>
                      <a:pt x="175" y="11"/>
                      <a:pt x="175" y="8"/>
                    </a:cubicBezTo>
                    <a:cubicBezTo>
                      <a:pt x="175" y="0"/>
                      <a:pt x="175" y="0"/>
                      <a:pt x="175" y="0"/>
                    </a:cubicBezTo>
                  </a:path>
                </a:pathLst>
              </a:custGeom>
              <a:solidFill>
                <a:srgbClr val="E1AD3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8" name="AutoShape 258"/>
              <p:cNvSpPr/>
              <p:nvPr/>
            </p:nvSpPr>
            <p:spPr>
              <a:xfrm>
                <a:off x="-1097630" y="9510599"/>
                <a:ext cx="22756" cy="11378"/>
              </a:xfrm>
              <a:custGeom>
                <a:avLst/>
                <a:gdLst/>
                <a:ahLst/>
                <a:cxnLst/>
                <a:rect l="l" t="t" r="r" b="b"/>
                <a:pathLst>
                  <a:path w="14" h="6">
                    <a:moveTo>
                      <a:pt x="14" y="6"/>
                    </a:moveTo>
                    <a:cubicBezTo>
                      <a:pt x="14" y="6"/>
                      <a:pt x="14" y="6"/>
                      <a:pt x="14" y="6"/>
                    </a:cubicBezTo>
                    <a:cubicBezTo>
                      <a:pt x="14" y="6"/>
                      <a:pt x="14" y="6"/>
                      <a:pt x="14" y="6"/>
                    </a:cubicBezTo>
                    <a:moveTo>
                      <a:pt x="0" y="0"/>
                    </a:moveTo>
                    <a:cubicBezTo>
                      <a:pt x="3" y="2"/>
                      <a:pt x="8" y="4"/>
                      <a:pt x="14" y="6"/>
                    </a:cubicBezTo>
                    <a:cubicBezTo>
                      <a:pt x="8" y="4"/>
                      <a:pt x="3" y="2"/>
                      <a:pt x="0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59" name="AutoShape 259"/>
              <p:cNvSpPr/>
              <p:nvPr/>
            </p:nvSpPr>
            <p:spPr>
              <a:xfrm>
                <a:off x="-1103321" y="9408195"/>
                <a:ext cx="119473" cy="130851"/>
              </a:xfrm>
              <a:custGeom>
                <a:avLst/>
                <a:gdLst/>
                <a:ahLst/>
                <a:cxnLst/>
                <a:rect l="l" t="t" r="r" b="b"/>
                <a:pathLst>
                  <a:path w="95" h="103">
                    <a:moveTo>
                      <a:pt x="0" y="0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0" y="77"/>
                      <a:pt x="2" y="80"/>
                      <a:pt x="7" y="82"/>
                    </a:cubicBezTo>
                    <a:cubicBezTo>
                      <a:pt x="7" y="82"/>
                      <a:pt x="7" y="82"/>
                      <a:pt x="7" y="82"/>
                    </a:cubicBezTo>
                    <a:cubicBezTo>
                      <a:pt x="7" y="82"/>
                      <a:pt x="7" y="82"/>
                      <a:pt x="7" y="82"/>
                    </a:cubicBezTo>
                    <a:cubicBezTo>
                      <a:pt x="7" y="82"/>
                      <a:pt x="7" y="82"/>
                      <a:pt x="7" y="82"/>
                    </a:cubicBezTo>
                    <a:cubicBezTo>
                      <a:pt x="7" y="82"/>
                      <a:pt x="7" y="82"/>
                      <a:pt x="7" y="82"/>
                    </a:cubicBezTo>
                    <a:cubicBezTo>
                      <a:pt x="10" y="84"/>
                      <a:pt x="15" y="86"/>
                      <a:pt x="21" y="88"/>
                    </a:cubicBezTo>
                    <a:cubicBezTo>
                      <a:pt x="21" y="88"/>
                      <a:pt x="21" y="88"/>
                      <a:pt x="21" y="88"/>
                    </a:cubicBezTo>
                    <a:cubicBezTo>
                      <a:pt x="21" y="88"/>
                      <a:pt x="21" y="88"/>
                      <a:pt x="21" y="88"/>
                    </a:cubicBezTo>
                    <a:cubicBezTo>
                      <a:pt x="37" y="93"/>
                      <a:pt x="62" y="98"/>
                      <a:pt x="95" y="103"/>
                    </a:cubicBezTo>
                    <a:cubicBezTo>
                      <a:pt x="79" y="66"/>
                      <a:pt x="60" y="33"/>
                      <a:pt x="37" y="1"/>
                    </a:cubicBezTo>
                    <a:cubicBezTo>
                      <a:pt x="24" y="1"/>
                      <a:pt x="12" y="0"/>
                      <a:pt x="0" y="0"/>
                    </a:cubicBezTo>
                  </a:path>
                </a:pathLst>
              </a:custGeom>
              <a:solidFill>
                <a:srgbClr val="CEA05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0" name="AutoShape 260"/>
              <p:cNvSpPr/>
              <p:nvPr/>
            </p:nvSpPr>
            <p:spPr>
              <a:xfrm>
                <a:off x="-1444667" y="9356991"/>
                <a:ext cx="22756" cy="11378"/>
              </a:xfrm>
              <a:custGeom>
                <a:avLst/>
                <a:gdLst/>
                <a:ahLst/>
                <a:cxnLst/>
                <a:rect l="l" t="t" r="r" b="b"/>
                <a:pathLst>
                  <a:path w="20" h="9">
                    <a:moveTo>
                      <a:pt x="0" y="1"/>
                    </a:moveTo>
                    <a:cubicBezTo>
                      <a:pt x="4" y="3"/>
                      <a:pt x="11" y="6"/>
                      <a:pt x="20" y="9"/>
                    </a:cubicBezTo>
                    <a:cubicBezTo>
                      <a:pt x="11" y="6"/>
                      <a:pt x="4" y="3"/>
                      <a:pt x="0" y="1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E4B46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1" name="AutoShape 261"/>
              <p:cNvSpPr/>
              <p:nvPr/>
            </p:nvSpPr>
            <p:spPr>
              <a:xfrm>
                <a:off x="-1450354" y="9214766"/>
                <a:ext cx="392549" cy="193429"/>
              </a:xfrm>
              <a:custGeom>
                <a:avLst/>
                <a:gdLst/>
                <a:ahLst/>
                <a:cxnLst/>
                <a:rect l="l" t="t" r="r" b="b"/>
                <a:pathLst>
                  <a:path w="306" h="149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7"/>
                      <a:pt x="1" y="109"/>
                      <a:pt x="4" y="111"/>
                    </a:cubicBezTo>
                    <a:cubicBezTo>
                      <a:pt x="4" y="111"/>
                      <a:pt x="4" y="111"/>
                      <a:pt x="4" y="111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8" y="114"/>
                      <a:pt x="15" y="117"/>
                      <a:pt x="24" y="120"/>
                    </a:cubicBezTo>
                    <a:cubicBezTo>
                      <a:pt x="25" y="120"/>
                      <a:pt x="25" y="120"/>
                      <a:pt x="25" y="120"/>
                    </a:cubicBezTo>
                    <a:cubicBezTo>
                      <a:pt x="43" y="125"/>
                      <a:pt x="70" y="130"/>
                      <a:pt x="104" y="134"/>
                    </a:cubicBezTo>
                    <a:cubicBezTo>
                      <a:pt x="138" y="139"/>
                      <a:pt x="179" y="142"/>
                      <a:pt x="225" y="145"/>
                    </a:cubicBezTo>
                    <a:cubicBezTo>
                      <a:pt x="239" y="146"/>
                      <a:pt x="254" y="147"/>
                      <a:pt x="269" y="148"/>
                    </a:cubicBezTo>
                    <a:cubicBezTo>
                      <a:pt x="281" y="148"/>
                      <a:pt x="293" y="149"/>
                      <a:pt x="306" y="149"/>
                    </a:cubicBezTo>
                    <a:cubicBezTo>
                      <a:pt x="276" y="109"/>
                      <a:pt x="241" y="74"/>
                      <a:pt x="201" y="44"/>
                    </a:cubicBezTo>
                    <a:cubicBezTo>
                      <a:pt x="79" y="35"/>
                      <a:pt x="0" y="21"/>
                      <a:pt x="0" y="5"/>
                    </a:cubicBezTo>
                    <a:cubicBezTo>
                      <a:pt x="0" y="4"/>
                      <a:pt x="0" y="4"/>
                      <a:pt x="1" y="3"/>
                    </a:cubicBez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solidFill>
                <a:srgbClr val="CEA058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2" name="AutoShape 262"/>
              <p:cNvSpPr/>
              <p:nvPr/>
            </p:nvSpPr>
            <p:spPr>
              <a:xfrm>
                <a:off x="-1450354" y="9220453"/>
                <a:ext cx="256010" cy="51204"/>
              </a:xfrm>
              <a:custGeom>
                <a:avLst/>
                <a:gdLst/>
                <a:ahLst/>
                <a:cxnLst/>
                <a:rect l="l" t="t" r="r" b="b"/>
                <a:pathLst>
                  <a:path w="201" h="41">
                    <a:moveTo>
                      <a:pt x="1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18"/>
                      <a:pt x="79" y="32"/>
                      <a:pt x="201" y="41"/>
                    </a:cubicBezTo>
                    <a:cubicBezTo>
                      <a:pt x="198" y="39"/>
                      <a:pt x="195" y="37"/>
                      <a:pt x="193" y="35"/>
                    </a:cubicBezTo>
                    <a:cubicBezTo>
                      <a:pt x="83" y="27"/>
                      <a:pt x="9" y="14"/>
                      <a:pt x="1" y="0"/>
                    </a:cubicBezTo>
                  </a:path>
                </a:pathLst>
              </a:custGeom>
              <a:solidFill>
                <a:srgbClr val="CFA667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3" name="AutoShape 263"/>
              <p:cNvSpPr/>
              <p:nvPr/>
            </p:nvSpPr>
            <p:spPr>
              <a:xfrm>
                <a:off x="-1450354" y="9180631"/>
                <a:ext cx="250320" cy="85338"/>
              </a:xfrm>
              <a:custGeom>
                <a:avLst/>
                <a:gdLst/>
                <a:ahLst/>
                <a:cxnLst/>
                <a:rect l="l" t="t" r="r" b="b"/>
                <a:pathLst>
                  <a:path w="193" h="64">
                    <a:moveTo>
                      <a:pt x="101" y="11"/>
                    </a:moveTo>
                    <a:cubicBezTo>
                      <a:pt x="89" y="13"/>
                      <a:pt x="79" y="15"/>
                      <a:pt x="72" y="17"/>
                    </a:cubicBezTo>
                    <a:cubicBezTo>
                      <a:pt x="63" y="19"/>
                      <a:pt x="57" y="21"/>
                      <a:pt x="54" y="23"/>
                    </a:cubicBezTo>
                    <a:cubicBezTo>
                      <a:pt x="52" y="23"/>
                      <a:pt x="51" y="24"/>
                      <a:pt x="51" y="24"/>
                    </a:cubicBezTo>
                    <a:cubicBezTo>
                      <a:pt x="51" y="25"/>
                      <a:pt x="51" y="25"/>
                      <a:pt x="52" y="25"/>
                    </a:cubicBezTo>
                    <a:cubicBezTo>
                      <a:pt x="53" y="26"/>
                      <a:pt x="55" y="27"/>
                      <a:pt x="57" y="28"/>
                    </a:cubicBezTo>
                    <a:cubicBezTo>
                      <a:pt x="63" y="30"/>
                      <a:pt x="71" y="32"/>
                      <a:pt x="82" y="35"/>
                    </a:cubicBezTo>
                    <a:cubicBezTo>
                      <a:pt x="102" y="38"/>
                      <a:pt x="130" y="42"/>
                      <a:pt x="164" y="45"/>
                    </a:cubicBezTo>
                    <a:cubicBezTo>
                      <a:pt x="144" y="32"/>
                      <a:pt x="123" y="21"/>
                      <a:pt x="101" y="11"/>
                    </a:cubicBezTo>
                    <a:moveTo>
                      <a:pt x="75" y="0"/>
                    </a:moveTo>
                    <a:cubicBezTo>
                      <a:pt x="27" y="8"/>
                      <a:pt x="0" y="16"/>
                      <a:pt x="0" y="2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7"/>
                      <a:pt x="0" y="28"/>
                      <a:pt x="1" y="29"/>
                    </a:cubicBezTo>
                    <a:cubicBezTo>
                      <a:pt x="9" y="43"/>
                      <a:pt x="83" y="56"/>
                      <a:pt x="193" y="64"/>
                    </a:cubicBezTo>
                    <a:cubicBezTo>
                      <a:pt x="188" y="60"/>
                      <a:pt x="183" y="57"/>
                      <a:pt x="179" y="54"/>
                    </a:cubicBezTo>
                    <a:cubicBezTo>
                      <a:pt x="130" y="50"/>
                      <a:pt x="93" y="45"/>
                      <a:pt x="70" y="40"/>
                    </a:cubicBezTo>
                    <a:cubicBezTo>
                      <a:pt x="61" y="38"/>
                      <a:pt x="54" y="36"/>
                      <a:pt x="50" y="33"/>
                    </a:cubicBezTo>
                    <a:cubicBezTo>
                      <a:pt x="47" y="32"/>
                      <a:pt x="45" y="31"/>
                      <a:pt x="44" y="28"/>
                    </a:cubicBezTo>
                    <a:cubicBezTo>
                      <a:pt x="43" y="27"/>
                      <a:pt x="43" y="26"/>
                      <a:pt x="43" y="24"/>
                    </a:cubicBezTo>
                    <a:cubicBezTo>
                      <a:pt x="43" y="23"/>
                      <a:pt x="43" y="22"/>
                      <a:pt x="44" y="20"/>
                    </a:cubicBezTo>
                    <a:cubicBezTo>
                      <a:pt x="45" y="19"/>
                      <a:pt x="46" y="18"/>
                      <a:pt x="47" y="18"/>
                    </a:cubicBezTo>
                    <a:cubicBezTo>
                      <a:pt x="49" y="16"/>
                      <a:pt x="51" y="15"/>
                      <a:pt x="54" y="13"/>
                    </a:cubicBezTo>
                    <a:cubicBezTo>
                      <a:pt x="61" y="11"/>
                      <a:pt x="70" y="9"/>
                      <a:pt x="81" y="6"/>
                    </a:cubicBezTo>
                    <a:cubicBezTo>
                      <a:pt x="83" y="6"/>
                      <a:pt x="85" y="6"/>
                      <a:pt x="87" y="5"/>
                    </a:cubicBezTo>
                    <a:cubicBezTo>
                      <a:pt x="83" y="4"/>
                      <a:pt x="79" y="2"/>
                      <a:pt x="75" y="0"/>
                    </a:cubicBezTo>
                  </a:path>
                </a:pathLst>
              </a:custGeom>
              <a:solidFill>
                <a:srgbClr val="E1AD3A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4" name="AutoShape 264"/>
              <p:cNvSpPr/>
              <p:nvPr/>
            </p:nvSpPr>
            <p:spPr>
              <a:xfrm>
                <a:off x="-1393463" y="9186319"/>
                <a:ext cx="170672" cy="68269"/>
              </a:xfrm>
              <a:custGeom>
                <a:avLst/>
                <a:gdLst/>
                <a:ahLst/>
                <a:cxnLst/>
                <a:rect l="l" t="t" r="r" b="b"/>
                <a:pathLst>
                  <a:path w="136" h="49">
                    <a:moveTo>
                      <a:pt x="44" y="0"/>
                    </a:moveTo>
                    <a:cubicBezTo>
                      <a:pt x="42" y="1"/>
                      <a:pt x="40" y="1"/>
                      <a:pt x="38" y="1"/>
                    </a:cubicBezTo>
                    <a:cubicBezTo>
                      <a:pt x="27" y="4"/>
                      <a:pt x="18" y="6"/>
                      <a:pt x="11" y="8"/>
                    </a:cubicBezTo>
                    <a:cubicBezTo>
                      <a:pt x="8" y="10"/>
                      <a:pt x="6" y="11"/>
                      <a:pt x="4" y="13"/>
                    </a:cubicBezTo>
                    <a:cubicBezTo>
                      <a:pt x="3" y="13"/>
                      <a:pt x="2" y="14"/>
                      <a:pt x="1" y="15"/>
                    </a:cubicBezTo>
                    <a:cubicBezTo>
                      <a:pt x="0" y="17"/>
                      <a:pt x="0" y="18"/>
                      <a:pt x="0" y="19"/>
                    </a:cubicBezTo>
                    <a:cubicBezTo>
                      <a:pt x="0" y="21"/>
                      <a:pt x="0" y="22"/>
                      <a:pt x="1" y="23"/>
                    </a:cubicBezTo>
                    <a:cubicBezTo>
                      <a:pt x="2" y="26"/>
                      <a:pt x="4" y="27"/>
                      <a:pt x="7" y="28"/>
                    </a:cubicBezTo>
                    <a:cubicBezTo>
                      <a:pt x="11" y="31"/>
                      <a:pt x="18" y="33"/>
                      <a:pt x="27" y="35"/>
                    </a:cubicBezTo>
                    <a:cubicBezTo>
                      <a:pt x="50" y="40"/>
                      <a:pt x="87" y="45"/>
                      <a:pt x="136" y="49"/>
                    </a:cubicBezTo>
                    <a:cubicBezTo>
                      <a:pt x="131" y="46"/>
                      <a:pt x="126" y="43"/>
                      <a:pt x="121" y="40"/>
                    </a:cubicBezTo>
                    <a:cubicBezTo>
                      <a:pt x="87" y="37"/>
                      <a:pt x="59" y="33"/>
                      <a:pt x="39" y="30"/>
                    </a:cubicBezTo>
                    <a:cubicBezTo>
                      <a:pt x="28" y="27"/>
                      <a:pt x="20" y="25"/>
                      <a:pt x="14" y="23"/>
                    </a:cubicBezTo>
                    <a:cubicBezTo>
                      <a:pt x="12" y="22"/>
                      <a:pt x="10" y="21"/>
                      <a:pt x="9" y="20"/>
                    </a:cubicBezTo>
                    <a:cubicBezTo>
                      <a:pt x="8" y="20"/>
                      <a:pt x="8" y="20"/>
                      <a:pt x="8" y="19"/>
                    </a:cubicBezTo>
                    <a:cubicBezTo>
                      <a:pt x="8" y="19"/>
                      <a:pt x="9" y="18"/>
                      <a:pt x="11" y="18"/>
                    </a:cubicBezTo>
                    <a:cubicBezTo>
                      <a:pt x="14" y="16"/>
                      <a:pt x="20" y="14"/>
                      <a:pt x="29" y="12"/>
                    </a:cubicBezTo>
                    <a:cubicBezTo>
                      <a:pt x="36" y="10"/>
                      <a:pt x="46" y="8"/>
                      <a:pt x="58" y="6"/>
                    </a:cubicBezTo>
                    <a:cubicBezTo>
                      <a:pt x="53" y="4"/>
                      <a:pt x="49" y="2"/>
                      <a:pt x="44" y="0"/>
                    </a:cubicBezTo>
                  </a:path>
                </a:pathLst>
              </a:custGeom>
              <a:solidFill>
                <a:srgbClr val="E3C281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5" name="AutoShape 265"/>
              <p:cNvSpPr/>
              <p:nvPr/>
            </p:nvSpPr>
            <p:spPr>
              <a:xfrm>
                <a:off x="-2269582" y="9140806"/>
                <a:ext cx="1319869" cy="1314182"/>
              </a:xfrm>
              <a:prstGeom prst="ellipse">
                <a:avLst/>
              </a:prstGeom>
              <a:solidFill>
                <a:srgbClr val="E2AF5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6" name="AutoShape 266"/>
              <p:cNvSpPr/>
              <p:nvPr/>
            </p:nvSpPr>
            <p:spPr>
              <a:xfrm>
                <a:off x="-2332164" y="9157875"/>
                <a:ext cx="1319869" cy="1314182"/>
              </a:xfrm>
              <a:prstGeom prst="ellipse">
                <a:avLst/>
              </a:pr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7" name="AutoShape 267"/>
              <p:cNvSpPr/>
              <p:nvPr/>
            </p:nvSpPr>
            <p:spPr>
              <a:xfrm>
                <a:off x="-2292338" y="9192009"/>
                <a:ext cx="1245912" cy="1251600"/>
              </a:xfrm>
              <a:custGeom>
                <a:avLst/>
                <a:gdLst/>
                <a:ahLst/>
                <a:cxnLst/>
                <a:rect l="l" t="t" r="r" b="b"/>
                <a:pathLst>
                  <a:path w="970" h="970">
                    <a:moveTo>
                      <a:pt x="485" y="0"/>
                    </a:moveTo>
                    <a:cubicBezTo>
                      <a:pt x="217" y="0"/>
                      <a:pt x="0" y="217"/>
                      <a:pt x="0" y="485"/>
                    </a:cubicBezTo>
                    <a:cubicBezTo>
                      <a:pt x="0" y="753"/>
                      <a:pt x="217" y="970"/>
                      <a:pt x="485" y="970"/>
                    </a:cubicBezTo>
                    <a:cubicBezTo>
                      <a:pt x="753" y="970"/>
                      <a:pt x="970" y="753"/>
                      <a:pt x="970" y="485"/>
                    </a:cubicBezTo>
                    <a:cubicBezTo>
                      <a:pt x="970" y="217"/>
                      <a:pt x="753" y="0"/>
                      <a:pt x="485" y="0"/>
                    </a:cubicBezTo>
                    <a:close/>
                    <a:moveTo>
                      <a:pt x="485" y="952"/>
                    </a:moveTo>
                    <a:cubicBezTo>
                      <a:pt x="227" y="952"/>
                      <a:pt x="17" y="743"/>
                      <a:pt x="17" y="485"/>
                    </a:cubicBezTo>
                    <a:cubicBezTo>
                      <a:pt x="17" y="227"/>
                      <a:pt x="227" y="18"/>
                      <a:pt x="485" y="18"/>
                    </a:cubicBezTo>
                    <a:cubicBezTo>
                      <a:pt x="743" y="18"/>
                      <a:pt x="952" y="227"/>
                      <a:pt x="952" y="485"/>
                    </a:cubicBezTo>
                    <a:cubicBezTo>
                      <a:pt x="952" y="743"/>
                      <a:pt x="743" y="952"/>
                      <a:pt x="485" y="952"/>
                    </a:cubicBezTo>
                    <a:close/>
                  </a:path>
                </a:pathLst>
              </a:custGeom>
              <a:solidFill>
                <a:srgbClr val="FDEE99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8" name="AutoShape 268"/>
              <p:cNvSpPr/>
              <p:nvPr/>
            </p:nvSpPr>
            <p:spPr>
              <a:xfrm>
                <a:off x="-2121667" y="9368370"/>
                <a:ext cx="898876" cy="898876"/>
              </a:xfrm>
              <a:prstGeom prst="ellipse">
                <a:avLst/>
              </a:prstGeom>
              <a:solidFill>
                <a:srgbClr val="E2AF5B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69" name="AutoShape 269"/>
              <p:cNvSpPr/>
              <p:nvPr/>
            </p:nvSpPr>
            <p:spPr>
              <a:xfrm>
                <a:off x="-2076154" y="9396817"/>
                <a:ext cx="847676" cy="841985"/>
              </a:xfrm>
              <a:prstGeom prst="ellipse">
                <a:avLst/>
              </a:prstGeom>
              <a:solidFill>
                <a:srgbClr val="FDEE99">
                  <a:alpha val="100000"/>
                </a:srgbClr>
              </a:solidFill>
              <a:ln>
                <a:headEnd type="none"/>
                <a:tailEnd type="none"/>
              </a:ln>
            </p:spPr>
          </p:sp>
          <p:sp>
            <p:nvSpPr>
              <p:cNvPr id="270" name="AutoShape 270"/>
              <p:cNvSpPr/>
              <p:nvPr/>
            </p:nvSpPr>
            <p:spPr>
              <a:xfrm>
                <a:off x="-1848591" y="9504908"/>
                <a:ext cx="369793" cy="625800"/>
              </a:xfrm>
              <a:custGeom>
                <a:avLst/>
                <a:gdLst/>
                <a:ahLst/>
                <a:cxnLst/>
                <a:rect l="l" t="t" r="r" b="b"/>
                <a:pathLst>
                  <a:path w="285" h="486">
                    <a:moveTo>
                      <a:pt x="110" y="414"/>
                    </a:moveTo>
                    <a:cubicBezTo>
                      <a:pt x="72" y="411"/>
                      <a:pt x="35" y="400"/>
                      <a:pt x="0" y="383"/>
                    </a:cubicBezTo>
                    <a:cubicBezTo>
                      <a:pt x="4" y="296"/>
                      <a:pt x="4" y="296"/>
                      <a:pt x="4" y="296"/>
                    </a:cubicBezTo>
                    <a:cubicBezTo>
                      <a:pt x="24" y="307"/>
                      <a:pt x="46" y="317"/>
                      <a:pt x="69" y="325"/>
                    </a:cubicBezTo>
                    <a:cubicBezTo>
                      <a:pt x="93" y="333"/>
                      <a:pt x="114" y="337"/>
                      <a:pt x="132" y="338"/>
                    </a:cubicBezTo>
                    <a:cubicBezTo>
                      <a:pt x="147" y="339"/>
                      <a:pt x="158" y="337"/>
                      <a:pt x="165" y="334"/>
                    </a:cubicBezTo>
                    <a:cubicBezTo>
                      <a:pt x="172" y="331"/>
                      <a:pt x="176" y="325"/>
                      <a:pt x="176" y="317"/>
                    </a:cubicBezTo>
                    <a:cubicBezTo>
                      <a:pt x="176" y="311"/>
                      <a:pt x="174" y="306"/>
                      <a:pt x="169" y="301"/>
                    </a:cubicBezTo>
                    <a:cubicBezTo>
                      <a:pt x="165" y="297"/>
                      <a:pt x="156" y="292"/>
                      <a:pt x="145" y="287"/>
                    </a:cubicBezTo>
                    <a:cubicBezTo>
                      <a:pt x="133" y="281"/>
                      <a:pt x="118" y="274"/>
                      <a:pt x="98" y="266"/>
                    </a:cubicBezTo>
                    <a:cubicBezTo>
                      <a:pt x="77" y="257"/>
                      <a:pt x="59" y="247"/>
                      <a:pt x="46" y="236"/>
                    </a:cubicBezTo>
                    <a:cubicBezTo>
                      <a:pt x="32" y="225"/>
                      <a:pt x="23" y="213"/>
                      <a:pt x="17" y="200"/>
                    </a:cubicBezTo>
                    <a:cubicBezTo>
                      <a:pt x="12" y="187"/>
                      <a:pt x="9" y="171"/>
                      <a:pt x="10" y="152"/>
                    </a:cubicBezTo>
                    <a:cubicBezTo>
                      <a:pt x="11" y="123"/>
                      <a:pt x="22" y="101"/>
                      <a:pt x="41" y="85"/>
                    </a:cubicBezTo>
                    <a:cubicBezTo>
                      <a:pt x="61" y="70"/>
                      <a:pt x="89" y="61"/>
                      <a:pt x="126" y="59"/>
                    </a:cubicBezTo>
                    <a:cubicBezTo>
                      <a:pt x="129" y="0"/>
                      <a:pt x="129" y="0"/>
                      <a:pt x="129" y="0"/>
                    </a:cubicBezTo>
                    <a:cubicBezTo>
                      <a:pt x="183" y="3"/>
                      <a:pt x="183" y="3"/>
                      <a:pt x="183" y="3"/>
                    </a:cubicBezTo>
                    <a:cubicBezTo>
                      <a:pt x="181" y="61"/>
                      <a:pt x="181" y="61"/>
                      <a:pt x="181" y="61"/>
                    </a:cubicBezTo>
                    <a:cubicBezTo>
                      <a:pt x="216" y="64"/>
                      <a:pt x="251" y="74"/>
                      <a:pt x="285" y="91"/>
                    </a:cubicBezTo>
                    <a:cubicBezTo>
                      <a:pt x="251" y="165"/>
                      <a:pt x="251" y="165"/>
                      <a:pt x="251" y="165"/>
                    </a:cubicBezTo>
                    <a:cubicBezTo>
                      <a:pt x="215" y="147"/>
                      <a:pt x="182" y="137"/>
                      <a:pt x="152" y="136"/>
                    </a:cubicBezTo>
                    <a:cubicBezTo>
                      <a:pt x="138" y="135"/>
                      <a:pt x="128" y="136"/>
                      <a:pt x="123" y="140"/>
                    </a:cubicBezTo>
                    <a:cubicBezTo>
                      <a:pt x="117" y="143"/>
                      <a:pt x="114" y="148"/>
                      <a:pt x="113" y="154"/>
                    </a:cubicBezTo>
                    <a:cubicBezTo>
                      <a:pt x="113" y="160"/>
                      <a:pt x="115" y="165"/>
                      <a:pt x="119" y="169"/>
                    </a:cubicBezTo>
                    <a:cubicBezTo>
                      <a:pt x="123" y="173"/>
                      <a:pt x="130" y="177"/>
                      <a:pt x="140" y="183"/>
                    </a:cubicBezTo>
                    <a:cubicBezTo>
                      <a:pt x="150" y="188"/>
                      <a:pt x="164" y="194"/>
                      <a:pt x="181" y="201"/>
                    </a:cubicBezTo>
                    <a:cubicBezTo>
                      <a:pt x="218" y="215"/>
                      <a:pt x="243" y="231"/>
                      <a:pt x="258" y="249"/>
                    </a:cubicBezTo>
                    <a:cubicBezTo>
                      <a:pt x="274" y="266"/>
                      <a:pt x="281" y="288"/>
                      <a:pt x="280" y="314"/>
                    </a:cubicBezTo>
                    <a:cubicBezTo>
                      <a:pt x="278" y="343"/>
                      <a:pt x="268" y="367"/>
                      <a:pt x="248" y="385"/>
                    </a:cubicBezTo>
                    <a:cubicBezTo>
                      <a:pt x="229" y="402"/>
                      <a:pt x="201" y="412"/>
                      <a:pt x="165" y="415"/>
                    </a:cubicBezTo>
                    <a:cubicBezTo>
                      <a:pt x="162" y="486"/>
                      <a:pt x="162" y="486"/>
                      <a:pt x="162" y="486"/>
                    </a:cubicBezTo>
                    <a:cubicBezTo>
                      <a:pt x="107" y="483"/>
                      <a:pt x="107" y="483"/>
                      <a:pt x="107" y="483"/>
                    </a:cubicBezTo>
                    <a:lnTo>
                      <a:pt x="110" y="414"/>
                    </a:lnTo>
                    <a:close/>
                  </a:path>
                </a:pathLst>
              </a:custGeom>
              <a:solidFill>
                <a:srgbClr val="F9BF35">
                  <a:alpha val="100000"/>
                </a:srgbClr>
              </a:solidFill>
              <a:ln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2F6FFD">
                <a:alpha val="100000"/>
                <a:lumMod val="20000"/>
                <a:lumOff val="80000"/>
              </a:srgbClr>
            </a:gs>
            <a:gs pos="100000">
              <a:srgbClr val="1AC9FF">
                <a:alpha val="16862"/>
                <a:lumMod val="20000"/>
                <a:lumOff val="8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2757383" y="1446233"/>
            <a:ext cx="0" cy="4186204"/>
          </a:xfrm>
          <a:prstGeom prst="line">
            <a:avLst/>
          </a:prstGeom>
          <a:ln w="3175">
            <a:solidFill>
              <a:srgbClr val="778495">
                <a:alpha val="50196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1611070" y="4588223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778495">
              <a:alpha val="14901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gradFill>
          <a:gsLst>
            <a:gs pos="0">
              <a:srgbClr val="2F6FFD">
                <a:alpha val="100000"/>
              </a:srgbClr>
            </a:gs>
            <a:gs pos="100000">
              <a:srgbClr val="2F6FFD">
                <a:alpha val="100000"/>
                <a:lumMod val="75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3768724" y="1130979"/>
              <a:ext cx="8423276" cy="5727021"/>
            </a:xfrm>
            <a:custGeom>
              <a:avLst/>
              <a:gdLst/>
              <a:ahLst/>
              <a:cxnLst/>
              <a:rect l="l" t="t" r="r" b="b"/>
              <a:pathLst>
                <a:path w="8423276" h="5727021">
                  <a:moveTo>
                    <a:pt x="4838700" y="0"/>
                  </a:moveTo>
                  <a:cubicBezTo>
                    <a:pt x="6258381" y="0"/>
                    <a:pt x="7535260" y="611405"/>
                    <a:pt x="8420393" y="1585268"/>
                  </a:cubicBezTo>
                  <a:lnTo>
                    <a:pt x="8423276" y="1588596"/>
                  </a:lnTo>
                  <a:lnTo>
                    <a:pt x="8423276" y="5727021"/>
                  </a:lnTo>
                  <a:lnTo>
                    <a:pt x="82797" y="5727021"/>
                  </a:lnTo>
                  <a:lnTo>
                    <a:pt x="55753" y="5575586"/>
                  </a:lnTo>
                  <a:cubicBezTo>
                    <a:pt x="19041" y="5335317"/>
                    <a:pt x="0" y="5089232"/>
                    <a:pt x="0" y="4838700"/>
                  </a:cubicBezTo>
                  <a:cubicBezTo>
                    <a:pt x="0" y="2166360"/>
                    <a:pt x="2166360" y="0"/>
                    <a:pt x="4838700" y="0"/>
                  </a:cubicBezTo>
                  <a:close/>
                </a:path>
              </a:pathLst>
            </a:custGeom>
            <a:gradFill>
              <a:gsLst>
                <a:gs pos="0">
                  <a:srgbClr val="1AC9FF">
                    <a:alpha val="43137"/>
                  </a:srgbClr>
                </a:gs>
                <a:gs pos="100000">
                  <a:srgbClr val="1AC9FF">
                    <a:alpha val="0"/>
                  </a:srgbClr>
                </a:gs>
              </a:gsLst>
              <a:lin ang="270000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0" y="0"/>
              <a:ext cx="12192000" cy="6459794"/>
            </a:xfrm>
            <a:custGeom>
              <a:avLst/>
              <a:gdLst/>
              <a:ahLst/>
              <a:cxnLst/>
              <a:rect l="l" t="t" r="r" b="b"/>
              <a:pathLst>
                <a:path w="6362699" h="6858000">
                  <a:moveTo>
                    <a:pt x="0" y="0"/>
                  </a:moveTo>
                  <a:lnTo>
                    <a:pt x="6362699" y="0"/>
                  </a:lnTo>
                  <a:lnTo>
                    <a:pt x="6362699" y="6858000"/>
                  </a:lnTo>
                  <a:lnTo>
                    <a:pt x="0" y="6858000"/>
                  </a:lnTo>
                  <a:close/>
                </a:path>
              </a:pathLst>
            </a:custGeom>
            <a:blipFill rotWithShape="1">
              <a:blip r:embed="rId2">
                <a:alphaModFix amt="12941"/>
                <a:alphaModFix amt="12941"/>
              </a:blip>
              <a:stretch>
                <a:fillRect l="-11660" t="-41838" r="-11660" b="-74268"/>
              </a:stretch>
            </a:blip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6096000" y="5551476"/>
              <a:ext cx="1241478" cy="409355"/>
              <a:chOff x="6096000" y="5551476"/>
              <a:chExt cx="1241478" cy="409355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7039777" y="5551476"/>
                <a:ext cx="297701" cy="409354"/>
              </a:xfrm>
              <a:custGeom>
                <a:avLst/>
                <a:gdLst/>
                <a:ahLst/>
                <a:cxnLst/>
                <a:rect l="l" t="t" r="r" b="b"/>
                <a:pathLst>
                  <a:path w="297701" h="409353">
                    <a:moveTo>
                      <a:pt x="58004" y="339"/>
                    </a:moveTo>
                    <a:cubicBezTo>
                      <a:pt x="74447" y="-1346"/>
                      <a:pt x="91531" y="3242"/>
                      <a:pt x="105362" y="14502"/>
                    </a:cubicBezTo>
                    <a:lnTo>
                      <a:pt x="274147" y="151914"/>
                    </a:lnTo>
                    <a:cubicBezTo>
                      <a:pt x="287978" y="163174"/>
                      <a:pt x="295936" y="178974"/>
                      <a:pt x="297620" y="195416"/>
                    </a:cubicBezTo>
                    <a:lnTo>
                      <a:pt x="297658" y="201322"/>
                    </a:lnTo>
                    <a:lnTo>
                      <a:pt x="297701" y="201548"/>
                    </a:lnTo>
                    <a:lnTo>
                      <a:pt x="297681" y="204678"/>
                    </a:lnTo>
                    <a:lnTo>
                      <a:pt x="297701" y="207807"/>
                    </a:lnTo>
                    <a:lnTo>
                      <a:pt x="297658" y="208033"/>
                    </a:lnTo>
                    <a:lnTo>
                      <a:pt x="297619" y="213940"/>
                    </a:lnTo>
                    <a:cubicBezTo>
                      <a:pt x="295935" y="230382"/>
                      <a:pt x="287978" y="246182"/>
                      <a:pt x="274147" y="257442"/>
                    </a:cubicBezTo>
                    <a:lnTo>
                      <a:pt x="105363" y="394854"/>
                    </a:lnTo>
                    <a:cubicBezTo>
                      <a:pt x="77701" y="417373"/>
                      <a:pt x="37022" y="413205"/>
                      <a:pt x="14502" y="385543"/>
                    </a:cubicBezTo>
                    <a:cubicBezTo>
                      <a:pt x="-8017" y="357883"/>
                      <a:pt x="-3850" y="317203"/>
                      <a:pt x="23812" y="294684"/>
                    </a:cubicBezTo>
                    <a:lnTo>
                      <a:pt x="134367" y="204678"/>
                    </a:lnTo>
                    <a:lnTo>
                      <a:pt x="23812" y="114673"/>
                    </a:lnTo>
                    <a:cubicBezTo>
                      <a:pt x="-3849" y="92153"/>
                      <a:pt x="-8018" y="51472"/>
                      <a:pt x="14502" y="23811"/>
                    </a:cubicBezTo>
                    <a:cubicBezTo>
                      <a:pt x="25762" y="9981"/>
                      <a:pt x="41562" y="2024"/>
                      <a:pt x="58004" y="339"/>
                    </a:cubicBezTo>
                    <a:close/>
                  </a:path>
                </a:pathLst>
              </a:custGeom>
              <a:ln w="12700">
                <a:solidFill>
                  <a:srgbClr val="1AC9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6096000" y="5551477"/>
                <a:ext cx="297700" cy="409354"/>
              </a:xfrm>
              <a:custGeom>
                <a:avLst/>
                <a:gdLst/>
                <a:ahLst/>
                <a:cxnLst/>
                <a:rect l="l" t="t" r="r" b="b"/>
                <a:pathLst>
                  <a:path w="297700" h="409353">
                    <a:moveTo>
                      <a:pt x="58003" y="339"/>
                    </a:moveTo>
                    <a:cubicBezTo>
                      <a:pt x="74446" y="-1346"/>
                      <a:pt x="91531" y="3242"/>
                      <a:pt x="105361" y="14502"/>
                    </a:cubicBezTo>
                    <a:lnTo>
                      <a:pt x="274146" y="151914"/>
                    </a:lnTo>
                    <a:cubicBezTo>
                      <a:pt x="287977" y="163174"/>
                      <a:pt x="295934" y="178974"/>
                      <a:pt x="297619" y="195416"/>
                    </a:cubicBezTo>
                    <a:lnTo>
                      <a:pt x="297658" y="201323"/>
                    </a:lnTo>
                    <a:lnTo>
                      <a:pt x="297700" y="201548"/>
                    </a:lnTo>
                    <a:lnTo>
                      <a:pt x="297680" y="204678"/>
                    </a:lnTo>
                    <a:lnTo>
                      <a:pt x="297700" y="207808"/>
                    </a:lnTo>
                    <a:lnTo>
                      <a:pt x="297658" y="208033"/>
                    </a:lnTo>
                    <a:lnTo>
                      <a:pt x="297619" y="213940"/>
                    </a:lnTo>
                    <a:cubicBezTo>
                      <a:pt x="295934" y="230382"/>
                      <a:pt x="287977" y="246182"/>
                      <a:pt x="274146" y="257442"/>
                    </a:cubicBezTo>
                    <a:lnTo>
                      <a:pt x="105362" y="394854"/>
                    </a:lnTo>
                    <a:cubicBezTo>
                      <a:pt x="77701" y="417373"/>
                      <a:pt x="37021" y="413205"/>
                      <a:pt x="14501" y="385544"/>
                    </a:cubicBezTo>
                    <a:cubicBezTo>
                      <a:pt x="-8018" y="357883"/>
                      <a:pt x="-3850" y="317203"/>
                      <a:pt x="23811" y="294683"/>
                    </a:cubicBezTo>
                    <a:lnTo>
                      <a:pt x="134366" y="204678"/>
                    </a:lnTo>
                    <a:lnTo>
                      <a:pt x="23811" y="114672"/>
                    </a:lnTo>
                    <a:cubicBezTo>
                      <a:pt x="-3850" y="92152"/>
                      <a:pt x="-8018" y="51472"/>
                      <a:pt x="14501" y="23811"/>
                    </a:cubicBezTo>
                    <a:cubicBezTo>
                      <a:pt x="25761" y="9981"/>
                      <a:pt x="41561" y="2024"/>
                      <a:pt x="58003" y="339"/>
                    </a:cubicBezTo>
                    <a:close/>
                  </a:path>
                </a:pathLst>
              </a:custGeom>
              <a:solidFill>
                <a:srgbClr val="1AC9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6567888" y="5551477"/>
                <a:ext cx="297701" cy="409354"/>
              </a:xfrm>
              <a:custGeom>
                <a:avLst/>
                <a:gdLst/>
                <a:ahLst/>
                <a:cxnLst/>
                <a:rect l="l" t="t" r="r" b="b"/>
                <a:pathLst>
                  <a:path w="297701" h="409353">
                    <a:moveTo>
                      <a:pt x="58004" y="339"/>
                    </a:moveTo>
                    <a:cubicBezTo>
                      <a:pt x="74447" y="-1346"/>
                      <a:pt x="91532" y="3242"/>
                      <a:pt x="105362" y="14502"/>
                    </a:cubicBezTo>
                    <a:lnTo>
                      <a:pt x="274147" y="151914"/>
                    </a:lnTo>
                    <a:cubicBezTo>
                      <a:pt x="287978" y="163174"/>
                      <a:pt x="295936" y="178974"/>
                      <a:pt x="297620" y="195416"/>
                    </a:cubicBezTo>
                    <a:lnTo>
                      <a:pt x="297658" y="201322"/>
                    </a:lnTo>
                    <a:lnTo>
                      <a:pt x="297701" y="201548"/>
                    </a:lnTo>
                    <a:lnTo>
                      <a:pt x="297681" y="204678"/>
                    </a:lnTo>
                    <a:lnTo>
                      <a:pt x="297701" y="207807"/>
                    </a:lnTo>
                    <a:lnTo>
                      <a:pt x="297658" y="208033"/>
                    </a:lnTo>
                    <a:lnTo>
                      <a:pt x="297619" y="213940"/>
                    </a:lnTo>
                    <a:cubicBezTo>
                      <a:pt x="295935" y="230382"/>
                      <a:pt x="287978" y="246182"/>
                      <a:pt x="274147" y="257442"/>
                    </a:cubicBezTo>
                    <a:lnTo>
                      <a:pt x="105363" y="394854"/>
                    </a:lnTo>
                    <a:cubicBezTo>
                      <a:pt x="77702" y="417373"/>
                      <a:pt x="37022" y="413205"/>
                      <a:pt x="14502" y="385543"/>
                    </a:cubicBezTo>
                    <a:cubicBezTo>
                      <a:pt x="-8017" y="357883"/>
                      <a:pt x="-3850" y="317203"/>
                      <a:pt x="23812" y="294684"/>
                    </a:cubicBezTo>
                    <a:lnTo>
                      <a:pt x="134367" y="204678"/>
                    </a:lnTo>
                    <a:lnTo>
                      <a:pt x="23812" y="114673"/>
                    </a:lnTo>
                    <a:cubicBezTo>
                      <a:pt x="-3849" y="92153"/>
                      <a:pt x="-8018" y="51472"/>
                      <a:pt x="14502" y="23811"/>
                    </a:cubicBezTo>
                    <a:cubicBezTo>
                      <a:pt x="25762" y="9981"/>
                      <a:pt x="41562" y="2024"/>
                      <a:pt x="58004" y="339"/>
                    </a:cubicBezTo>
                    <a:close/>
                  </a:path>
                </a:pathLst>
              </a:custGeom>
              <a:ln w="12700">
                <a:solidFill>
                  <a:srgbClr val="1AC9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sp>
          <p:nvSpPr>
            <p:cNvPr id="9" name="AutoShape 9"/>
            <p:cNvSpPr/>
            <p:nvPr/>
          </p:nvSpPr>
          <p:spPr>
            <a:xfrm>
              <a:off x="0" y="0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362699" h="6858000">
                  <a:moveTo>
                    <a:pt x="0" y="0"/>
                  </a:moveTo>
                  <a:lnTo>
                    <a:pt x="6362699" y="0"/>
                  </a:lnTo>
                  <a:lnTo>
                    <a:pt x="6362699" y="6858000"/>
                  </a:lnTo>
                  <a:lnTo>
                    <a:pt x="0" y="6858000"/>
                  </a:lnTo>
                  <a:close/>
                </a:path>
              </a:pathLst>
            </a:custGeom>
            <a:blipFill rotWithShape="1">
              <a:blip r:embed="rId3">
                <a:alphaModFix amt="100000"/>
                <a:alphaModFix amt="100000"/>
              </a:blip>
              <a:stretch>
                <a:fillRect l="-53688" t="-22022" r="-33654" b="-42922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0" y="1560828"/>
              <a:ext cx="5295900" cy="5297172"/>
            </a:xfrm>
            <a:custGeom>
              <a:avLst/>
              <a:gdLst/>
              <a:ahLst/>
              <a:cxnLst/>
              <a:rect l="l" t="t" r="r" b="b"/>
              <a:pathLst>
                <a:path w="3314700" h="3315496">
                  <a:moveTo>
                    <a:pt x="621504" y="0"/>
                  </a:moveTo>
                  <a:cubicBezTo>
                    <a:pt x="2108915" y="0"/>
                    <a:pt x="3314700" y="1205785"/>
                    <a:pt x="3314700" y="2693196"/>
                  </a:cubicBezTo>
                  <a:cubicBezTo>
                    <a:pt x="3314700" y="2879123"/>
                    <a:pt x="3295860" y="3060649"/>
                    <a:pt x="3259984" y="3235969"/>
                  </a:cubicBezTo>
                  <a:lnTo>
                    <a:pt x="3239536" y="3315496"/>
                  </a:lnTo>
                  <a:lnTo>
                    <a:pt x="0" y="3315496"/>
                  </a:lnTo>
                  <a:lnTo>
                    <a:pt x="0" y="73228"/>
                  </a:lnTo>
                  <a:lnTo>
                    <a:pt x="111676" y="48190"/>
                  </a:lnTo>
                  <a:cubicBezTo>
                    <a:pt x="276760" y="16559"/>
                    <a:pt x="447198" y="0"/>
                    <a:pt x="621504" y="0"/>
                  </a:cubicBezTo>
                  <a:close/>
                </a:path>
              </a:pathLst>
            </a:custGeom>
            <a:gradFill>
              <a:gsLst>
                <a:gs pos="63999">
                  <a:srgbClr val="1AC9FF">
                    <a:alpha val="0"/>
                    <a:lumMod val="20000"/>
                    <a:lumOff val="80000"/>
                  </a:srgbClr>
                </a:gs>
                <a:gs pos="100000">
                  <a:srgbClr val="1AC9FF">
                    <a:alpha val="100000"/>
                    <a:lumMod val="40000"/>
                    <a:lumOff val="6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grpSp>
          <p:nvGrpSpPr>
            <p:cNvPr id="11" name="Group 11"/>
            <p:cNvGrpSpPr/>
            <p:nvPr/>
          </p:nvGrpSpPr>
          <p:grpSpPr>
            <a:xfrm rot="0">
              <a:off x="10986442" y="916244"/>
              <a:ext cx="532458" cy="112456"/>
              <a:chOff x="5606021" y="5912531"/>
              <a:chExt cx="867631" cy="183245"/>
            </a:xfrm>
          </p:grpSpPr>
          <p:sp>
            <p:nvSpPr>
              <p:cNvPr id="12" name="AutoShape 12"/>
              <p:cNvSpPr/>
              <p:nvPr/>
            </p:nvSpPr>
            <p:spPr>
              <a:xfrm>
                <a:off x="5948214" y="5912531"/>
                <a:ext cx="183245" cy="183245"/>
              </a:xfrm>
              <a:prstGeom prst="ellipse">
                <a:avLst/>
              </a:prstGeom>
              <a:solidFill>
                <a:srgbClr val="1AC9FF">
                  <a:alpha val="5215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5606021" y="5912531"/>
                <a:ext cx="183245" cy="183245"/>
              </a:xfrm>
              <a:prstGeom prst="ellipse">
                <a:avLst/>
              </a:prstGeom>
              <a:solidFill>
                <a:srgbClr val="1AC9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6290407" y="5912531"/>
                <a:ext cx="183245" cy="183245"/>
              </a:xfrm>
              <a:prstGeom prst="ellipse">
                <a:avLst/>
              </a:prstGeom>
              <a:solidFill>
                <a:srgbClr val="1AC9FF">
                  <a:alpha val="52156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95950" y="1314451"/>
            <a:ext cx="5822950" cy="264092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 w="19050"/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计算机技术重塑金融文档处理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7184570" y="4096435"/>
            <a:ext cx="4334329" cy="73261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AC9FF">
                  <a:alpha val="100000"/>
                </a:srgbClr>
              </a:gs>
              <a:gs pos="93000">
                <a:srgbClr val="2F6FFD">
                  <a:alpha val="100000"/>
                </a:srgbClr>
              </a:gs>
            </a:gsLst>
            <a:lin ang="0"/>
          </a:gra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Agentar-Fin-OCR系统及其对金融领域的影响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8115300" y="5395913"/>
            <a:ext cx="3403599" cy="346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ctr" anchorCtr="0"/>
          <a:lstStyle/>
          <a:p>
            <a:pPr algn="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2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报告人名称</a:t>
            </a:r>
            <a:r>
              <a:rPr lang="zh-CN" altLang="en-US" sz="12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：刘洋</a:t>
            </a:r>
            <a:endParaRPr lang="zh-CN" altLang="en-US" sz="1200" b="0" i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305800" y="5787800"/>
            <a:ext cx="3403600" cy="346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2026.4.13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098f533-b4f0-4da3-8e81-41bfe27385c6"/>
          <p:cNvGrpSpPr/>
          <p:nvPr/>
        </p:nvGrpSpPr>
        <p:grpSpPr>
          <a:xfrm rot="0">
            <a:off x="666750" y="1130299"/>
            <a:ext cx="10858500" cy="5003801"/>
            <a:chOff x="666750" y="1130299"/>
            <a:chExt cx="10858500" cy="5003801"/>
          </a:xfrm>
        </p:grpSpPr>
        <p:sp>
          <p:nvSpPr>
            <p:cNvPr id="3" name="AutoShape 3"/>
            <p:cNvSpPr/>
            <p:nvPr/>
          </p:nvSpPr>
          <p:spPr>
            <a:xfrm>
              <a:off x="666750" y="1130299"/>
              <a:ext cx="6764491" cy="772777"/>
            </a:xfrm>
            <a:prstGeom prst="rect">
              <a:avLst/>
            </a:prstGeom>
            <a:ln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 rot="0">
              <a:off x="1386069" y="2000168"/>
              <a:ext cx="6045171" cy="772778"/>
              <a:chOff x="685800" y="2000168"/>
              <a:chExt cx="6045171" cy="772778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1369058" y="2000168"/>
                <a:ext cx="5361913" cy="7727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引言与挑战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85800" y="2080557"/>
                <a:ext cx="612000" cy="612000"/>
              </a:xfrm>
              <a:prstGeom prst="rect">
                <a:avLst/>
              </a:prstGeom>
              <a:solidFill>
                <a:srgbClr val="2F6FF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0">
              <a:off x="1386069" y="3055934"/>
              <a:ext cx="6045171" cy="772778"/>
              <a:chOff x="685800" y="3055934"/>
              <a:chExt cx="6045171" cy="77277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1369058" y="3055934"/>
                <a:ext cx="5361913" cy="7727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关键技术解析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85800" y="3136323"/>
                <a:ext cx="612000" cy="612000"/>
              </a:xfrm>
              <a:prstGeom prst="rect">
                <a:avLst/>
              </a:prstGeom>
              <a:solidFill>
                <a:srgbClr val="2F6FF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1386069" y="4111700"/>
              <a:ext cx="6045171" cy="772778"/>
              <a:chOff x="685800" y="4111700"/>
              <a:chExt cx="6045171" cy="77277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1369058" y="4111700"/>
                <a:ext cx="5361913" cy="7727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基准与评估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85800" y="4192089"/>
                <a:ext cx="612000" cy="612000"/>
              </a:xfrm>
              <a:prstGeom prst="rect">
                <a:avLst/>
              </a:prstGeom>
              <a:solidFill>
                <a:srgbClr val="2F6FF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1386069" y="5167465"/>
              <a:ext cx="6045171" cy="772778"/>
              <a:chOff x="685800" y="5167465"/>
              <a:chExt cx="6045171" cy="772778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369058" y="5167465"/>
                <a:ext cx="5361913" cy="77277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总结与展望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85800" y="5247854"/>
                <a:ext cx="612000" cy="612000"/>
              </a:xfrm>
              <a:prstGeom prst="rect">
                <a:avLst/>
              </a:prstGeom>
              <a:solidFill>
                <a:srgbClr val="2F6FF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3101" y="2286000"/>
            <a:ext cx="5428799" cy="89908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引言与挑战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883101" y="3196941"/>
            <a:ext cx="5428799" cy="21878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概述金融文档处理现状，剖析其在布局、语义和审计等方面面临的独特挑战，引出本论文的研究动机。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76b3a4b-b8b4-40bb-9ae7-a48552a749e6"/>
          <p:cNvGrpSpPr/>
          <p:nvPr/>
        </p:nvGrpSpPr>
        <p:grpSpPr>
          <a:xfrm rot="0">
            <a:off x="660400" y="1130301"/>
            <a:ext cx="10858500" cy="4747259"/>
            <a:chOff x="660400" y="1130301"/>
            <a:chExt cx="10858500" cy="4747259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1"/>
              <a:ext cx="10858500" cy="52432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传统方法难以满足严苛的金融业务需求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2330715"/>
              <a:ext cx="3466519" cy="3546845"/>
              <a:chOff x="758386" y="1863271"/>
              <a:chExt cx="2562888" cy="3546845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758386" y="2387599"/>
                <a:ext cx="2562888" cy="50138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文档解析技术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58386" y="3049706"/>
                <a:ext cx="2562888" cy="23604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旨在将非结构化的PDF文件转化为机器可读的结构化数据，是文档智能的核心。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58386" y="1863271"/>
                <a:ext cx="1086289" cy="52432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b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26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8" name="AutoShape 8"/>
              <p:cNvSpPr/>
              <p:nvPr/>
            </p:nvSpPr>
            <p:spPr>
              <a:xfrm>
                <a:off x="859367" y="2969344"/>
                <a:ext cx="2461907" cy="0"/>
              </a:xfrm>
              <a:prstGeom prst="line">
                <a:avLst/>
              </a:prstGeom>
              <a:ln w="6350">
                <a:solidFill>
                  <a:srgbClr val="2F6FFD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9" name="Group 9"/>
            <p:cNvGrpSpPr/>
            <p:nvPr/>
          </p:nvGrpSpPr>
          <p:grpSpPr>
            <a:xfrm rot="0">
              <a:off x="4356390" y="2330715"/>
              <a:ext cx="3466519" cy="3546845"/>
              <a:chOff x="758386" y="1863271"/>
              <a:chExt cx="2562888" cy="354684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758386" y="2387599"/>
                <a:ext cx="2562888" cy="50138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金融场景的严格要求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58386" y="3049706"/>
                <a:ext cx="2562888" cy="23604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金融领域对业务理解准确性、信息提取精度和审计可追溯性有极为严格的要求。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58386" y="1863271"/>
                <a:ext cx="1086289" cy="52432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b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26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3" name="AutoShape 13"/>
              <p:cNvSpPr/>
              <p:nvPr/>
            </p:nvSpPr>
            <p:spPr>
              <a:xfrm>
                <a:off x="859367" y="2969344"/>
                <a:ext cx="2461907" cy="0"/>
              </a:xfrm>
              <a:prstGeom prst="line">
                <a:avLst/>
              </a:prstGeom>
              <a:ln w="6350">
                <a:solidFill>
                  <a:srgbClr val="2F6FFD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</p:grpSp>
        <p:grpSp>
          <p:nvGrpSpPr>
            <p:cNvPr id="14" name="Group 14"/>
            <p:cNvGrpSpPr/>
            <p:nvPr/>
          </p:nvGrpSpPr>
          <p:grpSpPr>
            <a:xfrm rot="0">
              <a:off x="8052381" y="2330715"/>
              <a:ext cx="3466519" cy="3546845"/>
              <a:chOff x="758386" y="1863271"/>
              <a:chExt cx="2562888" cy="3546845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58386" y="2387599"/>
                <a:ext cx="2562888" cy="50138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b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现有方法的局限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8386" y="3049706"/>
                <a:ext cx="2562888" cy="23604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现有解析模型多聚焦于单页分析，缺乏对文档全局逻辑和层级结构的把握，难以满足金融行业需求。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8386" y="1863271"/>
                <a:ext cx="1086289" cy="52432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0000" tIns="46800" rIns="90000" bIns="46800" rtlCol="0" anchor="b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26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859367" y="2969344"/>
                <a:ext cx="2461907" cy="0"/>
              </a:xfrm>
              <a:prstGeom prst="line">
                <a:avLst/>
              </a:prstGeom>
              <a:ln w="6350">
                <a:solidFill>
                  <a:srgbClr val="2F6FFD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金融文档处理现状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fc98c1a-c8b5-4d44-8c73-7ddc1e4069a8"/>
          <p:cNvGrpSpPr/>
          <p:nvPr/>
        </p:nvGrpSpPr>
        <p:grpSpPr>
          <a:xfrm rot="0">
            <a:off x="660400" y="1130302"/>
            <a:ext cx="10858500" cy="4870448"/>
            <a:chOff x="660400" y="1130302"/>
            <a:chExt cx="10858500" cy="4870448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2"/>
              <a:ext cx="10858500" cy="733512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复杂性与专业性带来多重解析难题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2254250"/>
              <a:ext cx="2589735" cy="3746500"/>
              <a:chOff x="1393825" y="2254250"/>
              <a:chExt cx="2978838" cy="3746500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1393825" y="2254250"/>
                <a:ext cx="2978837" cy="37465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5875">
                <a:solidFill>
                  <a:srgbClr val="2F6FF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502740" y="3226202"/>
                <a:ext cx="276100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布局复杂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502740" y="3874202"/>
                <a:ext cx="2761009" cy="20418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buClr>
                    <a:srgbClr val="1C526D">
                      <a:alpha val="100000"/>
                    </a:srgbClr>
                  </a:buClr>
                  <a:buFont typeface="Arial" panose="020B0604020202020204"/>
                  <a:buChar char="•"/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金融文档常采用多栏设计，标准解析器易跨栏读取，导致文本和表格信息合并，破坏语义。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93826" y="2611569"/>
                <a:ext cx="2978837" cy="542988"/>
              </a:xfrm>
              <a:prstGeom prst="rect">
                <a:avLst/>
              </a:prstGeom>
              <a:solidFill>
                <a:srgbClr val="2F6FFD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3416655" y="2254250"/>
              <a:ext cx="2589735" cy="3746500"/>
              <a:chOff x="4801843" y="2254250"/>
              <a:chExt cx="2978838" cy="3746500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4801843" y="2254250"/>
                <a:ext cx="2978837" cy="37465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5875">
                <a:solidFill>
                  <a:srgbClr val="2F6FF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910758" y="3226202"/>
                <a:ext cx="276100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语义碎片化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910758" y="3874202"/>
                <a:ext cx="2761009" cy="20418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buClr>
                    <a:srgbClr val="1C526D">
                      <a:alpha val="100000"/>
                    </a:srgbClr>
                  </a:buClr>
                  <a:buFont typeface="Arial" panose="020B0604020202020204"/>
                  <a:buChar char="•"/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物理分页割裂了文档的层级结构，使下游应用如问答系统面临严重的上下文缺失问题。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801844" y="2611569"/>
                <a:ext cx="2978837" cy="542988"/>
              </a:xfrm>
              <a:prstGeom prst="rect">
                <a:avLst/>
              </a:prstGeom>
              <a:solidFill>
                <a:srgbClr val="2F6FFD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0">
              <a:off x="6172910" y="2254250"/>
              <a:ext cx="2589735" cy="3746500"/>
              <a:chOff x="8209862" y="2254250"/>
              <a:chExt cx="2978838" cy="374650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8209862" y="2254250"/>
                <a:ext cx="2978837" cy="37465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5875">
                <a:solidFill>
                  <a:srgbClr val="2F6FF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318776" y="3226202"/>
                <a:ext cx="276100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视觉溯源要求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18776" y="3874202"/>
                <a:ext cx="2761009" cy="20418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buClr>
                    <a:srgbClr val="1C526D">
                      <a:alpha val="100000"/>
                    </a:srgbClr>
                  </a:buClr>
                  <a:buFont typeface="Arial" panose="020B0604020202020204"/>
                  <a:buChar char="•"/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金融机构需要精确的单元格级定位，要求每个数据点都能追溯到原始文档的视觉坐标，以满足审计合规。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209863" y="2611569"/>
                <a:ext cx="2978837" cy="542988"/>
              </a:xfrm>
              <a:prstGeom prst="rect">
                <a:avLst/>
              </a:prstGeom>
              <a:solidFill>
                <a:srgbClr val="2F6FFD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0">
              <a:off x="8929165" y="2254250"/>
              <a:ext cx="2589735" cy="3746500"/>
              <a:chOff x="4801843" y="2254250"/>
              <a:chExt cx="2978838" cy="3746500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4801843" y="2254250"/>
                <a:ext cx="2978837" cy="37465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5875">
                <a:solidFill>
                  <a:srgbClr val="2F6FF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910758" y="3226202"/>
                <a:ext cx="2761009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缺乏专业基准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910758" y="3874202"/>
                <a:ext cx="2761009" cy="204185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600"/>
                  </a:spcAft>
                  <a:buClr>
                    <a:srgbClr val="1C526D">
                      <a:alpha val="100000"/>
                    </a:srgbClr>
                  </a:buClr>
                  <a:buFont typeface="Arial" panose="020B0604020202020204"/>
                  <a:buChar char="•"/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现有文档解析基准数据集多针对通用或学术内容，无法体现金融行业的特殊结构与精度需求。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801844" y="2611569"/>
                <a:ext cx="2978837" cy="542988"/>
              </a:xfrm>
              <a:prstGeom prst="rect">
                <a:avLst/>
              </a:prstGeom>
              <a:solidFill>
                <a:srgbClr val="2F6FFD">
                  <a:alpha val="100000"/>
                  <a:lumMod val="75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金融文档解析挑战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3101" y="2286000"/>
            <a:ext cx="5428799" cy="89908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关键技术解析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883101" y="3196941"/>
            <a:ext cx="5428799" cy="21878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详细介绍Agentar-Fin-OCR系统的核心技术，包括跨页内容整合、层级重构、表格解析优化和单元格定位。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c388c66-cc42-4cea-ae8d-e4b4fe9a4bd1"/>
          <p:cNvGrpSpPr/>
          <p:nvPr/>
        </p:nvGrpSpPr>
        <p:grpSpPr>
          <a:xfrm rot="0">
            <a:off x="660399" y="1130300"/>
            <a:ext cx="10858501" cy="5003800"/>
            <a:chOff x="660399" y="1130300"/>
            <a:chExt cx="10858501" cy="5003800"/>
          </a:xfrm>
        </p:grpSpPr>
        <p:grpSp>
          <p:nvGrpSpPr>
            <p:cNvPr id="3" name="Group 3"/>
            <p:cNvGrpSpPr/>
            <p:nvPr/>
          </p:nvGrpSpPr>
          <p:grpSpPr>
            <a:xfrm rot="0">
              <a:off x="660399" y="1782553"/>
              <a:ext cx="10858500" cy="2156035"/>
              <a:chOff x="660399" y="1782553"/>
              <a:chExt cx="10858500" cy="2156035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660399" y="1782553"/>
                <a:ext cx="10858500" cy="2156035"/>
              </a:xfrm>
              <a:prstGeom prst="plaque">
                <a:avLst>
                  <a:gd name="adj" fmla="val 4700"/>
                </a:avLst>
              </a:prstGeom>
              <a:ln w="6350">
                <a:solidFill>
                  <a:srgbClr val="2F6FF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文本跨页合并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03982" y="2251076"/>
                <a:ext cx="9975218" cy="159607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识别并剥离页边非内容元素（如页眉页脚），将跨页文本块按阅读顺序无缝拼接，保持语意连贯。</a:t>
                </a:r>
                <a:endParaRPr lang="en-US" sz="1100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确保文档语义与结构连贯性的关键技术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 rot="0">
              <a:off x="660399" y="3978065"/>
              <a:ext cx="10858500" cy="2156035"/>
              <a:chOff x="660399" y="1782553"/>
              <a:chExt cx="10858500" cy="2156035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660399" y="1782553"/>
                <a:ext cx="10858500" cy="2156035"/>
              </a:xfrm>
              <a:prstGeom prst="plaque">
                <a:avLst>
                  <a:gd name="adj" fmla="val 4700"/>
                </a:avLst>
              </a:prstGeom>
              <a:ln w="6350">
                <a:solidFill>
                  <a:srgbClr val="2F6FFD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表格跨页合并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03982" y="2251076"/>
                <a:ext cx="9975218" cy="159607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通过严格的结构对齐、上下文邻近和自适应头部拼接规则，将分散在多页的同一表格片段合并为完整表格。</a:t>
                </a:r>
                <a:endParaRPr lang="en-US" sz="1100"/>
              </a:p>
            </p:txBody>
          </p:sp>
        </p:grpSp>
      </p:grpSp>
      <p:sp>
        <p:nvSpPr>
          <p:cNvPr id="14" name="TextBox 1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跨页内容整合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eb1bb27-8230-4107-b6cb-757fa6660e02"/>
          <p:cNvGrpSpPr/>
          <p:nvPr/>
        </p:nvGrpSpPr>
        <p:grpSpPr>
          <a:xfrm rot="0">
            <a:off x="660399" y="1290817"/>
            <a:ext cx="10858501" cy="4843283"/>
            <a:chOff x="660399" y="463549"/>
            <a:chExt cx="10858501" cy="4843283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463549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重建全局一致的文档结构骨架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399" y="2089150"/>
              <a:ext cx="4400312" cy="3217682"/>
              <a:chOff x="660399" y="2089150"/>
              <a:chExt cx="4400312" cy="3217682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862711" y="3237066"/>
                <a:ext cx="4123932" cy="0"/>
              </a:xfrm>
              <a:prstGeom prst="straightConnector1">
                <a:avLst/>
              </a:prstGeom>
              <a:ln w="6350">
                <a:solidFill>
                  <a:srgbClr val="2F6FFD">
                    <a:alpha val="100000"/>
                  </a:srgbClr>
                </a:solidFill>
                <a:prstDash val="lgDash"/>
                <a:headEnd type="oval"/>
                <a:tailEnd type="oval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660399" y="2660579"/>
                <a:ext cx="4400309" cy="5242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伪目录聚合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399" y="3327400"/>
                <a:ext cx="4400312" cy="19794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从原始文档中提取标题，按原位置关系生成伪目录图像，并辅以颜色和编号，强化视觉线索。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399" y="2089150"/>
                <a:ext cx="4400309" cy="5714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b" anchorCtr="0"/>
              <a:lstStyle/>
              <a:p>
                <a:pPr algn="l">
                  <a:defRPr/>
                </a:pPr>
                <a:r>
                  <a:rPr lang="en-US" sz="36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7118587" y="2089150"/>
              <a:ext cx="4400312" cy="3217682"/>
              <a:chOff x="7118587" y="2089150"/>
              <a:chExt cx="4400312" cy="3217682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7320899" y="3237066"/>
                <a:ext cx="4123932" cy="0"/>
              </a:xfrm>
              <a:prstGeom prst="straightConnector1">
                <a:avLst/>
              </a:prstGeom>
              <a:ln w="6350">
                <a:solidFill>
                  <a:srgbClr val="2F6FFD">
                    <a:alpha val="100000"/>
                  </a:srgbClr>
                </a:solidFill>
                <a:prstDash val="lgDash"/>
                <a:headEnd type="oval"/>
                <a:tailEnd type="oval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118587" y="2660579"/>
                <a:ext cx="4400309" cy="52425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800" b="1" i="0" strike="noStrike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VLM层级重建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118587" y="3327400"/>
                <a:ext cx="4400312" cy="19794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将伪目录图像和文本信息作为多模态输入，提示大语言模型（LLM）解析出完整的文档层级目录（TOC）树结构。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118587" y="2089150"/>
                <a:ext cx="4400309" cy="5714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b" anchorCtr="0"/>
              <a:lstStyle/>
              <a:p>
                <a:pPr algn="l">
                  <a:defRPr/>
                </a:pPr>
                <a:r>
                  <a:rPr lang="en-US" sz="36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</p:grpSp>
      <p:sp>
        <p:nvSpPr>
          <p:cNvPr id="14" name="TextBox 1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文档层级重构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f55749d-58bc-43fa-9c5e-7c2ac3c9bf15"/>
          <p:cNvGrpSpPr/>
          <p:nvPr/>
        </p:nvGrpSpPr>
        <p:grpSpPr>
          <a:xfrm rot="0">
            <a:off x="660400" y="1159328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54941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提升金融表格解析准确性的策略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60400" y="3478971"/>
              <a:ext cx="10858500" cy="0"/>
            </a:xfrm>
            <a:prstGeom prst="line">
              <a:avLst/>
            </a:prstGeom>
            <a:ln w="12700">
              <a:solidFill>
                <a:srgbClr val="3436AE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1322025" y="1959942"/>
              <a:ext cx="3929244" cy="4174158"/>
              <a:chOff x="1322025" y="1959942"/>
              <a:chExt cx="3929244" cy="4174158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322025" y="3759201"/>
                <a:ext cx="3929244" cy="71329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课程学习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322025" y="4472492"/>
                <a:ext cx="3929244" cy="166160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通过分析表格结构复杂度和推理稳定性，定义样本难度评分，指导模型从易到难学习，提升训练效率。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322025" y="1959942"/>
                <a:ext cx="3929244" cy="1311651"/>
              </a:xfrm>
              <a:prstGeom prst="roundRect">
                <a:avLst/>
              </a:prstGeom>
              <a:solidFill>
                <a:srgbClr val="2F6FF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928031" y="1959942"/>
              <a:ext cx="3929244" cy="4174158"/>
              <a:chOff x="6928031" y="1959942"/>
              <a:chExt cx="3929244" cy="4174158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928031" y="3759201"/>
                <a:ext cx="3929244" cy="71329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强化优化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928031" y="4472492"/>
                <a:ext cx="3929244" cy="166160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使用群体相对策略优化（GRPO）算法，针对复杂表格的行/列对齐问题进行针对性强化训练，提升结构解析的稳定性。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928031" y="1959942"/>
                <a:ext cx="3929244" cy="1311651"/>
              </a:xfrm>
              <a:prstGeom prst="roundRect">
                <a:avLst/>
              </a:prstGeom>
              <a:solidFill>
                <a:srgbClr val="2F6FF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表格解析优化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91d4030-5e8b-4c22-91e3-244175906a7f"/>
          <p:cNvGrpSpPr/>
          <p:nvPr/>
        </p:nvGrpSpPr>
        <p:grpSpPr>
          <a:xfrm rot="0">
            <a:off x="660400" y="1130300"/>
            <a:ext cx="10858500" cy="4597400"/>
            <a:chOff x="660400" y="1130300"/>
            <a:chExt cx="10858500" cy="4597400"/>
          </a:xfrm>
        </p:grpSpPr>
        <p:sp>
          <p:nvSpPr>
            <p:cNvPr id="3" name="AutoShape 3"/>
            <p:cNvSpPr/>
            <p:nvPr/>
          </p:nvSpPr>
          <p:spPr>
            <a:xfrm>
              <a:off x="660400" y="2527764"/>
              <a:ext cx="10858500" cy="3199936"/>
            </a:xfrm>
            <a:prstGeom prst="roundRect">
              <a:avLst>
                <a:gd name="adj" fmla="val 4000"/>
              </a:avLst>
            </a:prstGeom>
            <a:solidFill>
              <a:srgbClr val="2F2F2F">
                <a:alpha val="5098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67945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实现审计级的单元格视觉溯源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 rot="0">
              <a:off x="906139" y="2227159"/>
              <a:ext cx="5085225" cy="2890941"/>
              <a:chOff x="1022166" y="1903309"/>
              <a:chExt cx="5085225" cy="2890941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022166" y="2585614"/>
                <a:ext cx="5085225" cy="57143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结构锚点标记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022166" y="3157044"/>
                <a:ext cx="5085225" cy="163720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利用HTML流中的单元格起始标记作为锚点，无需引入额外特殊标记，简化模型设计和解码负担。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22167" y="1903309"/>
                <a:ext cx="610438" cy="610374"/>
              </a:xfrm>
              <a:prstGeom prst="roundRect">
                <a:avLst>
                  <a:gd name="adj" fmla="val 10458"/>
                </a:avLst>
              </a:prstGeom>
              <a:solidFill>
                <a:srgbClr val="2F6FF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 rot="0">
              <a:off x="6233263" y="2227159"/>
              <a:ext cx="5085225" cy="2890941"/>
              <a:chOff x="1022166" y="1903309"/>
              <a:chExt cx="5085225" cy="2890941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022166" y="2585614"/>
                <a:ext cx="5085225" cy="57143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锚点回归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22166" y="3157044"/>
                <a:ext cx="5085225" cy="163720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从锚点标记对应的解码隐藏状态中，通过轻量回归头预测单元格的精确边界框坐标，实现像素级定位。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22167" y="1903309"/>
                <a:ext cx="610438" cy="610374"/>
              </a:xfrm>
              <a:prstGeom prst="roundRect">
                <a:avLst>
                  <a:gd name="adj" fmla="val 10458"/>
                </a:avLst>
              </a:prstGeom>
              <a:solidFill>
                <a:srgbClr val="2F6FF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单元格级定位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3101" y="2286000"/>
            <a:ext cx="5428799" cy="89908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基准与评估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883101" y="3196941"/>
            <a:ext cx="5428799" cy="21878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介绍专为金融领域构建的FinDocBench基准，并展示Agentar-Fin-OCR在多项任务上的评估结果，证明其优越性。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976c487-a9f6-4778-a8e7-fa4382008b08"/>
          <p:cNvGrpSpPr/>
          <p:nvPr/>
        </p:nvGrpSpPr>
        <p:grpSpPr>
          <a:xfrm rot="0">
            <a:off x="660400" y="1130300"/>
            <a:ext cx="10858500" cy="5003801"/>
            <a:chOff x="660400" y="1130300"/>
            <a:chExt cx="10858500" cy="5003801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58238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Aft>
                  <a:spcPts val="1000"/>
                </a:spcAft>
                <a:defRPr/>
              </a:pPr>
              <a:r>
                <a:rPr lang="en-US" sz="2400" b="1" i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面向金融垂直领域的文档解析评估基准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 rot="0">
              <a:off x="660400" y="1814289"/>
              <a:ext cx="3249365" cy="4319812"/>
              <a:chOff x="660400" y="1814289"/>
              <a:chExt cx="2588965" cy="4319812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5819660"/>
                <a:ext cx="2588965" cy="314441"/>
              </a:xfrm>
              <a:prstGeom prst="rect">
                <a:avLst/>
              </a:prstGeom>
              <a:solidFill>
                <a:srgbClr val="2F6FF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660400" y="1814289"/>
                <a:ext cx="2588965" cy="4005371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49300" y="2833786"/>
                <a:ext cx="2405380" cy="77904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数据集构成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49300" y="3612831"/>
                <a:ext cx="2405380" cy="202130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包含年报、研报、审计报告等六大类金融文档，涵盖长文档、层级标题、复杂布局和跨页表格等核心特征。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24594" y="2004906"/>
                <a:ext cx="660576" cy="64335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0">
              <a:off x="4464968" y="1814289"/>
              <a:ext cx="3249365" cy="4319812"/>
              <a:chOff x="4795167" y="1814289"/>
              <a:chExt cx="2588965" cy="4319812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4795167" y="5819660"/>
                <a:ext cx="2588965" cy="314441"/>
              </a:xfrm>
              <a:prstGeom prst="rect">
                <a:avLst/>
              </a:prstGeom>
              <a:solidFill>
                <a:srgbClr val="2F6FF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4795167" y="1814289"/>
                <a:ext cx="2588965" cy="4005371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884067" y="2833786"/>
                <a:ext cx="2405380" cy="77904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精细标注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884067" y="3612831"/>
                <a:ext cx="2405380" cy="202130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结合自动化预标注与人工校验，特别强调复杂布局的阅读顺序、跨页表格和层级标题的准确性，并由金融专家（CFA）把关。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759361" y="2004906"/>
                <a:ext cx="660576" cy="64335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0">
              <a:off x="8269535" y="1814289"/>
              <a:ext cx="3249365" cy="4319812"/>
              <a:chOff x="8929935" y="1814289"/>
              <a:chExt cx="2588965" cy="4319812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8929935" y="5819660"/>
                <a:ext cx="2588965" cy="314441"/>
              </a:xfrm>
              <a:prstGeom prst="rect">
                <a:avLst/>
              </a:prstGeom>
              <a:solidFill>
                <a:srgbClr val="2F6FF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8929935" y="1814289"/>
                <a:ext cx="2588965" cy="4005371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018835" y="2833786"/>
                <a:ext cx="2405380" cy="77904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评估指标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018835" y="3612831"/>
                <a:ext cx="2405380" cy="202130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引入目录编辑距离相似度（TocEDS）、跨页表格TEDS和单元格交并比（C-IoU）等指标，全面衡量模型性能。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894129" y="2004906"/>
                <a:ext cx="660576" cy="643355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FinDocBench基准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bfb1756-a9cf-4a7c-843c-fee3c10646ea"/>
          <p:cNvGrpSpPr/>
          <p:nvPr/>
        </p:nvGrpSpPr>
        <p:grpSpPr>
          <a:xfrm rot="0"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48006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Agentar-Fin-OCR在通用与金融基准上表现优异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0" y="4302760"/>
              <a:ext cx="12192000" cy="2555240"/>
            </a:xfrm>
            <a:custGeom>
              <a:avLst/>
              <a:gdLst/>
              <a:ahLst/>
              <a:cxnLst/>
              <a:rect l="l" t="t" r="r" b="b"/>
              <a:pathLst>
                <a:path w="12192000" h="2555240">
                  <a:moveTo>
                    <a:pt x="0" y="0"/>
                  </a:moveTo>
                  <a:lnTo>
                    <a:pt x="12192000" y="0"/>
                  </a:lnTo>
                  <a:lnTo>
                    <a:pt x="12192000" y="2555240"/>
                  </a:lnTo>
                  <a:lnTo>
                    <a:pt x="0" y="2555240"/>
                  </a:lnTo>
                  <a:close/>
                </a:path>
              </a:pathLst>
            </a:custGeom>
            <a:solidFill>
              <a:srgbClr val="2F6FFD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660400" y="1778000"/>
              <a:ext cx="2616200" cy="4356100"/>
              <a:chOff x="660400" y="1778000"/>
              <a:chExt cx="2616200" cy="4356100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0" y="1778000"/>
                <a:ext cx="2616200" cy="4356100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 rot="0">
                <a:off x="736600" y="2673350"/>
                <a:ext cx="2463800" cy="45719"/>
                <a:chOff x="660400" y="2383790"/>
                <a:chExt cx="2463800" cy="45719"/>
              </a:xfrm>
            </p:grpSpPr>
            <p:sp>
              <p:nvSpPr>
                <p:cNvPr id="8" name="AutoShape 8"/>
                <p:cNvSpPr/>
                <p:nvPr/>
              </p:nvSpPr>
              <p:spPr>
                <a:xfrm>
                  <a:off x="660400" y="2383790"/>
                  <a:ext cx="749300" cy="45719"/>
                </a:xfrm>
                <a:prstGeom prst="rect">
                  <a:avLst/>
                </a:prstGeom>
                <a:solidFill>
                  <a:srgbClr val="2F6FFD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AutoShape 9"/>
                <p:cNvSpPr/>
                <p:nvPr/>
              </p:nvSpPr>
              <p:spPr>
                <a:xfrm>
                  <a:off x="1409700" y="2408071"/>
                  <a:ext cx="1714500" cy="8288"/>
                </a:xfrm>
                <a:prstGeom prst="line">
                  <a:avLst/>
                </a:prstGeom>
                <a:ln w="12700">
                  <a:solidFill>
                    <a:srgbClr val="4B0CA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698500" y="1881105"/>
                <a:ext cx="2540000" cy="7697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通用基准表现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98500" y="2739790"/>
                <a:ext cx="2540000" cy="235279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在OmniDocBench等通用文档解析基准上，模型在表格解析任务中取得领先，同时在文本识别和阅读顺序上也保持顶尖水平。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518920" y="5092590"/>
                <a:ext cx="899160" cy="88403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 rot="0">
              <a:off x="3407833" y="1778000"/>
              <a:ext cx="2616200" cy="4356100"/>
              <a:chOff x="660400" y="1778000"/>
              <a:chExt cx="2616200" cy="4356100"/>
            </a:xfrm>
          </p:grpSpPr>
          <p:sp>
            <p:nvSpPr>
              <p:cNvPr id="14" name="AutoShape 14"/>
              <p:cNvSpPr/>
              <p:nvPr/>
            </p:nvSpPr>
            <p:spPr>
              <a:xfrm>
                <a:off x="660400" y="1778000"/>
                <a:ext cx="2616200" cy="4356100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 rot="0">
                <a:off x="736600" y="2673350"/>
                <a:ext cx="2463800" cy="45719"/>
                <a:chOff x="660400" y="2383790"/>
                <a:chExt cx="2463800" cy="45719"/>
              </a:xfrm>
            </p:grpSpPr>
            <p:sp>
              <p:nvSpPr>
                <p:cNvPr id="16" name="AutoShape 16"/>
                <p:cNvSpPr/>
                <p:nvPr/>
              </p:nvSpPr>
              <p:spPr>
                <a:xfrm>
                  <a:off x="660400" y="2383790"/>
                  <a:ext cx="749300" cy="45719"/>
                </a:xfrm>
                <a:prstGeom prst="rect">
                  <a:avLst/>
                </a:prstGeom>
                <a:solidFill>
                  <a:srgbClr val="2F6FFD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7" name="AutoShape 17"/>
                <p:cNvSpPr/>
                <p:nvPr/>
              </p:nvSpPr>
              <p:spPr>
                <a:xfrm>
                  <a:off x="1409700" y="2408071"/>
                  <a:ext cx="1714500" cy="8288"/>
                </a:xfrm>
                <a:prstGeom prst="line">
                  <a:avLst/>
                </a:prstGeom>
                <a:ln w="12700">
                  <a:solidFill>
                    <a:srgbClr val="4B0CA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698500" y="1881105"/>
                <a:ext cx="2540000" cy="7697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金融布局分析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98500" y="2739790"/>
                <a:ext cx="2540000" cy="235279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相比通用基线PP-DocLayoutV3，模型在金融文档的布局检测和阅读顺序预测上分别取得12.2%和83.1%的显著提升。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518920" y="5092590"/>
                <a:ext cx="899160" cy="88403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 rot="0">
              <a:off x="6155266" y="1778000"/>
              <a:ext cx="2616200" cy="4356100"/>
              <a:chOff x="660400" y="1778000"/>
              <a:chExt cx="2616200" cy="4356100"/>
            </a:xfrm>
          </p:grpSpPr>
          <p:sp>
            <p:nvSpPr>
              <p:cNvPr id="22" name="AutoShape 22"/>
              <p:cNvSpPr/>
              <p:nvPr/>
            </p:nvSpPr>
            <p:spPr>
              <a:xfrm>
                <a:off x="660400" y="1778000"/>
                <a:ext cx="2616200" cy="4356100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 rot="0">
                <a:off x="736600" y="2673350"/>
                <a:ext cx="2463800" cy="45719"/>
                <a:chOff x="660400" y="2383790"/>
                <a:chExt cx="2463800" cy="45719"/>
              </a:xfrm>
            </p:grpSpPr>
            <p:sp>
              <p:nvSpPr>
                <p:cNvPr id="24" name="AutoShape 24"/>
                <p:cNvSpPr/>
                <p:nvPr/>
              </p:nvSpPr>
              <p:spPr>
                <a:xfrm>
                  <a:off x="660400" y="2383790"/>
                  <a:ext cx="749300" cy="45719"/>
                </a:xfrm>
                <a:prstGeom prst="rect">
                  <a:avLst/>
                </a:prstGeom>
                <a:solidFill>
                  <a:srgbClr val="2F6FFD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5" name="AutoShape 25"/>
                <p:cNvSpPr/>
                <p:nvPr/>
              </p:nvSpPr>
              <p:spPr>
                <a:xfrm>
                  <a:off x="1409700" y="2408071"/>
                  <a:ext cx="1714500" cy="8288"/>
                </a:xfrm>
                <a:prstGeom prst="line">
                  <a:avLst/>
                </a:prstGeom>
                <a:ln w="12700">
                  <a:solidFill>
                    <a:srgbClr val="4B0CA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698500" y="1881105"/>
                <a:ext cx="2540000" cy="7697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层级重构效果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98500" y="2739790"/>
                <a:ext cx="2540000" cy="235279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在长文档（如审计报告）的层级标题重构任务中，引入伪目录的方法比纯文本方法性能提升高达18.5%。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518920" y="5092590"/>
                <a:ext cx="899160" cy="88403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 rot="0">
              <a:off x="8902700" y="1778000"/>
              <a:ext cx="2616200" cy="4356100"/>
              <a:chOff x="660400" y="1778000"/>
              <a:chExt cx="2616200" cy="4356100"/>
            </a:xfrm>
          </p:grpSpPr>
          <p:sp>
            <p:nvSpPr>
              <p:cNvPr id="30" name="AutoShape 30"/>
              <p:cNvSpPr/>
              <p:nvPr/>
            </p:nvSpPr>
            <p:spPr>
              <a:xfrm>
                <a:off x="660400" y="1778000"/>
                <a:ext cx="2616200" cy="4356100"/>
              </a:xfrm>
              <a:prstGeom prst="rect">
                <a:avLst/>
              </a:prstGeom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 rot="0">
                <a:off x="736600" y="2673350"/>
                <a:ext cx="2463800" cy="45719"/>
                <a:chOff x="660400" y="2383790"/>
                <a:chExt cx="2463800" cy="45719"/>
              </a:xfrm>
            </p:grpSpPr>
            <p:sp>
              <p:nvSpPr>
                <p:cNvPr id="32" name="AutoShape 32"/>
                <p:cNvSpPr/>
                <p:nvPr/>
              </p:nvSpPr>
              <p:spPr>
                <a:xfrm>
                  <a:off x="660400" y="2383790"/>
                  <a:ext cx="749300" cy="45719"/>
                </a:xfrm>
                <a:prstGeom prst="rect">
                  <a:avLst/>
                </a:prstGeom>
                <a:solidFill>
                  <a:srgbClr val="2F6FFD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3" name="AutoShape 33"/>
                <p:cNvSpPr/>
                <p:nvPr/>
              </p:nvSpPr>
              <p:spPr>
                <a:xfrm>
                  <a:off x="1409700" y="2408071"/>
                  <a:ext cx="1714500" cy="8288"/>
                </a:xfrm>
                <a:prstGeom prst="line">
                  <a:avLst/>
                </a:prstGeom>
                <a:ln w="12700">
                  <a:solidFill>
                    <a:srgbClr val="4B0CA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698500" y="1881105"/>
                <a:ext cx="2540000" cy="769786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表格解析优势</a:t>
                </a:r>
                <a:endParaRPr lang="en-US" sz="1100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98500" y="2739790"/>
                <a:ext cx="2540000" cy="235279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通过课程学习和强化优化，模型在金融表格解析上持续领先，并在单元格定位任务中取得高IoU评分，满足审计需求。</a:t>
                </a:r>
                <a:endParaRPr lang="en-US" sz="1100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518920" y="5092590"/>
                <a:ext cx="899160" cy="88403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0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37" name="TextBox 37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模型性能评估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3101" y="2286000"/>
            <a:ext cx="5428799" cy="89908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883101" y="3196941"/>
            <a:ext cx="5428799" cy="21878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0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总结Agentar-Fin-OCR系统的核心贡献，展望其在推动金融智能化、自动化方面的应用前景和未来研究方向。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dc61c90-d47c-4160-bea9-34b7b4142bf4"/>
          <p:cNvGrpSpPr/>
          <p:nvPr/>
        </p:nvGrpSpPr>
        <p:grpSpPr>
          <a:xfrm rot="0">
            <a:off x="660399" y="1255790"/>
            <a:ext cx="10858501" cy="4979909"/>
            <a:chOff x="660399" y="1255790"/>
            <a:chExt cx="10858501" cy="4979909"/>
          </a:xfrm>
        </p:grpSpPr>
        <p:sp>
          <p:nvSpPr>
            <p:cNvPr id="3" name="AutoShape 3"/>
            <p:cNvSpPr/>
            <p:nvPr/>
          </p:nvSpPr>
          <p:spPr>
            <a:xfrm>
              <a:off x="4231916" y="2951643"/>
              <a:ext cx="0" cy="2277128"/>
            </a:xfrm>
            <a:prstGeom prst="line">
              <a:avLst/>
            </a:prstGeom>
            <a:ln w="12700">
              <a:solidFill>
                <a:srgbClr val="2F2F2F">
                  <a:alpha val="10196"/>
                  <a:lumMod val="50000"/>
                  <a:lumOff val="5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7972785" y="2951643"/>
              <a:ext cx="0" cy="2277128"/>
            </a:xfrm>
            <a:prstGeom prst="line">
              <a:avLst/>
            </a:prstGeom>
            <a:ln w="12700">
              <a:solidFill>
                <a:srgbClr val="2F2F2F">
                  <a:alpha val="10196"/>
                  <a:lumMod val="50000"/>
                  <a:lumOff val="5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255790"/>
              <a:ext cx="10858500" cy="65063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defRPr/>
              </a:pPr>
              <a:r>
                <a:rPr lang="en-US" sz="2400" b="1" i="0">
                  <a:solidFill>
                    <a:srgbClr val="2F2F2F">
                      <a:alpha val="100000"/>
                      <a:lumMod val="95000"/>
                      <a:lumOff val="5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构建金融级文档解析系统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 rot="0">
              <a:off x="660399" y="2023532"/>
              <a:ext cx="3558813" cy="4212167"/>
              <a:chOff x="660399" y="2023532"/>
              <a:chExt cx="3558813" cy="4212167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660399" y="2023532"/>
                <a:ext cx="3558813" cy="4212167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46545" y="3598526"/>
                <a:ext cx="3042580" cy="15250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通过跨页整合与层级重构，实现从单页到文档级的语义和结构连贯性解析。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46544" y="2729767"/>
                <a:ext cx="3042578" cy="7516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46543" y="5228771"/>
                <a:ext cx="3042582" cy="706664"/>
              </a:xfrm>
              <a:prstGeom prst="rect">
                <a:avLst/>
              </a:prstGeom>
              <a:solidFill>
                <a:srgbClr val="2F6FF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文档级解析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0">
              <a:off x="4574709" y="2729767"/>
              <a:ext cx="3042582" cy="3205668"/>
              <a:chOff x="4574709" y="2729767"/>
              <a:chExt cx="3042582" cy="320566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4574711" y="3598526"/>
                <a:ext cx="3042580" cy="15250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结合课程学习与锚点回归，实现高精度的金融表格解析和单元格级视觉溯源。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574710" y="2729767"/>
                <a:ext cx="3042578" cy="7516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574709" y="5228771"/>
                <a:ext cx="3042582" cy="706664"/>
              </a:xfrm>
              <a:prstGeom prst="rect">
                <a:avLst/>
              </a:prstGeom>
              <a:solidFill>
                <a:srgbClr val="2F6FF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精准表解析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0">
              <a:off x="8327382" y="2729767"/>
              <a:ext cx="3042582" cy="3205668"/>
              <a:chOff x="8327382" y="2729767"/>
              <a:chExt cx="3042582" cy="320566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327384" y="3598526"/>
                <a:ext cx="3042580" cy="152501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2F2F2F">
                        <a:alpha val="100000"/>
                        <a:lumMod val="95000"/>
                        <a:lumOff val="5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发布FinDocBench，为金融领域文档解析模型提供真实、严格、全面的评估标准。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27383" y="2729767"/>
                <a:ext cx="3042578" cy="75165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4400" b="1" i="0">
                    <a:solidFill>
                      <a:srgbClr val="2F6FFD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327382" y="5228771"/>
                <a:ext cx="3042582" cy="706664"/>
              </a:xfrm>
              <a:prstGeom prst="rect">
                <a:avLst/>
              </a:prstGeom>
              <a:solidFill>
                <a:srgbClr val="2F6FFD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金融基准构建</a:t>
                </a:r>
                <a:endParaRPr lang="en-US" sz="110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核心贡献总结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5fb8e51-73e5-417a-8308-8b54fa0d8e7f"/>
          <p:cNvGrpSpPr/>
          <p:nvPr/>
        </p:nvGrpSpPr>
        <p:grpSpPr>
          <a:xfrm rot="0">
            <a:off x="-6350" y="0"/>
            <a:ext cx="12192000" cy="6858000"/>
            <a:chOff x="-6350" y="0"/>
            <a:chExt cx="12192000" cy="6858000"/>
          </a:xfrm>
        </p:grpSpPr>
        <p:sp>
          <p:nvSpPr>
            <p:cNvPr id="3" name="TextBox 3"/>
            <p:cNvSpPr txBox="1"/>
            <p:nvPr/>
          </p:nvSpPr>
          <p:spPr>
            <a:xfrm>
              <a:off x="660401" y="1130300"/>
              <a:ext cx="10858499" cy="90404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b" anchorCtr="0"/>
            <a:lstStyle/>
            <a:p>
              <a:pPr algn="l">
                <a:defRPr/>
              </a:pPr>
              <a:r>
                <a:rPr lang="en-US" sz="2400" b="1" i="0" strike="noStrike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拓展应用场景与深化技术融合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-635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8E7EF0">
                <a:alpha val="4705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 rot="0">
              <a:off x="660400" y="3758006"/>
              <a:ext cx="5343072" cy="2376094"/>
              <a:chOff x="660400" y="3758006"/>
              <a:chExt cx="5343072" cy="2376094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400" y="3758006"/>
                <a:ext cx="5343072" cy="2376094"/>
              </a:xfrm>
              <a:prstGeom prst="roundRect">
                <a:avLst>
                  <a:gd name="adj" fmla="val 4600"/>
                </a:avLst>
              </a:prstGeom>
              <a:ln w="19050">
                <a:solidFill>
                  <a:srgbClr val="1AC9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 rot="0">
                <a:off x="1100868" y="3821364"/>
                <a:ext cx="4601433" cy="1969377"/>
                <a:chOff x="1100868" y="3821364"/>
                <a:chExt cx="4601433" cy="1969377"/>
              </a:xfrm>
            </p:grpSpPr>
            <p:sp>
              <p:nvSpPr>
                <p:cNvPr id="8" name="TextBox 8"/>
                <p:cNvSpPr txBox="1"/>
                <p:nvPr/>
              </p:nvSpPr>
              <p:spPr>
                <a:xfrm>
                  <a:off x="1100868" y="4031056"/>
                  <a:ext cx="532799" cy="533400"/>
                </a:xfrm>
                <a:prstGeom prst="ellipse">
                  <a:avLst/>
                </a:prstGeom>
                <a:gradFill>
                  <a:gsLst>
                    <a:gs pos="0">
                      <a:srgbClr val="1AC9FF">
                        <a:alpha val="100000"/>
                        <a:lumMod val="60000"/>
                        <a:lumOff val="40000"/>
                      </a:srgbClr>
                    </a:gs>
                    <a:gs pos="60000">
                      <a:srgbClr val="1AC9FF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0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1</a:t>
                  </a:r>
                  <a:endParaRPr lang="en-US" sz="1100"/>
                </a:p>
              </p:txBody>
            </p:sp>
            <p:grpSp>
              <p:nvGrpSpPr>
                <p:cNvPr id="9" name="Group 9"/>
                <p:cNvGrpSpPr/>
                <p:nvPr/>
              </p:nvGrpSpPr>
              <p:grpSpPr>
                <a:xfrm rot="0">
                  <a:off x="1806023" y="3821364"/>
                  <a:ext cx="3896278" cy="1969377"/>
                  <a:chOff x="1806023" y="3821364"/>
                  <a:chExt cx="3896278" cy="1969377"/>
                </a:xfrm>
              </p:grpSpPr>
              <p:sp>
                <p:nvSpPr>
                  <p:cNvPr id="10" name="TextBox 10"/>
                  <p:cNvSpPr txBox="1"/>
                  <p:nvPr/>
                </p:nvSpPr>
                <p:spPr>
                  <a:xfrm>
                    <a:off x="1806023" y="3821364"/>
                    <a:ext cx="3896278" cy="743092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l">
                      <a:defRPr/>
                    </a:pPr>
                    <a:r>
                      <a:rPr lang="en-US" sz="1800" b="1" i="0">
                        <a:solidFill>
                          <a:srgbClr val="2F2F2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多语言支持</a:t>
                    </a:r>
                    <a:endParaRPr lang="en-US" sz="1100"/>
                  </a:p>
                </p:txBody>
              </p:sp>
              <p:sp>
                <p:nvSpPr>
                  <p:cNvPr id="11" name="TextBox 11"/>
                  <p:cNvSpPr txBox="1"/>
                  <p:nvPr/>
                </p:nvSpPr>
                <p:spPr>
                  <a:xfrm>
                    <a:off x="1806023" y="4564456"/>
                    <a:ext cx="3896277" cy="1226285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solidFill>
                          <a:srgbClr val="2F2F2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将系统能力扩展到更多非英语语种，以支持全球化的金融业务需求。</a:t>
                    </a:r>
                    <a:endParaRPr lang="en-US" sz="1100"/>
                  </a:p>
                </p:txBody>
              </p:sp>
            </p:grpSp>
          </p:grpSp>
        </p:grpSp>
        <p:grpSp>
          <p:nvGrpSpPr>
            <p:cNvPr id="12" name="Group 12"/>
            <p:cNvGrpSpPr/>
            <p:nvPr/>
          </p:nvGrpSpPr>
          <p:grpSpPr>
            <a:xfrm rot="0">
              <a:off x="6175828" y="3758006"/>
              <a:ext cx="5343072" cy="2376094"/>
              <a:chOff x="6175828" y="3758006"/>
              <a:chExt cx="5343072" cy="2376094"/>
            </a:xfrm>
          </p:grpSpPr>
          <p:sp>
            <p:nvSpPr>
              <p:cNvPr id="13" name="AutoShape 13"/>
              <p:cNvSpPr/>
              <p:nvPr/>
            </p:nvSpPr>
            <p:spPr>
              <a:xfrm>
                <a:off x="6175828" y="3758006"/>
                <a:ext cx="5343072" cy="2376094"/>
              </a:xfrm>
              <a:prstGeom prst="roundRect">
                <a:avLst>
                  <a:gd name="adj" fmla="val 4600"/>
                </a:avLst>
              </a:prstGeom>
              <a:ln w="19050">
                <a:solidFill>
                  <a:srgbClr val="1AC9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 rot="0">
                <a:off x="6616296" y="3821364"/>
                <a:ext cx="4601431" cy="1969377"/>
                <a:chOff x="6616296" y="3821364"/>
                <a:chExt cx="4601431" cy="1969377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6616296" y="4031056"/>
                  <a:ext cx="532799" cy="533400"/>
                </a:xfrm>
                <a:prstGeom prst="ellipse">
                  <a:avLst/>
                </a:prstGeom>
                <a:gradFill>
                  <a:gsLst>
                    <a:gs pos="0">
                      <a:srgbClr val="1AC9FF">
                        <a:alpha val="100000"/>
                        <a:lumMod val="60000"/>
                        <a:lumOff val="40000"/>
                      </a:srgbClr>
                    </a:gs>
                    <a:gs pos="60000">
                      <a:srgbClr val="1AC9FF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0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2</a:t>
                  </a:r>
                  <a:endParaRPr lang="en-US" sz="1100"/>
                </a:p>
              </p:txBody>
            </p:sp>
            <p:grpSp>
              <p:nvGrpSpPr>
                <p:cNvPr id="16" name="Group 16"/>
                <p:cNvGrpSpPr/>
                <p:nvPr/>
              </p:nvGrpSpPr>
              <p:grpSpPr>
                <a:xfrm rot="0">
                  <a:off x="7321450" y="3821364"/>
                  <a:ext cx="3896277" cy="1969377"/>
                  <a:chOff x="7321450" y="3821364"/>
                  <a:chExt cx="3896277" cy="1969377"/>
                </a:xfrm>
              </p:grpSpPr>
              <p:sp>
                <p:nvSpPr>
                  <p:cNvPr id="17" name="TextBox 17"/>
                  <p:cNvSpPr txBox="1"/>
                  <p:nvPr/>
                </p:nvSpPr>
                <p:spPr>
                  <a:xfrm>
                    <a:off x="7321451" y="3821364"/>
                    <a:ext cx="3896276" cy="743092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b" anchorCtr="0"/>
                  <a:lstStyle/>
                  <a:p>
                    <a:pPr algn="l">
                      <a:defRPr/>
                    </a:pPr>
                    <a:r>
                      <a:rPr lang="en-US" sz="1800" b="1" i="0">
                        <a:solidFill>
                          <a:srgbClr val="2F2F2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智能体集成</a:t>
                    </a:r>
                    <a:endParaRPr lang="en-US" sz="1100"/>
                  </a:p>
                </p:txBody>
              </p:sp>
              <p:sp>
                <p:nvSpPr>
                  <p:cNvPr id="18" name="TextBox 18"/>
                  <p:cNvSpPr txBox="1"/>
                  <p:nvPr/>
                </p:nvSpPr>
                <p:spPr>
                  <a:xfrm>
                    <a:off x="7321450" y="4564456"/>
                    <a:ext cx="3896277" cy="1226285"/>
                  </a:xfrm>
                  <a:prstGeom prst="rect">
                    <a:avLst/>
                  </a:prstGeom>
                  <a:ln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t" anchorCtr="0"/>
                  <a:lstStyle/>
                  <a:p>
                    <a:pPr algn="l">
                      <a:lnSpc>
                        <a:spcPct val="120000"/>
                      </a:lnSpc>
                      <a:defRPr/>
                    </a:pPr>
                    <a:r>
                      <a:rPr lang="en-US" sz="1200" b="0" i="0">
                        <a:solidFill>
                          <a:srgbClr val="2F2F2F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将文档解析能力与智能体技术深度结合，构建能够自主执行复杂金融分析任务的智能系统，进一步提升自动化水平。</a:t>
                    </a:r>
                    <a:endParaRPr lang="en-US" sz="1100"/>
                  </a:p>
                </p:txBody>
              </p:sp>
            </p:grpSp>
          </p:grpSp>
        </p:grpSp>
      </p:grpSp>
      <p:sp>
        <p:nvSpPr>
          <p:cNvPr id="19" name="TextBox 1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未来工作展望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8854" y="2132129"/>
            <a:ext cx="5570045" cy="204047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400" b="1" i="0">
                <a:ln w="19050"/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7588469" y="5395913"/>
            <a:ext cx="3930430" cy="346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0000" tIns="45720" rIns="91440" bIns="45720" rtlCol="0" anchor="ctr" anchorCtr="0"/>
          <a:lstStyle/>
          <a:p>
            <a:pPr algn="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200" b="0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报告人名称：刘洋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588468" y="5787800"/>
            <a:ext cx="3930431" cy="3463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r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1400" b="0" i="0" strike="noStrike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2026.4.13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9e6b1419-e7e1-4e2d-a129-5833989f88ab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1984</Words>
  <Application>WPS 演示</Application>
  <PresentationFormat>On-screen Show (4:3)</PresentationFormat>
  <Paragraphs>250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Arial</vt:lpstr>
      <vt:lpstr>Calibri</vt:lpstr>
      <vt:lpstr>Arial Unicode MS</vt:lpstr>
      <vt:lpstr>9e6b1419-e7e1-4e2d-a129-5833989f88ab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忽晚</cp:lastModifiedBy>
  <cp:revision>2</cp:revision>
  <dcterms:created xsi:type="dcterms:W3CDTF">2006-08-16T00:00:00Z</dcterms:created>
  <dcterms:modified xsi:type="dcterms:W3CDTF">2026-04-07T15:29:04Z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44E2F3BB8A034EBFACFC67DD038FADE5_12</vt:lpwstr>
  </property>
</Properties>
</file>